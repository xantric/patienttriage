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3.xml" ContentType="application/vnd.openxmlformats-officedocument.theme+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theme/theme4.xml" ContentType="application/vnd.openxmlformats-officedocument.theme+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4" r:id="rId2"/>
    <p:sldMasterId id="2147483694" r:id="rId3"/>
    <p:sldMasterId id="2147483699" r:id="rId4"/>
    <p:sldMasterId id="2147483713" r:id="rId5"/>
  </p:sldMasterIdLst>
  <p:notesMasterIdLst>
    <p:notesMasterId r:id="rId19"/>
  </p:notesMasterIdLst>
  <p:sldIdLst>
    <p:sldId id="820" r:id="rId6"/>
    <p:sldId id="257" r:id="rId7"/>
    <p:sldId id="1906872571" r:id="rId8"/>
    <p:sldId id="1906872572" r:id="rId9"/>
    <p:sldId id="1906872573" r:id="rId10"/>
    <p:sldId id="1906872574" r:id="rId11"/>
    <p:sldId id="1906872575" r:id="rId12"/>
    <p:sldId id="1906872576" r:id="rId13"/>
    <p:sldId id="1906872577" r:id="rId14"/>
    <p:sldId id="1906872578" r:id="rId15"/>
    <p:sldId id="1906872579" r:id="rId16"/>
    <p:sldId id="1906872580" r:id="rId17"/>
    <p:sldId id="268"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4899D16-2E5E-4930-A169-77BF7589BB06}" v="1" dt="2026-08-30T17:51:58.67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4660"/>
  </p:normalViewPr>
  <p:slideViewPr>
    <p:cSldViewPr snapToGrid="0">
      <p:cViewPr varScale="1">
        <p:scale>
          <a:sx n="78" d="100"/>
          <a:sy n="78" d="100"/>
        </p:scale>
        <p:origin x="835"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3" Type="http://schemas.openxmlformats.org/officeDocument/2006/relationships/slideMaster" Target="slideMasters/slideMaster3.xml"/><Relationship Id="rId21" Type="http://schemas.openxmlformats.org/officeDocument/2006/relationships/viewProps" Target="viewProp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microsoft.com/office/2015/10/relationships/revisionInfo" Target="revisionInfo.xml"/><Relationship Id="rId2" Type="http://schemas.openxmlformats.org/officeDocument/2006/relationships/slideMaster" Target="slideMasters/slideMaster2.xml"/><Relationship Id="rId16" Type="http://schemas.openxmlformats.org/officeDocument/2006/relationships/slide" Target="slides/slide11.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1.xml"/><Relationship Id="rId11" Type="http://schemas.openxmlformats.org/officeDocument/2006/relationships/slide" Target="slides/slide6.xml"/><Relationship Id="rId24" Type="http://schemas.microsoft.com/office/2016/11/relationships/changesInfo" Target="changesInfos/changesInfo1.xml"/><Relationship Id="rId5" Type="http://schemas.openxmlformats.org/officeDocument/2006/relationships/slideMaster" Target="slideMasters/slideMaster5.xml"/><Relationship Id="rId15" Type="http://schemas.openxmlformats.org/officeDocument/2006/relationships/slide" Target="slides/slide10.xml"/><Relationship Id="rId23" Type="http://schemas.openxmlformats.org/officeDocument/2006/relationships/tableStyles" Target="tableStyles.xml"/><Relationship Id="rId10" Type="http://schemas.openxmlformats.org/officeDocument/2006/relationships/slide" Target="slides/slide5.xml"/><Relationship Id="rId19" Type="http://schemas.openxmlformats.org/officeDocument/2006/relationships/notesMaster" Target="notesMasters/notesMaster1.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upta, Sumit" userId="1897bf9b-0dd3-4194-b659-65bd26db6033" providerId="ADAL" clId="{5772E9CC-A2D7-4A18-9F3D-98CD1ADE6210}"/>
    <pc:docChg chg="undo custSel addSld delSld modSld modMainMaster">
      <pc:chgData name="Gupta, Sumit" userId="1897bf9b-0dd3-4194-b659-65bd26db6033" providerId="ADAL" clId="{5772E9CC-A2D7-4A18-9F3D-98CD1ADE6210}" dt="2026-08-12T11:52:43.731" v="19" actId="47"/>
      <pc:docMkLst>
        <pc:docMk/>
      </pc:docMkLst>
      <pc:sldChg chg="add">
        <pc:chgData name="Gupta, Sumit" userId="1897bf9b-0dd3-4194-b659-65bd26db6033" providerId="ADAL" clId="{5772E9CC-A2D7-4A18-9F3D-98CD1ADE6210}" dt="2026-08-12T11:52:41.597" v="18"/>
        <pc:sldMkLst>
          <pc:docMk/>
          <pc:sldMk cId="4229161518" sldId="820"/>
        </pc:sldMkLst>
      </pc:sldChg>
    </pc:docChg>
  </pc:docChgLst>
  <pc:docChgLst>
    <pc:chgData name="Ayush Gaud" userId="2b14b61498469236" providerId="LiveId" clId="{EF3FBC86-CA90-4CAC-8EE2-0CF740B73722}"/>
    <pc:docChg chg="undo custSel modSld">
      <pc:chgData name="Ayush Gaud" userId="2b14b61498469236" providerId="LiveId" clId="{EF3FBC86-CA90-4CAC-8EE2-0CF740B73722}" dt="2026-08-30T17:52:46.132" v="19" actId="1076"/>
      <pc:docMkLst>
        <pc:docMk/>
      </pc:docMkLst>
      <pc:sldChg chg="modSp mod">
        <pc:chgData name="Ayush Gaud" userId="2b14b61498469236" providerId="LiveId" clId="{EF3FBC86-CA90-4CAC-8EE2-0CF740B73722}" dt="2026-08-30T17:51:58.686" v="14" actId="27636"/>
        <pc:sldMkLst>
          <pc:docMk/>
          <pc:sldMk cId="2959471642" sldId="2857"/>
        </pc:sldMkLst>
        <pc:spChg chg="mod">
          <ac:chgData name="Ayush Gaud" userId="2b14b61498469236" providerId="LiveId" clId="{EF3FBC86-CA90-4CAC-8EE2-0CF740B73722}" dt="2026-08-30T17:51:58.686" v="14" actId="27636"/>
          <ac:spMkLst>
            <pc:docMk/>
            <pc:sldMk cId="2959471642" sldId="2857"/>
            <ac:spMk id="61" creationId="{83134DD2-B1F2-44EA-BCAB-CB7F6D0B5057}"/>
          </ac:spMkLst>
        </pc:spChg>
        <pc:spChg chg="mod">
          <ac:chgData name="Ayush Gaud" userId="2b14b61498469236" providerId="LiveId" clId="{EF3FBC86-CA90-4CAC-8EE2-0CF740B73722}" dt="2026-08-30T17:51:58.685" v="13" actId="27636"/>
          <ac:spMkLst>
            <pc:docMk/>
            <pc:sldMk cId="2959471642" sldId="2857"/>
            <ac:spMk id="67" creationId="{AB89B70E-DDF2-41D3-9411-6AA78204B1DA}"/>
          </ac:spMkLst>
        </pc:spChg>
      </pc:sldChg>
      <pc:sldChg chg="addSp modSp mod">
        <pc:chgData name="Ayush Gaud" userId="2b14b61498469236" providerId="LiveId" clId="{EF3FBC86-CA90-4CAC-8EE2-0CF740B73722}" dt="2026-08-30T17:52:46.132" v="19" actId="1076"/>
        <pc:sldMkLst>
          <pc:docMk/>
          <pc:sldMk cId="0" sldId="1906872577"/>
        </pc:sldMkLst>
        <pc:spChg chg="mod">
          <ac:chgData name="Ayush Gaud" userId="2b14b61498469236" providerId="LiveId" clId="{EF3FBC86-CA90-4CAC-8EE2-0CF740B73722}" dt="2026-08-30T17:51:10.445" v="8" actId="1076"/>
          <ac:spMkLst>
            <pc:docMk/>
            <pc:sldMk cId="0" sldId="1906872577"/>
            <ac:spMk id="2" creationId="{00000000-0000-0000-0000-000000000000}"/>
          </ac:spMkLst>
        </pc:spChg>
        <pc:spChg chg="mod">
          <ac:chgData name="Ayush Gaud" userId="2b14b61498469236" providerId="LiveId" clId="{EF3FBC86-CA90-4CAC-8EE2-0CF740B73722}" dt="2026-08-30T17:50:26.573" v="0" actId="20577"/>
          <ac:spMkLst>
            <pc:docMk/>
            <pc:sldMk cId="0" sldId="1906872577"/>
            <ac:spMk id="5" creationId="{00000000-0000-0000-0000-000000000000}"/>
          </ac:spMkLst>
        </pc:spChg>
        <pc:spChg chg="mod">
          <ac:chgData name="Ayush Gaud" userId="2b14b61498469236" providerId="LiveId" clId="{EF3FBC86-CA90-4CAC-8EE2-0CF740B73722}" dt="2026-08-30T17:52:34.376" v="18" actId="1076"/>
          <ac:spMkLst>
            <pc:docMk/>
            <pc:sldMk cId="0" sldId="1906872577"/>
            <ac:spMk id="18" creationId="{00000000-0000-0000-0000-000000000000}"/>
          </ac:spMkLst>
        </pc:spChg>
        <pc:spChg chg="mod">
          <ac:chgData name="Ayush Gaud" userId="2b14b61498469236" providerId="LiveId" clId="{EF3FBC86-CA90-4CAC-8EE2-0CF740B73722}" dt="2026-08-30T17:52:46.132" v="19" actId="1076"/>
          <ac:spMkLst>
            <pc:docMk/>
            <pc:sldMk cId="0" sldId="1906872577"/>
            <ac:spMk id="19" creationId="{00000000-0000-0000-0000-000000000000}"/>
          </ac:spMkLst>
        </pc:spChg>
        <pc:spChg chg="mod">
          <ac:chgData name="Ayush Gaud" userId="2b14b61498469236" providerId="LiveId" clId="{EF3FBC86-CA90-4CAC-8EE2-0CF740B73722}" dt="2026-08-30T17:51:57.196" v="11" actId="1076"/>
          <ac:spMkLst>
            <pc:docMk/>
            <pc:sldMk cId="0" sldId="1906872577"/>
            <ac:spMk id="21" creationId="{00000000-0000-0000-0000-000000000000}"/>
          </ac:spMkLst>
        </pc:spChg>
        <pc:spChg chg="mod">
          <ac:chgData name="Ayush Gaud" userId="2b14b61498469236" providerId="LiveId" clId="{EF3FBC86-CA90-4CAC-8EE2-0CF740B73722}" dt="2026-08-30T17:52:08.815" v="16" actId="1076"/>
          <ac:spMkLst>
            <pc:docMk/>
            <pc:sldMk cId="0" sldId="1906872577"/>
            <ac:spMk id="22" creationId="{00000000-0000-0000-0000-000000000000}"/>
          </ac:spMkLst>
        </pc:spChg>
        <pc:spChg chg="add mod">
          <ac:chgData name="Ayush Gaud" userId="2b14b61498469236" providerId="LiveId" clId="{EF3FBC86-CA90-4CAC-8EE2-0CF740B73722}" dt="2026-08-30T17:51:58.669" v="12" actId="767"/>
          <ac:spMkLst>
            <pc:docMk/>
            <pc:sldMk cId="0" sldId="1906872577"/>
            <ac:spMk id="26" creationId="{1C764849-6EB5-039E-19BF-0F17BA6126AA}"/>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0404694-B363-4D2F-9288-55810FEE4433}" type="datetimeFigureOut">
              <a:rPr lang="en-US" smtClean="0"/>
              <a:t>8/30/2026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EF16013-F085-4538-9539-111F70D15278}" type="slidenum">
              <a:rPr lang="en-US" smtClean="0"/>
              <a:t>‹#›</a:t>
            </a:fld>
            <a:endParaRPr lang="en-US"/>
          </a:p>
        </p:txBody>
      </p:sp>
    </p:spTree>
    <p:extLst>
      <p:ext uri="{BB962C8B-B14F-4D97-AF65-F5344CB8AC3E}">
        <p14:creationId xmlns:p14="http://schemas.microsoft.com/office/powerpoint/2010/main" val="25606573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377" rtl="0" eaLnBrk="1" fontAlgn="auto" latinLnBrk="0" hangingPunct="1">
              <a:lnSpc>
                <a:spcPct val="100000"/>
              </a:lnSpc>
              <a:spcBef>
                <a:spcPts val="0"/>
              </a:spcBef>
              <a:spcAft>
                <a:spcPts val="0"/>
              </a:spcAft>
              <a:buClrTx/>
              <a:buSzTx/>
              <a:buFontTx/>
              <a:buNone/>
              <a:tabLst/>
              <a:defRPr/>
            </a:pPr>
            <a:fld id="{8F681651-9904-804F-8355-78350773C1A7}" type="slidenum">
              <a:rPr kumimoji="0" lang="en-US" sz="1200" b="0" i="0" u="none" strike="noStrike" kern="1200" cap="none" spc="0" normalizeH="0" baseline="0" noProof="0" smtClean="0">
                <a:ln>
                  <a:noFill/>
                </a:ln>
                <a:solidFill>
                  <a:prstClr val="black"/>
                </a:solidFill>
                <a:effectLst/>
                <a:uLnTx/>
                <a:uFillTx/>
                <a:latin typeface="Graphik" panose="020B0503030202060203" pitchFamily="34" charset="77"/>
                <a:ea typeface="+mn-ea"/>
                <a:cs typeface="+mn-cs"/>
              </a:rPr>
              <a:pPr marL="0" marR="0" lvl="0" indent="0" algn="r" defTabSz="914377"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Graphik" panose="020B0503030202060203" pitchFamily="34" charset="77"/>
              <a:ea typeface="+mn-ea"/>
              <a:cs typeface="+mn-cs"/>
            </a:endParaRPr>
          </a:p>
        </p:txBody>
      </p:sp>
    </p:spTree>
    <p:extLst>
      <p:ext uri="{BB962C8B-B14F-4D97-AF65-F5344CB8AC3E}">
        <p14:creationId xmlns:p14="http://schemas.microsoft.com/office/powerpoint/2010/main" val="9112634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4"/>
        <p:cNvGrpSpPr/>
        <p:nvPr/>
      </p:nvGrpSpPr>
      <p:grpSpPr>
        <a:xfrm>
          <a:off x="0" y="0"/>
          <a:ext cx="0" cy="0"/>
          <a:chOff x="0" y="0"/>
          <a:chExt cx="0" cy="0"/>
        </a:xfrm>
      </p:grpSpPr>
      <p:sp>
        <p:nvSpPr>
          <p:cNvPr id="375" name="Google Shape;375;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76" name="Google Shape;376;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Master" Target="../slideMasters/slideMaster2.xml"/><Relationship Id="rId4" Type="http://schemas.openxmlformats.org/officeDocument/2006/relationships/image" Target="../media/image17.png"/></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Master" Target="../slideMasters/slideMaster2.xml"/><Relationship Id="rId4" Type="http://schemas.openxmlformats.org/officeDocument/2006/relationships/image" Target="../media/image17.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Master" Target="../slideMasters/slideMaster2.xml"/><Relationship Id="rId5" Type="http://schemas.openxmlformats.org/officeDocument/2006/relationships/image" Target="../media/image19.png"/><Relationship Id="rId4" Type="http://schemas.openxmlformats.org/officeDocument/2006/relationships/image" Target="../media/image17.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image" Target="../media/image23.png"/><Relationship Id="rId1" Type="http://schemas.openxmlformats.org/officeDocument/2006/relationships/slideMaster" Target="../slideMasters/slideMaster5.xml"/><Relationship Id="rId4" Type="http://schemas.openxmlformats.org/officeDocument/2006/relationships/image" Target="../media/image2.png"/></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25.svg"/><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3.png"/><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5.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5.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5.xml"/></Relationships>
</file>

<file path=ppt/slideLayouts/_rels/slideLayout101.xml.rels><?xml version="1.0" encoding="UTF-8" standalone="yes"?>
<Relationships xmlns="http://schemas.openxmlformats.org/package/2006/relationships"><Relationship Id="rId2" Type="http://schemas.openxmlformats.org/officeDocument/2006/relationships/image" Target="../media/image27.svg"/><Relationship Id="rId1" Type="http://schemas.openxmlformats.org/officeDocument/2006/relationships/slideMaster" Target="../slideMasters/slideMaster5.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Cover: gradi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accenture" descr="accenture logo">
            <a:extLst>
              <a:ext uri="{FF2B5EF4-FFF2-40B4-BE49-F238E27FC236}">
                <a16:creationId xmlns:a16="http://schemas.microsoft.com/office/drawing/2014/main" id="{AC43ACC0-AD60-BDF4-2F68-94D9A9F04C65}"/>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897605" y="757711"/>
            <a:ext cx="1243822" cy="353083"/>
          </a:xfrm>
          <a:prstGeom prst="rect">
            <a:avLst/>
          </a:prstGeom>
        </p:spPr>
      </p:pic>
      <p:sp>
        <p:nvSpPr>
          <p:cNvPr id="15" name="Title 1">
            <a:extLst>
              <a:ext uri="{FF2B5EF4-FFF2-40B4-BE49-F238E27FC236}">
                <a16:creationId xmlns:a16="http://schemas.microsoft.com/office/drawing/2014/main" id="{746E4763-F545-C94B-51CE-F4BC514CB5E2}"/>
              </a:ext>
            </a:extLst>
          </p:cNvPr>
          <p:cNvSpPr>
            <a:spLocks noGrp="1"/>
          </p:cNvSpPr>
          <p:nvPr>
            <p:ph type="title"/>
          </p:nvPr>
        </p:nvSpPr>
        <p:spPr>
          <a:xfrm>
            <a:off x="873001" y="3010442"/>
            <a:ext cx="6793920" cy="1329595"/>
          </a:xfrm>
          <a:prstGeom prst="rect">
            <a:avLst/>
          </a:prstGeom>
        </p:spPr>
        <p:txBody>
          <a:bodyPr anchor="b">
            <a:spAutoFit/>
          </a:bodyPr>
          <a:lstStyle>
            <a:lvl1pPr algn="l">
              <a:lnSpc>
                <a:spcPct val="90000"/>
              </a:lnSpc>
              <a:defRPr sz="4800" b="0">
                <a:solidFill>
                  <a:schemeClr val="tx1"/>
                </a:solidFill>
              </a:defRPr>
            </a:lvl1pPr>
          </a:lstStyle>
          <a:p>
            <a:r>
              <a:rPr lang="en-US"/>
              <a:t>Click to edit Master title style</a:t>
            </a:r>
          </a:p>
        </p:txBody>
      </p:sp>
      <p:sp>
        <p:nvSpPr>
          <p:cNvPr id="16" name="Subtitle 2">
            <a:extLst>
              <a:ext uri="{FF2B5EF4-FFF2-40B4-BE49-F238E27FC236}">
                <a16:creationId xmlns:a16="http://schemas.microsoft.com/office/drawing/2014/main" id="{BC002026-094D-D1B0-BDA1-62996F241354}"/>
              </a:ext>
            </a:extLst>
          </p:cNvPr>
          <p:cNvSpPr>
            <a:spLocks noGrp="1"/>
          </p:cNvSpPr>
          <p:nvPr>
            <p:ph type="subTitle" idx="1" hasCustomPrompt="1"/>
          </p:nvPr>
        </p:nvSpPr>
        <p:spPr>
          <a:xfrm>
            <a:off x="890622" y="4464059"/>
            <a:ext cx="6793920" cy="1092846"/>
          </a:xfrm>
          <a:prstGeom prst="rect">
            <a:avLst/>
          </a:prstGeom>
        </p:spPr>
        <p:txBody>
          <a:bodyPr/>
          <a:lstStyle>
            <a:lvl1pPr marL="0" indent="0" algn="l">
              <a:lnSpc>
                <a:spcPct val="90000"/>
              </a:lnSpc>
              <a:spcAft>
                <a:spcPts val="0"/>
              </a:spcAft>
              <a:buNone/>
              <a:defRPr sz="1920" b="0" i="0" spc="0">
                <a:solidFill>
                  <a:schemeClr val="tx1"/>
                </a:solidFill>
                <a:latin typeface="Graphik" panose="020B0503030202060203" pitchFamily="34" charset="77"/>
              </a:defRPr>
            </a:lvl1pPr>
            <a:lvl2pPr marL="365752" indent="0" algn="ctr">
              <a:buNone/>
              <a:defRPr sz="1600"/>
            </a:lvl2pPr>
            <a:lvl3pPr marL="731500" indent="0" algn="ctr">
              <a:buNone/>
              <a:defRPr sz="1440"/>
            </a:lvl3pPr>
            <a:lvl4pPr marL="1097249" indent="0" algn="ctr">
              <a:buNone/>
              <a:defRPr sz="1280"/>
            </a:lvl4pPr>
            <a:lvl5pPr marL="1462999" indent="0" algn="ctr">
              <a:buNone/>
              <a:defRPr sz="1280"/>
            </a:lvl5pPr>
            <a:lvl6pPr marL="1828749" indent="0" algn="ctr">
              <a:buNone/>
              <a:defRPr sz="1280"/>
            </a:lvl6pPr>
            <a:lvl7pPr marL="2194498" indent="0" algn="ctr">
              <a:buNone/>
              <a:defRPr sz="1280"/>
            </a:lvl7pPr>
            <a:lvl8pPr marL="2560249" indent="0" algn="ctr">
              <a:buNone/>
              <a:defRPr sz="1280"/>
            </a:lvl8pPr>
            <a:lvl9pPr marL="2925999" indent="0" algn="ctr">
              <a:buNone/>
              <a:defRPr sz="1280"/>
            </a:lvl9pPr>
          </a:lstStyle>
          <a:p>
            <a:pPr marL="0" lvl="0" indent="0" algn="l" defTabSz="731500" rtl="0" eaLnBrk="1" latinLnBrk="0" hangingPunct="1">
              <a:lnSpc>
                <a:spcPct val="100000"/>
              </a:lnSpc>
              <a:spcBef>
                <a:spcPts val="0"/>
              </a:spcBef>
              <a:spcAft>
                <a:spcPts val="0"/>
              </a:spcAft>
              <a:buFont typeface="Graphik" panose="020B0604020202020204" pitchFamily="34" charset="0"/>
              <a:buNone/>
            </a:pPr>
            <a:r>
              <a:rPr lang="en-GB"/>
              <a:t>Place subtitle here in </a:t>
            </a:r>
            <a:r>
              <a:rPr lang="en-GB" err="1"/>
              <a:t>Graphik</a:t>
            </a:r>
            <a:r>
              <a:rPr lang="en-GB"/>
              <a:t> regular</a:t>
            </a:r>
            <a:endParaRPr lang="en-US"/>
          </a:p>
        </p:txBody>
      </p:sp>
      <p:sp>
        <p:nvSpPr>
          <p:cNvPr id="23" name="Text Placeholder 16">
            <a:extLst>
              <a:ext uri="{FF2B5EF4-FFF2-40B4-BE49-F238E27FC236}">
                <a16:creationId xmlns:a16="http://schemas.microsoft.com/office/drawing/2014/main" id="{36108AED-3E3E-1C9D-6AD6-AB28DC816233}"/>
              </a:ext>
            </a:extLst>
          </p:cNvPr>
          <p:cNvSpPr>
            <a:spLocks noGrp="1"/>
          </p:cNvSpPr>
          <p:nvPr>
            <p:ph type="body" sz="quarter" idx="15" hasCustomPrompt="1"/>
          </p:nvPr>
        </p:nvSpPr>
        <p:spPr>
          <a:xfrm>
            <a:off x="9681528" y="6124064"/>
            <a:ext cx="1832894" cy="196977"/>
          </a:xfrm>
          <a:prstGeom prst="rect">
            <a:avLst/>
          </a:prstGeom>
        </p:spPr>
        <p:txBody>
          <a:bodyPr wrap="square">
            <a:spAutoFit/>
          </a:bodyPr>
          <a:lstStyle>
            <a:lvl1pPr marL="0" indent="0" algn="r" defTabSz="731500" rtl="0" eaLnBrk="1" latinLnBrk="0" hangingPunct="1">
              <a:spcAft>
                <a:spcPts val="0"/>
              </a:spcAft>
              <a:buNone/>
              <a:defRPr lang="en-US" sz="1280" b="0" i="0" kern="1200" dirty="0">
                <a:solidFill>
                  <a:schemeClr val="tx1"/>
                </a:solidFill>
                <a:latin typeface="+mj-lt"/>
                <a:ea typeface="+mn-ea"/>
                <a:cs typeface="+mn-cs"/>
              </a:defRPr>
            </a:lvl1pPr>
            <a:lvl2pPr marL="0" algn="l" defTabSz="731500" rtl="0" eaLnBrk="1" latinLnBrk="0" hangingPunct="1">
              <a:spcAft>
                <a:spcPts val="0"/>
              </a:spcAft>
              <a:defRPr lang="en-US" sz="1120" b="0" kern="1200" dirty="0" smtClean="0">
                <a:solidFill>
                  <a:schemeClr val="tx1"/>
                </a:solidFill>
                <a:latin typeface="+mn-lt"/>
                <a:ea typeface="+mn-ea"/>
                <a:cs typeface="+mn-cs"/>
              </a:defRPr>
            </a:lvl2pPr>
            <a:lvl3pPr marL="0" algn="l" defTabSz="731500" rtl="0" eaLnBrk="1" latinLnBrk="0" hangingPunct="1">
              <a:spcAft>
                <a:spcPts val="0"/>
              </a:spcAft>
              <a:defRPr lang="en-US" sz="1120" b="0" kern="1200" dirty="0" smtClean="0">
                <a:solidFill>
                  <a:schemeClr val="tx1"/>
                </a:solidFill>
                <a:latin typeface="+mn-lt"/>
                <a:ea typeface="+mn-ea"/>
                <a:cs typeface="+mn-cs"/>
              </a:defRPr>
            </a:lvl3pPr>
            <a:lvl4pPr marL="0" algn="l" defTabSz="731500" rtl="0" eaLnBrk="1" latinLnBrk="0" hangingPunct="1">
              <a:spcAft>
                <a:spcPts val="0"/>
              </a:spcAft>
              <a:defRPr lang="en-US" sz="1120" b="0" kern="1200" dirty="0" smtClean="0">
                <a:solidFill>
                  <a:schemeClr val="tx1"/>
                </a:solidFill>
                <a:latin typeface="+mn-lt"/>
                <a:ea typeface="+mn-ea"/>
                <a:cs typeface="+mn-cs"/>
              </a:defRPr>
            </a:lvl4pPr>
            <a:lvl5pPr marL="0" algn="l" defTabSz="731500" rtl="0" eaLnBrk="1" latinLnBrk="0" hangingPunct="1">
              <a:spcAft>
                <a:spcPts val="0"/>
              </a:spcAft>
              <a:defRPr lang="en-US" sz="1120" b="0" kern="1200" dirty="0" smtClean="0">
                <a:solidFill>
                  <a:schemeClr val="tx1"/>
                </a:solidFill>
                <a:latin typeface="+mn-lt"/>
                <a:ea typeface="+mn-ea"/>
                <a:cs typeface="+mn-cs"/>
              </a:defRPr>
            </a:lvl5pPr>
          </a:lstStyle>
          <a:p>
            <a:pPr lvl="0"/>
            <a:r>
              <a:rPr lang="en-US"/>
              <a:t>MM.DD.YYYY</a:t>
            </a:r>
          </a:p>
        </p:txBody>
      </p:sp>
    </p:spTree>
    <p:extLst>
      <p:ext uri="{BB962C8B-B14F-4D97-AF65-F5344CB8AC3E}">
        <p14:creationId xmlns:p14="http://schemas.microsoft.com/office/powerpoint/2010/main" val="39800206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884">
          <p15:clr>
            <a:srgbClr val="C35EA4"/>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text + spli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CADDCEF-8841-4D73-EAEB-25E159BD364A}"/>
              </a:ext>
            </a:extLst>
          </p:cNvPr>
          <p:cNvSpPr/>
          <p:nvPr userDrawn="1"/>
        </p:nvSpPr>
        <p:spPr>
          <a:xfrm>
            <a:off x="7839457" y="3"/>
            <a:ext cx="4352544"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tIns="97529" bIns="97529" rtlCol="0" anchor="ctr"/>
          <a:lstStyle/>
          <a:p>
            <a:pPr algn="ctr"/>
            <a:endParaRPr lang="en-US" sz="1919" err="1"/>
          </a:p>
        </p:txBody>
      </p:sp>
      <p:sp>
        <p:nvSpPr>
          <p:cNvPr id="6" name="Title 2">
            <a:extLst>
              <a:ext uri="{FF2B5EF4-FFF2-40B4-BE49-F238E27FC236}">
                <a16:creationId xmlns:a16="http://schemas.microsoft.com/office/drawing/2014/main" id="{9596D82E-71B7-FF51-B8E9-B259B21B69EB}"/>
              </a:ext>
            </a:extLst>
          </p:cNvPr>
          <p:cNvSpPr>
            <a:spLocks noGrp="1"/>
          </p:cNvSpPr>
          <p:nvPr>
            <p:ph type="title"/>
          </p:nvPr>
        </p:nvSpPr>
        <p:spPr>
          <a:xfrm>
            <a:off x="537455" y="572600"/>
            <a:ext cx="6757704" cy="433324"/>
          </a:xfrm>
        </p:spPr>
        <p:txBody>
          <a:bodyPr/>
          <a:lstStyle>
            <a:lvl1pPr>
              <a:defRPr sz="3520"/>
            </a:lvl1pPr>
          </a:lstStyle>
          <a:p>
            <a:r>
              <a:rPr lang="en-US"/>
              <a:t>Click to edit Master title style</a:t>
            </a:r>
          </a:p>
        </p:txBody>
      </p:sp>
      <p:sp>
        <p:nvSpPr>
          <p:cNvPr id="15" name="Text Placeholder 47">
            <a:extLst>
              <a:ext uri="{FF2B5EF4-FFF2-40B4-BE49-F238E27FC236}">
                <a16:creationId xmlns:a16="http://schemas.microsoft.com/office/drawing/2014/main" id="{3269863B-5234-38BF-0D34-E538ACE4EA2B}"/>
              </a:ext>
            </a:extLst>
          </p:cNvPr>
          <p:cNvSpPr>
            <a:spLocks noGrp="1"/>
          </p:cNvSpPr>
          <p:nvPr>
            <p:ph type="body" sz="quarter" idx="28" hasCustomPrompt="1"/>
          </p:nvPr>
        </p:nvSpPr>
        <p:spPr>
          <a:xfrm>
            <a:off x="556469" y="2209172"/>
            <a:ext cx="6757703" cy="734934"/>
          </a:xfrm>
          <a:prstGeom prst="rect">
            <a:avLst/>
          </a:prstGeom>
        </p:spPr>
        <p:txBody>
          <a:bodyPr/>
          <a:lstStyle>
            <a:lvl1pPr>
              <a:defRPr lang="en-US" sz="1440" b="0" kern="1200" dirty="0" smtClean="0">
                <a:solidFill>
                  <a:schemeClr val="tx1"/>
                </a:solidFill>
                <a:latin typeface="+mn-lt"/>
                <a:ea typeface="+mn-ea"/>
                <a:cs typeface="+mn-cs"/>
              </a:defRPr>
            </a:lvl1pPr>
            <a:lvl2pPr>
              <a:defRPr lang="en-US" sz="1120" b="0" kern="1200" dirty="0" smtClean="0">
                <a:solidFill>
                  <a:schemeClr val="tx1"/>
                </a:solidFill>
                <a:latin typeface="+mn-lt"/>
                <a:ea typeface="+mn-ea"/>
                <a:cs typeface="+mn-cs"/>
              </a:defRPr>
            </a:lvl2pPr>
            <a:lvl3pPr>
              <a:defRPr/>
            </a:lvl3pPr>
            <a:lvl4pPr>
              <a:defRPr/>
            </a:lvl4pPr>
            <a:lvl5pPr>
              <a:defRPr/>
            </a:lvl5pPr>
          </a:lstStyle>
          <a:p>
            <a:pPr lvl="0"/>
            <a:r>
              <a:rPr lang="en-US"/>
              <a:t>Click to edit Master text styles. Lorem ipsum dolor sit </a:t>
            </a:r>
            <a:r>
              <a:rPr lang="en-US" err="1"/>
              <a:t>amet</a:t>
            </a:r>
            <a:r>
              <a:rPr lang="en-US"/>
              <a:t>, </a:t>
            </a:r>
            <a:r>
              <a:rPr lang="en-US" err="1"/>
              <a:t>consectetur</a:t>
            </a:r>
            <a:r>
              <a:rPr lang="en-US"/>
              <a:t> </a:t>
            </a:r>
            <a:r>
              <a:rPr lang="en-US" err="1"/>
              <a:t>adipiscing</a:t>
            </a:r>
            <a:r>
              <a:rPr lang="en-US"/>
              <a:t> </a:t>
            </a:r>
            <a:r>
              <a:rPr lang="en-US" err="1"/>
              <a:t>elit</a:t>
            </a:r>
            <a:r>
              <a:rPr lang="en-US"/>
              <a:t>.</a:t>
            </a:r>
            <a:endParaRPr lang="en-AR"/>
          </a:p>
        </p:txBody>
      </p:sp>
      <p:sp>
        <p:nvSpPr>
          <p:cNvPr id="16" name="Text Placeholder 3a">
            <a:extLst>
              <a:ext uri="{FF2B5EF4-FFF2-40B4-BE49-F238E27FC236}">
                <a16:creationId xmlns:a16="http://schemas.microsoft.com/office/drawing/2014/main" id="{FAAE1576-C1B9-0E2B-83B0-F7C54B8589E8}"/>
              </a:ext>
            </a:extLst>
          </p:cNvPr>
          <p:cNvSpPr>
            <a:spLocks noGrp="1"/>
          </p:cNvSpPr>
          <p:nvPr>
            <p:ph type="body" idx="29" hasCustomPrompt="1"/>
          </p:nvPr>
        </p:nvSpPr>
        <p:spPr>
          <a:xfrm>
            <a:off x="556469" y="1403018"/>
            <a:ext cx="6757703" cy="465875"/>
          </a:xfrm>
          <a:prstGeom prst="rect">
            <a:avLst/>
          </a:prstGeom>
        </p:spPr>
        <p:txBody>
          <a:bodyPr anchor="t"/>
          <a:lstStyle>
            <a:lvl1pPr marL="0" indent="0">
              <a:lnSpc>
                <a:spcPct val="90000"/>
              </a:lnSpc>
              <a:spcAft>
                <a:spcPts val="0"/>
              </a:spcAft>
              <a:buNone/>
              <a:defRPr sz="1920" b="0" i="0">
                <a:solidFill>
                  <a:schemeClr val="bg2"/>
                </a:solidFill>
                <a:latin typeface="+mn-lt"/>
              </a:defRPr>
            </a:lvl1pPr>
            <a:lvl2pPr marL="365752" indent="0">
              <a:buNone/>
              <a:defRPr sz="1600" b="1"/>
            </a:lvl2pPr>
            <a:lvl3pPr marL="731500" indent="0">
              <a:buNone/>
              <a:defRPr sz="1440" b="1"/>
            </a:lvl3pPr>
            <a:lvl4pPr marL="1097249" indent="0">
              <a:buNone/>
              <a:defRPr sz="1280" b="1"/>
            </a:lvl4pPr>
            <a:lvl5pPr marL="1462999" indent="0">
              <a:buNone/>
              <a:defRPr sz="1280" b="1"/>
            </a:lvl5pPr>
            <a:lvl6pPr marL="1828749" indent="0">
              <a:buNone/>
              <a:defRPr sz="1280" b="1"/>
            </a:lvl6pPr>
            <a:lvl7pPr marL="2194498" indent="0">
              <a:buNone/>
              <a:defRPr sz="1280" b="1"/>
            </a:lvl7pPr>
            <a:lvl8pPr marL="2560249" indent="0">
              <a:buNone/>
              <a:defRPr sz="1280" b="1"/>
            </a:lvl8pPr>
            <a:lvl9pPr marL="2925999" indent="0">
              <a:buNone/>
              <a:defRPr sz="1280" b="1"/>
            </a:lvl9pPr>
          </a:lstStyle>
          <a:p>
            <a:pPr lvl="0"/>
            <a:r>
              <a:rPr lang="en-US"/>
              <a:t>Text here</a:t>
            </a:r>
          </a:p>
        </p:txBody>
      </p:sp>
      <p:sp>
        <p:nvSpPr>
          <p:cNvPr id="3" name="copyright">
            <a:extLst>
              <a:ext uri="{FF2B5EF4-FFF2-40B4-BE49-F238E27FC236}">
                <a16:creationId xmlns:a16="http://schemas.microsoft.com/office/drawing/2014/main" id="{1BFF566D-EEFC-0454-54B0-66CBAB8DA700}"/>
              </a:ext>
            </a:extLst>
          </p:cNvPr>
          <p:cNvSpPr txBox="1"/>
          <p:nvPr userDrawn="1"/>
        </p:nvSpPr>
        <p:spPr>
          <a:xfrm>
            <a:off x="9495177" y="6442170"/>
            <a:ext cx="1934825" cy="98489"/>
          </a:xfrm>
          <a:prstGeom prst="rect">
            <a:avLst/>
          </a:prstGeom>
          <a:noFill/>
        </p:spPr>
        <p:txBody>
          <a:bodyPr wrap="none" lIns="0" tIns="0" rIns="0" bIns="0" rtlCol="0" anchor="ctr">
            <a:spAutoFit/>
          </a:bodyPr>
          <a:lstStyle/>
          <a:p>
            <a:pPr marL="0" marR="0" lvl="0" indent="0" algn="r" defTabSz="182874" rtl="0" eaLnBrk="1" fontAlgn="auto" latinLnBrk="0" hangingPunct="1">
              <a:lnSpc>
                <a:spcPct val="100000"/>
              </a:lnSpc>
              <a:spcBef>
                <a:spcPts val="0"/>
              </a:spcBef>
              <a:spcAft>
                <a:spcPts val="960"/>
              </a:spcAft>
              <a:buClrTx/>
              <a:buSzTx/>
              <a:buFontTx/>
              <a:buNone/>
              <a:tabLst/>
              <a:defRPr/>
            </a:pPr>
            <a:r>
              <a:rPr lang="en-US" sz="640" dirty="0">
                <a:solidFill>
                  <a:schemeClr val="bg1">
                    <a:lumMod val="85000"/>
                    <a:alpha val="75000"/>
                  </a:schemeClr>
                </a:solidFill>
                <a:latin typeface="Graphik" panose="020B0503030202060203" pitchFamily="34" charset="77"/>
              </a:rPr>
              <a:t>Copyright © 2026 Accenture. All rights reserved.</a:t>
            </a:r>
            <a:endParaRPr lang="en-US" sz="1081" noProof="0" dirty="0">
              <a:solidFill>
                <a:schemeClr val="bg1">
                  <a:lumMod val="85000"/>
                  <a:alpha val="75000"/>
                </a:schemeClr>
              </a:solidFill>
              <a:latin typeface="Graphik" panose="020B0503030202060203" pitchFamily="34" charset="77"/>
            </a:endParaRPr>
          </a:p>
        </p:txBody>
      </p:sp>
      <p:sp>
        <p:nvSpPr>
          <p:cNvPr id="7" name="slide number automatic">
            <a:extLst>
              <a:ext uri="{FF2B5EF4-FFF2-40B4-BE49-F238E27FC236}">
                <a16:creationId xmlns:a16="http://schemas.microsoft.com/office/drawing/2014/main" id="{B0F19C31-6554-B271-0340-EE09C970123A}"/>
              </a:ext>
            </a:extLst>
          </p:cNvPr>
          <p:cNvSpPr txBox="1"/>
          <p:nvPr userDrawn="1"/>
        </p:nvSpPr>
        <p:spPr>
          <a:xfrm>
            <a:off x="11714824" y="6442170"/>
            <a:ext cx="96180" cy="98489"/>
          </a:xfrm>
          <a:prstGeom prst="rect">
            <a:avLst/>
          </a:prstGeom>
          <a:noFill/>
        </p:spPr>
        <p:txBody>
          <a:bodyPr wrap="none" lIns="0" tIns="0" rIns="0" bIns="0" rtlCol="0" anchor="ctr">
            <a:spAutoFit/>
          </a:bodyPr>
          <a:lstStyle/>
          <a:p>
            <a:pPr marL="0" marR="0" lvl="0" indent="0" algn="r" defTabSz="182874" rtl="0" eaLnBrk="1" fontAlgn="auto" latinLnBrk="0" hangingPunct="1">
              <a:lnSpc>
                <a:spcPct val="100000"/>
              </a:lnSpc>
              <a:spcBef>
                <a:spcPts val="0"/>
              </a:spcBef>
              <a:spcAft>
                <a:spcPts val="960"/>
              </a:spcAft>
              <a:buClrTx/>
              <a:buSzTx/>
              <a:buFontTx/>
              <a:buNone/>
              <a:tabLst/>
              <a:defRPr/>
            </a:pPr>
            <a:fld id="{8A1971D9-5B62-3C46-9EC9-FDAAB88557B2}" type="slidenum">
              <a:rPr lang="en-GB" sz="640" smtClean="0">
                <a:solidFill>
                  <a:schemeClr val="bg1">
                    <a:lumMod val="85000"/>
                    <a:alpha val="75000"/>
                  </a:schemeClr>
                </a:solidFill>
                <a:latin typeface="+mj-lt"/>
              </a:rPr>
              <a:pPr marL="0" marR="0" lvl="0" indent="0" algn="r" defTabSz="182874" rtl="0" eaLnBrk="1" fontAlgn="auto" latinLnBrk="0" hangingPunct="1">
                <a:lnSpc>
                  <a:spcPct val="100000"/>
                </a:lnSpc>
                <a:spcBef>
                  <a:spcPts val="0"/>
                </a:spcBef>
                <a:spcAft>
                  <a:spcPts val="960"/>
                </a:spcAft>
                <a:buClrTx/>
                <a:buSzTx/>
                <a:buFontTx/>
                <a:buNone/>
                <a:tabLst/>
                <a:defRPr/>
              </a:pPr>
              <a:t>‹#›</a:t>
            </a:fld>
            <a:endParaRPr lang="en-US" sz="1081" noProof="0">
              <a:solidFill>
                <a:schemeClr val="bg1">
                  <a:lumMod val="85000"/>
                  <a:alpha val="75000"/>
                </a:schemeClr>
              </a:solidFill>
              <a:latin typeface="+mj-lt"/>
            </a:endParaRPr>
          </a:p>
        </p:txBody>
      </p:sp>
    </p:spTree>
    <p:extLst>
      <p:ext uri="{BB962C8B-B14F-4D97-AF65-F5344CB8AC3E}">
        <p14:creationId xmlns:p14="http://schemas.microsoft.com/office/powerpoint/2010/main" val="2368417819"/>
      </p:ext>
    </p:extLst>
  </p:cSld>
  <p:clrMapOvr>
    <a:masterClrMapping/>
  </p:clrMapOvr>
  <p:extLst>
    <p:ext uri="{DCECCB84-F9BA-43D5-87BE-67443E8EF086}">
      <p15:sldGuideLst xmlns:p15="http://schemas.microsoft.com/office/powerpoint/2012/main">
        <p15:guide id="1" orient="horz" pos="3778">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1_Complex 1 - Light mode">
    <p:bg>
      <p:bgPr>
        <a:solidFill>
          <a:schemeClr val="tx1"/>
        </a:solidFill>
        <a:effectLst/>
      </p:bgPr>
    </p:bg>
    <p:spTree>
      <p:nvGrpSpPr>
        <p:cNvPr id="1" name=""/>
        <p:cNvGrpSpPr/>
        <p:nvPr/>
      </p:nvGrpSpPr>
      <p:grpSpPr>
        <a:xfrm>
          <a:off x="0" y="0"/>
          <a:ext cx="0" cy="0"/>
          <a:chOff x="0" y="0"/>
          <a:chExt cx="0" cy="0"/>
        </a:xfrm>
      </p:grpSpPr>
      <p:sp>
        <p:nvSpPr>
          <p:cNvPr id="35" name="Picture Placeholder 34">
            <a:extLst>
              <a:ext uri="{FF2B5EF4-FFF2-40B4-BE49-F238E27FC236}">
                <a16:creationId xmlns:a16="http://schemas.microsoft.com/office/drawing/2014/main" id="{F2C17B76-F778-2627-DEC1-20CC13A6DBF4}"/>
              </a:ext>
            </a:extLst>
          </p:cNvPr>
          <p:cNvSpPr>
            <a:spLocks noGrp="1"/>
          </p:cNvSpPr>
          <p:nvPr>
            <p:ph type="pic" sz="quarter" idx="10"/>
          </p:nvPr>
        </p:nvSpPr>
        <p:spPr>
          <a:xfrm>
            <a:off x="-11108" y="13879"/>
            <a:ext cx="12203108" cy="6857999"/>
          </a:xfrm>
          <a:solidFill>
            <a:schemeClr val="tx1">
              <a:lumMod val="95000"/>
            </a:schemeClr>
          </a:solidFill>
        </p:spPr>
        <p:txBody>
          <a:bodyPr/>
          <a:lstStyle/>
          <a:p>
            <a:endParaRPr lang="en-US"/>
          </a:p>
        </p:txBody>
      </p:sp>
      <p:sp>
        <p:nvSpPr>
          <p:cNvPr id="8" name="Title 1">
            <a:extLst>
              <a:ext uri="{FF2B5EF4-FFF2-40B4-BE49-F238E27FC236}">
                <a16:creationId xmlns:a16="http://schemas.microsoft.com/office/drawing/2014/main" id="{131B3895-321B-8CAC-83C2-50F886A2CDA3}"/>
              </a:ext>
            </a:extLst>
          </p:cNvPr>
          <p:cNvSpPr>
            <a:spLocks noGrp="1"/>
          </p:cNvSpPr>
          <p:nvPr>
            <p:ph type="title" hasCustomPrompt="1"/>
          </p:nvPr>
        </p:nvSpPr>
        <p:spPr>
          <a:xfrm>
            <a:off x="595652" y="2335980"/>
            <a:ext cx="4850670" cy="2393347"/>
          </a:xfrm>
          <a:prstGeom prst="rect">
            <a:avLst/>
          </a:prstGeom>
        </p:spPr>
        <p:txBody>
          <a:bodyPr anchor="b"/>
          <a:lstStyle>
            <a:lvl1pPr algn="l">
              <a:lnSpc>
                <a:spcPct val="90000"/>
              </a:lnSpc>
              <a:defRPr sz="5760" spc="-80" baseline="0">
                <a:solidFill>
                  <a:schemeClr val="bg1"/>
                </a:solidFill>
              </a:defRPr>
            </a:lvl1pPr>
          </a:lstStyle>
          <a:p>
            <a:r>
              <a:rPr lang="en-US"/>
              <a:t>Moment/ Topic </a:t>
            </a:r>
            <a:br>
              <a:rPr lang="en-US"/>
            </a:br>
            <a:r>
              <a:rPr lang="en-US"/>
              <a:t>goes here </a:t>
            </a:r>
          </a:p>
        </p:txBody>
      </p:sp>
      <p:sp>
        <p:nvSpPr>
          <p:cNvPr id="9" name="Subtitle 2">
            <a:extLst>
              <a:ext uri="{FF2B5EF4-FFF2-40B4-BE49-F238E27FC236}">
                <a16:creationId xmlns:a16="http://schemas.microsoft.com/office/drawing/2014/main" id="{79424AF0-EE9F-A1A8-B5A5-CF437B9F5DBA}"/>
              </a:ext>
            </a:extLst>
          </p:cNvPr>
          <p:cNvSpPr>
            <a:spLocks noGrp="1"/>
          </p:cNvSpPr>
          <p:nvPr>
            <p:ph type="subTitle" idx="1" hasCustomPrompt="1"/>
          </p:nvPr>
        </p:nvSpPr>
        <p:spPr>
          <a:xfrm>
            <a:off x="595656" y="4880705"/>
            <a:ext cx="4850672" cy="1366998"/>
          </a:xfrm>
          <a:prstGeom prst="rect">
            <a:avLst/>
          </a:prstGeom>
        </p:spPr>
        <p:txBody>
          <a:bodyPr anchor="t"/>
          <a:lstStyle>
            <a:lvl1pPr marL="0" indent="0" algn="l">
              <a:lnSpc>
                <a:spcPct val="90000"/>
              </a:lnSpc>
              <a:spcAft>
                <a:spcPts val="0"/>
              </a:spcAft>
              <a:buNone/>
              <a:defRPr sz="2240" b="0" i="0" spc="0">
                <a:solidFill>
                  <a:schemeClr val="bg1"/>
                </a:solidFill>
                <a:latin typeface="Graphik" panose="020B0503030202060203" pitchFamily="34" charset="77"/>
              </a:defRPr>
            </a:lvl1pPr>
            <a:lvl2pPr marL="365752" indent="0" algn="ctr">
              <a:buNone/>
              <a:defRPr sz="1600"/>
            </a:lvl2pPr>
            <a:lvl3pPr marL="731500" indent="0" algn="ctr">
              <a:buNone/>
              <a:defRPr sz="1440"/>
            </a:lvl3pPr>
            <a:lvl4pPr marL="1097249" indent="0" algn="ctr">
              <a:buNone/>
              <a:defRPr sz="1280"/>
            </a:lvl4pPr>
            <a:lvl5pPr marL="1462999" indent="0" algn="ctr">
              <a:buNone/>
              <a:defRPr sz="1280"/>
            </a:lvl5pPr>
            <a:lvl6pPr marL="1828749" indent="0" algn="ctr">
              <a:buNone/>
              <a:defRPr sz="1280"/>
            </a:lvl6pPr>
            <a:lvl7pPr marL="2194498" indent="0" algn="ctr">
              <a:buNone/>
              <a:defRPr sz="1280"/>
            </a:lvl7pPr>
            <a:lvl8pPr marL="2560249" indent="0" algn="ctr">
              <a:buNone/>
              <a:defRPr sz="1280"/>
            </a:lvl8pPr>
            <a:lvl9pPr marL="2925999" indent="0" algn="ctr">
              <a:buNone/>
              <a:defRPr sz="1280"/>
            </a:lvl9pPr>
          </a:lstStyle>
          <a:p>
            <a:pPr marL="0" lvl="0" indent="0" algn="l" defTabSz="731500" rtl="0" eaLnBrk="1" latinLnBrk="0" hangingPunct="1">
              <a:lnSpc>
                <a:spcPct val="100000"/>
              </a:lnSpc>
              <a:spcBef>
                <a:spcPts val="0"/>
              </a:spcBef>
              <a:spcAft>
                <a:spcPts val="0"/>
              </a:spcAft>
              <a:buFont typeface="Graphik" panose="020B0604020202020204" pitchFamily="34" charset="0"/>
              <a:buNone/>
            </a:pPr>
            <a:r>
              <a:rPr lang="en-GB"/>
              <a:t>Reinvention message goes here</a:t>
            </a:r>
            <a:endParaRPr lang="en-US"/>
          </a:p>
        </p:txBody>
      </p:sp>
    </p:spTree>
    <p:extLst>
      <p:ext uri="{BB962C8B-B14F-4D97-AF65-F5344CB8AC3E}">
        <p14:creationId xmlns:p14="http://schemas.microsoft.com/office/powerpoint/2010/main" val="220517314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884">
          <p15:clr>
            <a:srgbClr val="C35EA4"/>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3_Complex 1 - Light mode Simple">
    <p:bg>
      <p:bgPr>
        <a:solidFill>
          <a:schemeClr val="tx1"/>
        </a:solidFill>
        <a:effectLst/>
      </p:bgPr>
    </p:bg>
    <p:spTree>
      <p:nvGrpSpPr>
        <p:cNvPr id="1" name=""/>
        <p:cNvGrpSpPr/>
        <p:nvPr/>
      </p:nvGrpSpPr>
      <p:grpSpPr>
        <a:xfrm>
          <a:off x="0" y="0"/>
          <a:ext cx="0" cy="0"/>
          <a:chOff x="0" y="0"/>
          <a:chExt cx="0" cy="0"/>
        </a:xfrm>
      </p:grpSpPr>
      <p:sp>
        <p:nvSpPr>
          <p:cNvPr id="35" name="Picture Placeholder 34">
            <a:extLst>
              <a:ext uri="{FF2B5EF4-FFF2-40B4-BE49-F238E27FC236}">
                <a16:creationId xmlns:a16="http://schemas.microsoft.com/office/drawing/2014/main" id="{F2C17B76-F778-2627-DEC1-20CC13A6DBF4}"/>
              </a:ext>
            </a:extLst>
          </p:cNvPr>
          <p:cNvSpPr>
            <a:spLocks noGrp="1"/>
          </p:cNvSpPr>
          <p:nvPr>
            <p:ph type="pic" sz="quarter" idx="10"/>
          </p:nvPr>
        </p:nvSpPr>
        <p:spPr>
          <a:xfrm>
            <a:off x="-11108" y="0"/>
            <a:ext cx="6074968" cy="6871878"/>
          </a:xfrm>
          <a:solidFill>
            <a:schemeClr val="tx1">
              <a:lumMod val="95000"/>
            </a:schemeClr>
          </a:solidFill>
        </p:spPr>
        <p:txBody>
          <a:bodyPr/>
          <a:lstStyle/>
          <a:p>
            <a:endParaRPr lang="en-US"/>
          </a:p>
        </p:txBody>
      </p:sp>
      <p:sp>
        <p:nvSpPr>
          <p:cNvPr id="8" name="Title 1">
            <a:extLst>
              <a:ext uri="{FF2B5EF4-FFF2-40B4-BE49-F238E27FC236}">
                <a16:creationId xmlns:a16="http://schemas.microsoft.com/office/drawing/2014/main" id="{131B3895-321B-8CAC-83C2-50F886A2CDA3}"/>
              </a:ext>
            </a:extLst>
          </p:cNvPr>
          <p:cNvSpPr>
            <a:spLocks noGrp="1"/>
          </p:cNvSpPr>
          <p:nvPr>
            <p:ph type="title" hasCustomPrompt="1"/>
          </p:nvPr>
        </p:nvSpPr>
        <p:spPr>
          <a:xfrm>
            <a:off x="6395567" y="3750135"/>
            <a:ext cx="3872092" cy="1108252"/>
          </a:xfrm>
          <a:prstGeom prst="rect">
            <a:avLst/>
          </a:prstGeom>
        </p:spPr>
        <p:txBody>
          <a:bodyPr anchor="b"/>
          <a:lstStyle>
            <a:lvl1pPr algn="l">
              <a:lnSpc>
                <a:spcPct val="90000"/>
              </a:lnSpc>
              <a:defRPr sz="4001" spc="-80" baseline="0">
                <a:solidFill>
                  <a:schemeClr val="bg1"/>
                </a:solidFill>
              </a:defRPr>
            </a:lvl1pPr>
          </a:lstStyle>
          <a:p>
            <a:r>
              <a:rPr lang="en-US"/>
              <a:t>Moment/ Topic </a:t>
            </a:r>
            <a:br>
              <a:rPr lang="en-US"/>
            </a:br>
            <a:r>
              <a:rPr lang="en-US"/>
              <a:t>goes here </a:t>
            </a:r>
          </a:p>
        </p:txBody>
      </p:sp>
      <p:sp>
        <p:nvSpPr>
          <p:cNvPr id="9" name="Subtitle 2">
            <a:extLst>
              <a:ext uri="{FF2B5EF4-FFF2-40B4-BE49-F238E27FC236}">
                <a16:creationId xmlns:a16="http://schemas.microsoft.com/office/drawing/2014/main" id="{79424AF0-EE9F-A1A8-B5A5-CF437B9F5DBA}"/>
              </a:ext>
            </a:extLst>
          </p:cNvPr>
          <p:cNvSpPr>
            <a:spLocks noGrp="1"/>
          </p:cNvSpPr>
          <p:nvPr>
            <p:ph type="subTitle" idx="1" hasCustomPrompt="1"/>
          </p:nvPr>
        </p:nvSpPr>
        <p:spPr>
          <a:xfrm>
            <a:off x="6395566" y="5092433"/>
            <a:ext cx="3872100" cy="1366998"/>
          </a:xfrm>
          <a:prstGeom prst="rect">
            <a:avLst/>
          </a:prstGeom>
        </p:spPr>
        <p:txBody>
          <a:bodyPr anchor="t"/>
          <a:lstStyle>
            <a:lvl1pPr marL="0" indent="0" algn="l">
              <a:lnSpc>
                <a:spcPct val="90000"/>
              </a:lnSpc>
              <a:spcAft>
                <a:spcPts val="0"/>
              </a:spcAft>
              <a:buNone/>
              <a:defRPr sz="2240" b="0" i="0" spc="0">
                <a:solidFill>
                  <a:schemeClr val="bg1"/>
                </a:solidFill>
                <a:latin typeface="Graphik" panose="020B0503030202060203" pitchFamily="34" charset="77"/>
              </a:defRPr>
            </a:lvl1pPr>
            <a:lvl2pPr marL="365752" indent="0" algn="ctr">
              <a:buNone/>
              <a:defRPr sz="1600"/>
            </a:lvl2pPr>
            <a:lvl3pPr marL="731500" indent="0" algn="ctr">
              <a:buNone/>
              <a:defRPr sz="1440"/>
            </a:lvl3pPr>
            <a:lvl4pPr marL="1097249" indent="0" algn="ctr">
              <a:buNone/>
              <a:defRPr sz="1280"/>
            </a:lvl4pPr>
            <a:lvl5pPr marL="1462999" indent="0" algn="ctr">
              <a:buNone/>
              <a:defRPr sz="1280"/>
            </a:lvl5pPr>
            <a:lvl6pPr marL="1828749" indent="0" algn="ctr">
              <a:buNone/>
              <a:defRPr sz="1280"/>
            </a:lvl6pPr>
            <a:lvl7pPr marL="2194498" indent="0" algn="ctr">
              <a:buNone/>
              <a:defRPr sz="1280"/>
            </a:lvl7pPr>
            <a:lvl8pPr marL="2560249" indent="0" algn="ctr">
              <a:buNone/>
              <a:defRPr sz="1280"/>
            </a:lvl8pPr>
            <a:lvl9pPr marL="2925999" indent="0" algn="ctr">
              <a:buNone/>
              <a:defRPr sz="1280"/>
            </a:lvl9pPr>
          </a:lstStyle>
          <a:p>
            <a:pPr marL="0" lvl="0" indent="0" algn="l" defTabSz="731500" rtl="0" eaLnBrk="1" latinLnBrk="0" hangingPunct="1">
              <a:lnSpc>
                <a:spcPct val="100000"/>
              </a:lnSpc>
              <a:spcBef>
                <a:spcPts val="0"/>
              </a:spcBef>
              <a:spcAft>
                <a:spcPts val="0"/>
              </a:spcAft>
              <a:buFont typeface="Graphik" panose="020B0604020202020204" pitchFamily="34" charset="0"/>
              <a:buNone/>
            </a:pPr>
            <a:r>
              <a:rPr lang="en-GB"/>
              <a:t>Reinvention message goes here</a:t>
            </a:r>
            <a:endParaRPr lang="en-US"/>
          </a:p>
        </p:txBody>
      </p:sp>
      <p:cxnSp>
        <p:nvCxnSpPr>
          <p:cNvPr id="18" name="Straight Connector 17">
            <a:extLst>
              <a:ext uri="{FF2B5EF4-FFF2-40B4-BE49-F238E27FC236}">
                <a16:creationId xmlns:a16="http://schemas.microsoft.com/office/drawing/2014/main" id="{ADAC0B31-54E2-8C2A-B25C-0569D02C30D8}"/>
              </a:ext>
            </a:extLst>
          </p:cNvPr>
          <p:cNvCxnSpPr>
            <a:cxnSpLocks/>
          </p:cNvCxnSpPr>
          <p:nvPr userDrawn="1"/>
        </p:nvCxnSpPr>
        <p:spPr>
          <a:xfrm flipV="1">
            <a:off x="12030688" y="3"/>
            <a:ext cx="0" cy="6865691"/>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CCFC0719-4C3D-0203-D62D-760E4FAE139B}"/>
              </a:ext>
            </a:extLst>
          </p:cNvPr>
          <p:cNvSpPr/>
          <p:nvPr userDrawn="1"/>
        </p:nvSpPr>
        <p:spPr>
          <a:xfrm>
            <a:off x="10493837" y="4"/>
            <a:ext cx="1698166" cy="6871195"/>
          </a:xfrm>
          <a:prstGeom prst="rect">
            <a:avLst/>
          </a:prstGeom>
          <a:solidFill>
            <a:srgbClr val="7500C1"/>
          </a:solidFill>
          <a:ln>
            <a:noFill/>
          </a:ln>
        </p:spPr>
        <p:style>
          <a:lnRef idx="2">
            <a:schemeClr val="accent1">
              <a:shade val="50000"/>
            </a:schemeClr>
          </a:lnRef>
          <a:fillRef idx="1">
            <a:schemeClr val="accent1"/>
          </a:fillRef>
          <a:effectRef idx="0">
            <a:schemeClr val="accent1"/>
          </a:effectRef>
          <a:fontRef idx="minor">
            <a:schemeClr val="lt1"/>
          </a:fontRef>
        </p:style>
        <p:txBody>
          <a:bodyPr tIns="73147" bIns="73147" rtlCol="0" anchor="ctr"/>
          <a:lstStyle/>
          <a:p>
            <a:pPr algn="ctr"/>
            <a:endParaRPr lang="en-CR" sz="1316" err="1"/>
          </a:p>
        </p:txBody>
      </p:sp>
      <p:sp>
        <p:nvSpPr>
          <p:cNvPr id="10" name="Graphic 17">
            <a:extLst>
              <a:ext uri="{FF2B5EF4-FFF2-40B4-BE49-F238E27FC236}">
                <a16:creationId xmlns:a16="http://schemas.microsoft.com/office/drawing/2014/main" id="{E3871E5A-E0C3-B128-FC59-BD11547FEA55}"/>
              </a:ext>
            </a:extLst>
          </p:cNvPr>
          <p:cNvSpPr/>
          <p:nvPr userDrawn="1"/>
        </p:nvSpPr>
        <p:spPr>
          <a:xfrm>
            <a:off x="11005750" y="5422430"/>
            <a:ext cx="544056" cy="641808"/>
          </a:xfrm>
          <a:custGeom>
            <a:avLst/>
            <a:gdLst>
              <a:gd name="connsiteX0" fmla="*/ 0 w 679999"/>
              <a:gd name="connsiteY0" fmla="*/ 746251 h 746250"/>
              <a:gd name="connsiteX1" fmla="*/ 680000 w 679999"/>
              <a:gd name="connsiteY1" fmla="*/ 470551 h 746250"/>
              <a:gd name="connsiteX2" fmla="*/ 680000 w 679999"/>
              <a:gd name="connsiteY2" fmla="*/ 275700 h 746250"/>
              <a:gd name="connsiteX3" fmla="*/ 0 w 679999"/>
              <a:gd name="connsiteY3" fmla="*/ 0 h 746250"/>
              <a:gd name="connsiteX4" fmla="*/ 0 w 679999"/>
              <a:gd name="connsiteY4" fmla="*/ 194852 h 746250"/>
              <a:gd name="connsiteX5" fmla="*/ 439703 w 679999"/>
              <a:gd name="connsiteY5" fmla="*/ 373126 h 746250"/>
              <a:gd name="connsiteX6" fmla="*/ 0 w 679999"/>
              <a:gd name="connsiteY6" fmla="*/ 551399 h 746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9999" h="746250">
                <a:moveTo>
                  <a:pt x="0" y="746251"/>
                </a:moveTo>
                <a:lnTo>
                  <a:pt x="680000" y="470551"/>
                </a:lnTo>
                <a:lnTo>
                  <a:pt x="680000" y="275700"/>
                </a:lnTo>
                <a:lnTo>
                  <a:pt x="0" y="0"/>
                </a:lnTo>
                <a:lnTo>
                  <a:pt x="0" y="194852"/>
                </a:lnTo>
                <a:lnTo>
                  <a:pt x="439703" y="373126"/>
                </a:lnTo>
                <a:lnTo>
                  <a:pt x="0" y="551399"/>
                </a:lnTo>
                <a:close/>
              </a:path>
            </a:pathLst>
          </a:custGeom>
          <a:solidFill>
            <a:schemeClr val="tx1"/>
          </a:solidFill>
          <a:ln w="2062" cap="flat">
            <a:noFill/>
            <a:prstDash val="solid"/>
            <a:miter/>
          </a:ln>
        </p:spPr>
        <p:txBody>
          <a:bodyPr rtlCol="0" anchor="ctr"/>
          <a:lstStyle/>
          <a:p>
            <a:endParaRPr lang="en-CR" sz="1316"/>
          </a:p>
        </p:txBody>
      </p:sp>
    </p:spTree>
    <p:extLst>
      <p:ext uri="{BB962C8B-B14F-4D97-AF65-F5344CB8AC3E}">
        <p14:creationId xmlns:p14="http://schemas.microsoft.com/office/powerpoint/2010/main" val="73530979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884">
          <p15:clr>
            <a:srgbClr val="C35EA4"/>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4_Complex 1 - Light mode Complex">
    <p:bg>
      <p:bgPr>
        <a:solidFill>
          <a:schemeClr val="tx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CFC0719-4C3D-0203-D62D-760E4FAE139B}"/>
              </a:ext>
            </a:extLst>
          </p:cNvPr>
          <p:cNvSpPr/>
          <p:nvPr userDrawn="1"/>
        </p:nvSpPr>
        <p:spPr>
          <a:xfrm>
            <a:off x="9927452" y="2976340"/>
            <a:ext cx="2264549" cy="3894855"/>
          </a:xfrm>
          <a:prstGeom prst="rect">
            <a:avLst/>
          </a:prstGeom>
          <a:solidFill>
            <a:srgbClr val="7500C1"/>
          </a:solidFill>
          <a:ln>
            <a:noFill/>
          </a:ln>
        </p:spPr>
        <p:style>
          <a:lnRef idx="2">
            <a:schemeClr val="accent1">
              <a:shade val="50000"/>
            </a:schemeClr>
          </a:lnRef>
          <a:fillRef idx="1">
            <a:schemeClr val="accent1"/>
          </a:fillRef>
          <a:effectRef idx="0">
            <a:schemeClr val="accent1"/>
          </a:effectRef>
          <a:fontRef idx="minor">
            <a:schemeClr val="lt1"/>
          </a:fontRef>
        </p:style>
        <p:txBody>
          <a:bodyPr tIns="73147" bIns="73147" rtlCol="0" anchor="ctr"/>
          <a:lstStyle/>
          <a:p>
            <a:pPr algn="ctr"/>
            <a:endParaRPr lang="en-CR" sz="1316" err="1"/>
          </a:p>
        </p:txBody>
      </p:sp>
      <p:sp>
        <p:nvSpPr>
          <p:cNvPr id="35" name="Picture Placeholder 34">
            <a:extLst>
              <a:ext uri="{FF2B5EF4-FFF2-40B4-BE49-F238E27FC236}">
                <a16:creationId xmlns:a16="http://schemas.microsoft.com/office/drawing/2014/main" id="{F2C17B76-F778-2627-DEC1-20CC13A6DBF4}"/>
              </a:ext>
            </a:extLst>
          </p:cNvPr>
          <p:cNvSpPr>
            <a:spLocks noGrp="1"/>
          </p:cNvSpPr>
          <p:nvPr>
            <p:ph type="pic" sz="quarter" idx="10"/>
          </p:nvPr>
        </p:nvSpPr>
        <p:spPr>
          <a:xfrm>
            <a:off x="1" y="2976341"/>
            <a:ext cx="6772251" cy="3894854"/>
          </a:xfrm>
          <a:solidFill>
            <a:schemeClr val="tx1">
              <a:lumMod val="95000"/>
            </a:schemeClr>
          </a:solidFill>
        </p:spPr>
        <p:txBody>
          <a:bodyPr/>
          <a:lstStyle/>
          <a:p>
            <a:endParaRPr lang="en-US"/>
          </a:p>
        </p:txBody>
      </p:sp>
      <p:sp>
        <p:nvSpPr>
          <p:cNvPr id="3" name="Picture Placeholder 34">
            <a:extLst>
              <a:ext uri="{FF2B5EF4-FFF2-40B4-BE49-F238E27FC236}">
                <a16:creationId xmlns:a16="http://schemas.microsoft.com/office/drawing/2014/main" id="{5E4FE031-9091-8938-4EDF-260DFEFB13CE}"/>
              </a:ext>
            </a:extLst>
          </p:cNvPr>
          <p:cNvSpPr>
            <a:spLocks noGrp="1"/>
          </p:cNvSpPr>
          <p:nvPr>
            <p:ph type="pic" sz="quarter" idx="11"/>
          </p:nvPr>
        </p:nvSpPr>
        <p:spPr>
          <a:xfrm>
            <a:off x="6772250" y="6121"/>
            <a:ext cx="5419750" cy="2970214"/>
          </a:xfrm>
          <a:solidFill>
            <a:schemeClr val="tx1">
              <a:lumMod val="95000"/>
            </a:schemeClr>
          </a:solidFill>
        </p:spPr>
        <p:txBody>
          <a:bodyPr/>
          <a:lstStyle/>
          <a:p>
            <a:endParaRPr lang="en-US"/>
          </a:p>
        </p:txBody>
      </p:sp>
      <p:sp>
        <p:nvSpPr>
          <p:cNvPr id="8" name="Title 1">
            <a:extLst>
              <a:ext uri="{FF2B5EF4-FFF2-40B4-BE49-F238E27FC236}">
                <a16:creationId xmlns:a16="http://schemas.microsoft.com/office/drawing/2014/main" id="{131B3895-321B-8CAC-83C2-50F886A2CDA3}"/>
              </a:ext>
            </a:extLst>
          </p:cNvPr>
          <p:cNvSpPr>
            <a:spLocks noGrp="1"/>
          </p:cNvSpPr>
          <p:nvPr>
            <p:ph type="title" hasCustomPrompt="1"/>
          </p:nvPr>
        </p:nvSpPr>
        <p:spPr>
          <a:xfrm>
            <a:off x="546982" y="1073592"/>
            <a:ext cx="5521659" cy="1329595"/>
          </a:xfrm>
          <a:prstGeom prst="rect">
            <a:avLst/>
          </a:prstGeom>
        </p:spPr>
        <p:txBody>
          <a:bodyPr anchor="b"/>
          <a:lstStyle>
            <a:lvl1pPr algn="l">
              <a:lnSpc>
                <a:spcPct val="90000"/>
              </a:lnSpc>
              <a:defRPr sz="4800" spc="-80" baseline="0">
                <a:solidFill>
                  <a:schemeClr val="bg1"/>
                </a:solidFill>
              </a:defRPr>
            </a:lvl1pPr>
          </a:lstStyle>
          <a:p>
            <a:r>
              <a:rPr lang="en-US"/>
              <a:t>Moment/ Topic </a:t>
            </a:r>
            <a:br>
              <a:rPr lang="en-US"/>
            </a:br>
            <a:r>
              <a:rPr lang="en-US"/>
              <a:t>goes here </a:t>
            </a:r>
          </a:p>
        </p:txBody>
      </p:sp>
      <p:sp>
        <p:nvSpPr>
          <p:cNvPr id="9" name="Subtitle 2">
            <a:extLst>
              <a:ext uri="{FF2B5EF4-FFF2-40B4-BE49-F238E27FC236}">
                <a16:creationId xmlns:a16="http://schemas.microsoft.com/office/drawing/2014/main" id="{79424AF0-EE9F-A1A8-B5A5-CF437B9F5DBA}"/>
              </a:ext>
            </a:extLst>
          </p:cNvPr>
          <p:cNvSpPr>
            <a:spLocks noGrp="1"/>
          </p:cNvSpPr>
          <p:nvPr>
            <p:ph type="subTitle" idx="1" hasCustomPrompt="1"/>
          </p:nvPr>
        </p:nvSpPr>
        <p:spPr>
          <a:xfrm>
            <a:off x="7211686" y="3954223"/>
            <a:ext cx="2264549" cy="2305712"/>
          </a:xfrm>
          <a:prstGeom prst="rect">
            <a:avLst/>
          </a:prstGeom>
        </p:spPr>
        <p:txBody>
          <a:bodyPr anchor="t"/>
          <a:lstStyle>
            <a:lvl1pPr marL="0" indent="0" algn="l">
              <a:lnSpc>
                <a:spcPct val="90000"/>
              </a:lnSpc>
              <a:spcAft>
                <a:spcPts val="0"/>
              </a:spcAft>
              <a:buNone/>
              <a:defRPr sz="2240" b="0" i="0" spc="0">
                <a:solidFill>
                  <a:schemeClr val="bg1"/>
                </a:solidFill>
                <a:latin typeface="Graphik" panose="020B0503030202060203" pitchFamily="34" charset="77"/>
              </a:defRPr>
            </a:lvl1pPr>
            <a:lvl2pPr marL="365752" indent="0" algn="ctr">
              <a:buNone/>
              <a:defRPr sz="1600"/>
            </a:lvl2pPr>
            <a:lvl3pPr marL="731500" indent="0" algn="ctr">
              <a:buNone/>
              <a:defRPr sz="1440"/>
            </a:lvl3pPr>
            <a:lvl4pPr marL="1097249" indent="0" algn="ctr">
              <a:buNone/>
              <a:defRPr sz="1280"/>
            </a:lvl4pPr>
            <a:lvl5pPr marL="1462999" indent="0" algn="ctr">
              <a:buNone/>
              <a:defRPr sz="1280"/>
            </a:lvl5pPr>
            <a:lvl6pPr marL="1828749" indent="0" algn="ctr">
              <a:buNone/>
              <a:defRPr sz="1280"/>
            </a:lvl6pPr>
            <a:lvl7pPr marL="2194498" indent="0" algn="ctr">
              <a:buNone/>
              <a:defRPr sz="1280"/>
            </a:lvl7pPr>
            <a:lvl8pPr marL="2560249" indent="0" algn="ctr">
              <a:buNone/>
              <a:defRPr sz="1280"/>
            </a:lvl8pPr>
            <a:lvl9pPr marL="2925999" indent="0" algn="ctr">
              <a:buNone/>
              <a:defRPr sz="1280"/>
            </a:lvl9pPr>
          </a:lstStyle>
          <a:p>
            <a:pPr marL="0" lvl="0" indent="0" algn="l" defTabSz="731500" rtl="0" eaLnBrk="1" latinLnBrk="0" hangingPunct="1">
              <a:lnSpc>
                <a:spcPct val="100000"/>
              </a:lnSpc>
              <a:spcBef>
                <a:spcPts val="0"/>
              </a:spcBef>
              <a:spcAft>
                <a:spcPts val="0"/>
              </a:spcAft>
              <a:buFont typeface="Graphik" panose="020B0604020202020204" pitchFamily="34" charset="0"/>
              <a:buNone/>
            </a:pPr>
            <a:r>
              <a:rPr lang="en-GB"/>
              <a:t>Reinvention message goes here</a:t>
            </a:r>
            <a:endParaRPr lang="en-US"/>
          </a:p>
        </p:txBody>
      </p:sp>
      <p:sp>
        <p:nvSpPr>
          <p:cNvPr id="4" name="Graphic 17">
            <a:extLst>
              <a:ext uri="{FF2B5EF4-FFF2-40B4-BE49-F238E27FC236}">
                <a16:creationId xmlns:a16="http://schemas.microsoft.com/office/drawing/2014/main" id="{004BC2F2-E3DC-5CB3-0900-931F6D847B7E}"/>
              </a:ext>
            </a:extLst>
          </p:cNvPr>
          <p:cNvSpPr/>
          <p:nvPr userDrawn="1"/>
        </p:nvSpPr>
        <p:spPr>
          <a:xfrm>
            <a:off x="10787697" y="4602862"/>
            <a:ext cx="544056" cy="641808"/>
          </a:xfrm>
          <a:custGeom>
            <a:avLst/>
            <a:gdLst>
              <a:gd name="connsiteX0" fmla="*/ 0 w 679999"/>
              <a:gd name="connsiteY0" fmla="*/ 746251 h 746250"/>
              <a:gd name="connsiteX1" fmla="*/ 680000 w 679999"/>
              <a:gd name="connsiteY1" fmla="*/ 470551 h 746250"/>
              <a:gd name="connsiteX2" fmla="*/ 680000 w 679999"/>
              <a:gd name="connsiteY2" fmla="*/ 275700 h 746250"/>
              <a:gd name="connsiteX3" fmla="*/ 0 w 679999"/>
              <a:gd name="connsiteY3" fmla="*/ 0 h 746250"/>
              <a:gd name="connsiteX4" fmla="*/ 0 w 679999"/>
              <a:gd name="connsiteY4" fmla="*/ 194852 h 746250"/>
              <a:gd name="connsiteX5" fmla="*/ 439703 w 679999"/>
              <a:gd name="connsiteY5" fmla="*/ 373126 h 746250"/>
              <a:gd name="connsiteX6" fmla="*/ 0 w 679999"/>
              <a:gd name="connsiteY6" fmla="*/ 551399 h 746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9999" h="746250">
                <a:moveTo>
                  <a:pt x="0" y="746251"/>
                </a:moveTo>
                <a:lnTo>
                  <a:pt x="680000" y="470551"/>
                </a:lnTo>
                <a:lnTo>
                  <a:pt x="680000" y="275700"/>
                </a:lnTo>
                <a:lnTo>
                  <a:pt x="0" y="0"/>
                </a:lnTo>
                <a:lnTo>
                  <a:pt x="0" y="194852"/>
                </a:lnTo>
                <a:lnTo>
                  <a:pt x="439703" y="373126"/>
                </a:lnTo>
                <a:lnTo>
                  <a:pt x="0" y="551399"/>
                </a:lnTo>
                <a:close/>
              </a:path>
            </a:pathLst>
          </a:custGeom>
          <a:solidFill>
            <a:schemeClr val="tx1"/>
          </a:solidFill>
          <a:ln w="2062" cap="flat">
            <a:noFill/>
            <a:prstDash val="solid"/>
            <a:miter/>
          </a:ln>
        </p:spPr>
        <p:txBody>
          <a:bodyPr rtlCol="0" anchor="ctr"/>
          <a:lstStyle/>
          <a:p>
            <a:endParaRPr lang="en-CR" sz="1316"/>
          </a:p>
        </p:txBody>
      </p:sp>
    </p:spTree>
    <p:extLst>
      <p:ext uri="{BB962C8B-B14F-4D97-AF65-F5344CB8AC3E}">
        <p14:creationId xmlns:p14="http://schemas.microsoft.com/office/powerpoint/2010/main" val="209991425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884">
          <p15:clr>
            <a:srgbClr val="C35EA4"/>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5_Complex 1 - Gradient mode Simple">
    <p:bg>
      <p:bgPr>
        <a:solidFill>
          <a:schemeClr val="tx1"/>
        </a:solidFill>
        <a:effectLst/>
      </p:bgPr>
    </p:bg>
    <p:spTree>
      <p:nvGrpSpPr>
        <p:cNvPr id="1" name=""/>
        <p:cNvGrpSpPr/>
        <p:nvPr/>
      </p:nvGrpSpPr>
      <p:grpSpPr>
        <a:xfrm>
          <a:off x="0" y="0"/>
          <a:ext cx="0" cy="0"/>
          <a:chOff x="0" y="0"/>
          <a:chExt cx="0" cy="0"/>
        </a:xfrm>
      </p:grpSpPr>
      <p:sp>
        <p:nvSpPr>
          <p:cNvPr id="35" name="Picture Placeholder 34">
            <a:extLst>
              <a:ext uri="{FF2B5EF4-FFF2-40B4-BE49-F238E27FC236}">
                <a16:creationId xmlns:a16="http://schemas.microsoft.com/office/drawing/2014/main" id="{F2C17B76-F778-2627-DEC1-20CC13A6DBF4}"/>
              </a:ext>
            </a:extLst>
          </p:cNvPr>
          <p:cNvSpPr>
            <a:spLocks noGrp="1"/>
          </p:cNvSpPr>
          <p:nvPr>
            <p:ph type="pic" sz="quarter" idx="10"/>
          </p:nvPr>
        </p:nvSpPr>
        <p:spPr>
          <a:xfrm>
            <a:off x="1" y="-1754"/>
            <a:ext cx="6235504" cy="6858000"/>
          </a:xfrm>
          <a:solidFill>
            <a:schemeClr val="tx1">
              <a:lumMod val="95000"/>
            </a:schemeClr>
          </a:solidFill>
        </p:spPr>
        <p:txBody>
          <a:bodyPr/>
          <a:lstStyle/>
          <a:p>
            <a:endParaRPr lang="en-US"/>
          </a:p>
        </p:txBody>
      </p:sp>
      <p:pic>
        <p:nvPicPr>
          <p:cNvPr id="2" name="Picture 1">
            <a:extLst>
              <a:ext uri="{FF2B5EF4-FFF2-40B4-BE49-F238E27FC236}">
                <a16:creationId xmlns:a16="http://schemas.microsoft.com/office/drawing/2014/main" id="{B8358CE2-3010-CD39-B174-C1F97F920244}"/>
              </a:ext>
            </a:extLst>
          </p:cNvPr>
          <p:cNvPicPr>
            <a:picLocks noChangeAspect="1"/>
          </p:cNvPicPr>
          <p:nvPr userDrawn="1"/>
        </p:nvPicPr>
        <p:blipFill>
          <a:blip r:embed="rId2"/>
          <a:stretch>
            <a:fillRect/>
          </a:stretch>
        </p:blipFill>
        <p:spPr>
          <a:xfrm>
            <a:off x="6235506" y="3"/>
            <a:ext cx="4439498" cy="6858000"/>
          </a:xfrm>
          <a:prstGeom prst="rect">
            <a:avLst/>
          </a:prstGeom>
        </p:spPr>
      </p:pic>
      <p:sp>
        <p:nvSpPr>
          <p:cNvPr id="10" name="Graphic 17">
            <a:extLst>
              <a:ext uri="{FF2B5EF4-FFF2-40B4-BE49-F238E27FC236}">
                <a16:creationId xmlns:a16="http://schemas.microsoft.com/office/drawing/2014/main" id="{E3871E5A-E0C3-B128-FC59-BD11547FEA55}"/>
              </a:ext>
            </a:extLst>
          </p:cNvPr>
          <p:cNvSpPr/>
          <p:nvPr userDrawn="1"/>
        </p:nvSpPr>
        <p:spPr>
          <a:xfrm>
            <a:off x="11156826" y="5684823"/>
            <a:ext cx="544056" cy="641808"/>
          </a:xfrm>
          <a:custGeom>
            <a:avLst/>
            <a:gdLst>
              <a:gd name="connsiteX0" fmla="*/ 0 w 679999"/>
              <a:gd name="connsiteY0" fmla="*/ 746251 h 746250"/>
              <a:gd name="connsiteX1" fmla="*/ 680000 w 679999"/>
              <a:gd name="connsiteY1" fmla="*/ 470551 h 746250"/>
              <a:gd name="connsiteX2" fmla="*/ 680000 w 679999"/>
              <a:gd name="connsiteY2" fmla="*/ 275700 h 746250"/>
              <a:gd name="connsiteX3" fmla="*/ 0 w 679999"/>
              <a:gd name="connsiteY3" fmla="*/ 0 h 746250"/>
              <a:gd name="connsiteX4" fmla="*/ 0 w 679999"/>
              <a:gd name="connsiteY4" fmla="*/ 194852 h 746250"/>
              <a:gd name="connsiteX5" fmla="*/ 439703 w 679999"/>
              <a:gd name="connsiteY5" fmla="*/ 373126 h 746250"/>
              <a:gd name="connsiteX6" fmla="*/ 0 w 679999"/>
              <a:gd name="connsiteY6" fmla="*/ 551399 h 746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9999" h="746250">
                <a:moveTo>
                  <a:pt x="0" y="746251"/>
                </a:moveTo>
                <a:lnTo>
                  <a:pt x="680000" y="470551"/>
                </a:lnTo>
                <a:lnTo>
                  <a:pt x="680000" y="275700"/>
                </a:lnTo>
                <a:lnTo>
                  <a:pt x="0" y="0"/>
                </a:lnTo>
                <a:lnTo>
                  <a:pt x="0" y="194852"/>
                </a:lnTo>
                <a:lnTo>
                  <a:pt x="439703" y="373126"/>
                </a:lnTo>
                <a:lnTo>
                  <a:pt x="0" y="551399"/>
                </a:lnTo>
                <a:close/>
              </a:path>
            </a:pathLst>
          </a:custGeom>
          <a:solidFill>
            <a:schemeClr val="tx2"/>
          </a:solidFill>
          <a:ln w="2062" cap="flat">
            <a:noFill/>
            <a:prstDash val="solid"/>
            <a:miter/>
          </a:ln>
        </p:spPr>
        <p:txBody>
          <a:bodyPr rtlCol="0" anchor="ctr"/>
          <a:lstStyle/>
          <a:p>
            <a:endParaRPr lang="en-CR" sz="1316"/>
          </a:p>
        </p:txBody>
      </p:sp>
      <p:sp>
        <p:nvSpPr>
          <p:cNvPr id="8" name="Title 1">
            <a:extLst>
              <a:ext uri="{FF2B5EF4-FFF2-40B4-BE49-F238E27FC236}">
                <a16:creationId xmlns:a16="http://schemas.microsoft.com/office/drawing/2014/main" id="{131B3895-321B-8CAC-83C2-50F886A2CDA3}"/>
              </a:ext>
            </a:extLst>
          </p:cNvPr>
          <p:cNvSpPr>
            <a:spLocks noGrp="1"/>
          </p:cNvSpPr>
          <p:nvPr>
            <p:ph type="title" hasCustomPrompt="1"/>
          </p:nvPr>
        </p:nvSpPr>
        <p:spPr>
          <a:xfrm>
            <a:off x="6607817" y="3733230"/>
            <a:ext cx="3919968" cy="1108252"/>
          </a:xfrm>
          <a:prstGeom prst="rect">
            <a:avLst/>
          </a:prstGeom>
        </p:spPr>
        <p:txBody>
          <a:bodyPr anchor="b"/>
          <a:lstStyle>
            <a:lvl1pPr algn="l">
              <a:lnSpc>
                <a:spcPct val="90000"/>
              </a:lnSpc>
              <a:defRPr sz="4001" spc="-80" baseline="0">
                <a:solidFill>
                  <a:schemeClr val="tx1"/>
                </a:solidFill>
              </a:defRPr>
            </a:lvl1pPr>
          </a:lstStyle>
          <a:p>
            <a:r>
              <a:rPr lang="en-US"/>
              <a:t>Moment/ Topic </a:t>
            </a:r>
            <a:br>
              <a:rPr lang="en-US"/>
            </a:br>
            <a:r>
              <a:rPr lang="en-US"/>
              <a:t>goes here </a:t>
            </a:r>
          </a:p>
        </p:txBody>
      </p:sp>
      <p:sp>
        <p:nvSpPr>
          <p:cNvPr id="9" name="Subtitle 2">
            <a:extLst>
              <a:ext uri="{FF2B5EF4-FFF2-40B4-BE49-F238E27FC236}">
                <a16:creationId xmlns:a16="http://schemas.microsoft.com/office/drawing/2014/main" id="{79424AF0-EE9F-A1A8-B5A5-CF437B9F5DBA}"/>
              </a:ext>
            </a:extLst>
          </p:cNvPr>
          <p:cNvSpPr>
            <a:spLocks noGrp="1"/>
          </p:cNvSpPr>
          <p:nvPr>
            <p:ph type="subTitle" idx="1" hasCustomPrompt="1"/>
          </p:nvPr>
        </p:nvSpPr>
        <p:spPr>
          <a:xfrm>
            <a:off x="6607817" y="5065162"/>
            <a:ext cx="3919968" cy="1366998"/>
          </a:xfrm>
          <a:prstGeom prst="rect">
            <a:avLst/>
          </a:prstGeom>
        </p:spPr>
        <p:txBody>
          <a:bodyPr anchor="t"/>
          <a:lstStyle>
            <a:lvl1pPr marL="0" indent="0" algn="l">
              <a:lnSpc>
                <a:spcPct val="90000"/>
              </a:lnSpc>
              <a:spcAft>
                <a:spcPts val="0"/>
              </a:spcAft>
              <a:buNone/>
              <a:defRPr sz="2240" b="0" i="0" spc="0">
                <a:solidFill>
                  <a:schemeClr val="tx1"/>
                </a:solidFill>
                <a:latin typeface="Graphik" panose="020B0503030202060203" pitchFamily="34" charset="77"/>
              </a:defRPr>
            </a:lvl1pPr>
            <a:lvl2pPr marL="365752" indent="0" algn="ctr">
              <a:buNone/>
              <a:defRPr sz="1600"/>
            </a:lvl2pPr>
            <a:lvl3pPr marL="731500" indent="0" algn="ctr">
              <a:buNone/>
              <a:defRPr sz="1440"/>
            </a:lvl3pPr>
            <a:lvl4pPr marL="1097249" indent="0" algn="ctr">
              <a:buNone/>
              <a:defRPr sz="1280"/>
            </a:lvl4pPr>
            <a:lvl5pPr marL="1462999" indent="0" algn="ctr">
              <a:buNone/>
              <a:defRPr sz="1280"/>
            </a:lvl5pPr>
            <a:lvl6pPr marL="1828749" indent="0" algn="ctr">
              <a:buNone/>
              <a:defRPr sz="1280"/>
            </a:lvl6pPr>
            <a:lvl7pPr marL="2194498" indent="0" algn="ctr">
              <a:buNone/>
              <a:defRPr sz="1280"/>
            </a:lvl7pPr>
            <a:lvl8pPr marL="2560249" indent="0" algn="ctr">
              <a:buNone/>
              <a:defRPr sz="1280"/>
            </a:lvl8pPr>
            <a:lvl9pPr marL="2925999" indent="0" algn="ctr">
              <a:buNone/>
              <a:defRPr sz="1280"/>
            </a:lvl9pPr>
          </a:lstStyle>
          <a:p>
            <a:pPr marL="0" lvl="0" indent="0" algn="l" defTabSz="731500" rtl="0" eaLnBrk="1" latinLnBrk="0" hangingPunct="1">
              <a:lnSpc>
                <a:spcPct val="100000"/>
              </a:lnSpc>
              <a:spcBef>
                <a:spcPts val="0"/>
              </a:spcBef>
              <a:spcAft>
                <a:spcPts val="0"/>
              </a:spcAft>
              <a:buFont typeface="Graphik" panose="020B0604020202020204" pitchFamily="34" charset="0"/>
              <a:buNone/>
            </a:pPr>
            <a:r>
              <a:rPr lang="en-GB"/>
              <a:t>Reinvention message goes here</a:t>
            </a:r>
            <a:endParaRPr lang="en-US"/>
          </a:p>
        </p:txBody>
      </p:sp>
    </p:spTree>
    <p:extLst>
      <p:ext uri="{BB962C8B-B14F-4D97-AF65-F5344CB8AC3E}">
        <p14:creationId xmlns:p14="http://schemas.microsoft.com/office/powerpoint/2010/main" val="377750876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884">
          <p15:clr>
            <a:srgbClr val="C35EA4"/>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5_Complex 1 - Gradient mode Complex">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C2A9A34-82D5-6262-D129-D306B6F55F87}"/>
              </a:ext>
            </a:extLst>
          </p:cNvPr>
          <p:cNvPicPr>
            <a:picLocks noChangeAspect="1"/>
          </p:cNvPicPr>
          <p:nvPr userDrawn="1"/>
        </p:nvPicPr>
        <p:blipFill>
          <a:blip r:embed="rId2"/>
          <a:stretch>
            <a:fillRect/>
          </a:stretch>
        </p:blipFill>
        <p:spPr>
          <a:xfrm>
            <a:off x="6640031" y="2976069"/>
            <a:ext cx="3298274" cy="3889624"/>
          </a:xfrm>
          <a:prstGeom prst="rect">
            <a:avLst/>
          </a:prstGeom>
        </p:spPr>
      </p:pic>
      <p:pic>
        <p:nvPicPr>
          <p:cNvPr id="2" name="Picture 1">
            <a:extLst>
              <a:ext uri="{FF2B5EF4-FFF2-40B4-BE49-F238E27FC236}">
                <a16:creationId xmlns:a16="http://schemas.microsoft.com/office/drawing/2014/main" id="{F475C44C-8B0B-A1AE-ABDF-0F7C1DE84439}"/>
              </a:ext>
            </a:extLst>
          </p:cNvPr>
          <p:cNvPicPr>
            <a:picLocks noChangeAspect="1"/>
          </p:cNvPicPr>
          <p:nvPr userDrawn="1"/>
        </p:nvPicPr>
        <p:blipFill>
          <a:blip r:embed="rId3"/>
          <a:stretch>
            <a:fillRect/>
          </a:stretch>
        </p:blipFill>
        <p:spPr>
          <a:xfrm>
            <a:off x="-11543" y="-4090"/>
            <a:ext cx="6782996" cy="2980159"/>
          </a:xfrm>
          <a:prstGeom prst="rect">
            <a:avLst/>
          </a:prstGeom>
        </p:spPr>
      </p:pic>
      <p:sp>
        <p:nvSpPr>
          <p:cNvPr id="35" name="Picture Placeholder 34">
            <a:extLst>
              <a:ext uri="{FF2B5EF4-FFF2-40B4-BE49-F238E27FC236}">
                <a16:creationId xmlns:a16="http://schemas.microsoft.com/office/drawing/2014/main" id="{F2C17B76-F778-2627-DEC1-20CC13A6DBF4}"/>
              </a:ext>
            </a:extLst>
          </p:cNvPr>
          <p:cNvSpPr>
            <a:spLocks noGrp="1"/>
          </p:cNvSpPr>
          <p:nvPr>
            <p:ph type="pic" sz="quarter" idx="10"/>
          </p:nvPr>
        </p:nvSpPr>
        <p:spPr>
          <a:xfrm>
            <a:off x="0" y="2976340"/>
            <a:ext cx="6761155" cy="3889353"/>
          </a:xfrm>
          <a:solidFill>
            <a:schemeClr val="tx1">
              <a:lumMod val="95000"/>
            </a:schemeClr>
          </a:solidFill>
        </p:spPr>
        <p:txBody>
          <a:bodyPr/>
          <a:lstStyle/>
          <a:p>
            <a:endParaRPr lang="en-US"/>
          </a:p>
        </p:txBody>
      </p:sp>
      <p:sp>
        <p:nvSpPr>
          <p:cNvPr id="3" name="Picture Placeholder 34">
            <a:extLst>
              <a:ext uri="{FF2B5EF4-FFF2-40B4-BE49-F238E27FC236}">
                <a16:creationId xmlns:a16="http://schemas.microsoft.com/office/drawing/2014/main" id="{5E4FE031-9091-8938-4EDF-260DFEFB13CE}"/>
              </a:ext>
            </a:extLst>
          </p:cNvPr>
          <p:cNvSpPr>
            <a:spLocks noGrp="1"/>
          </p:cNvSpPr>
          <p:nvPr>
            <p:ph type="pic" sz="quarter" idx="11"/>
          </p:nvPr>
        </p:nvSpPr>
        <p:spPr>
          <a:xfrm>
            <a:off x="6761156" y="-4090"/>
            <a:ext cx="5430845" cy="2980426"/>
          </a:xfrm>
          <a:solidFill>
            <a:schemeClr val="tx1">
              <a:lumMod val="95000"/>
            </a:schemeClr>
          </a:solidFill>
        </p:spPr>
        <p:txBody>
          <a:bodyPr/>
          <a:lstStyle/>
          <a:p>
            <a:endParaRPr lang="en-US"/>
          </a:p>
        </p:txBody>
      </p:sp>
      <p:sp>
        <p:nvSpPr>
          <p:cNvPr id="8" name="Title 1">
            <a:extLst>
              <a:ext uri="{FF2B5EF4-FFF2-40B4-BE49-F238E27FC236}">
                <a16:creationId xmlns:a16="http://schemas.microsoft.com/office/drawing/2014/main" id="{131B3895-321B-8CAC-83C2-50F886A2CDA3}"/>
              </a:ext>
            </a:extLst>
          </p:cNvPr>
          <p:cNvSpPr>
            <a:spLocks noGrp="1"/>
          </p:cNvSpPr>
          <p:nvPr>
            <p:ph type="title" hasCustomPrompt="1"/>
          </p:nvPr>
        </p:nvSpPr>
        <p:spPr>
          <a:xfrm>
            <a:off x="546982" y="1073592"/>
            <a:ext cx="5521659" cy="1329595"/>
          </a:xfrm>
          <a:prstGeom prst="rect">
            <a:avLst/>
          </a:prstGeom>
        </p:spPr>
        <p:txBody>
          <a:bodyPr anchor="b"/>
          <a:lstStyle>
            <a:lvl1pPr algn="l">
              <a:lnSpc>
                <a:spcPct val="90000"/>
              </a:lnSpc>
              <a:defRPr sz="4800" spc="-80" baseline="0">
                <a:solidFill>
                  <a:schemeClr val="tx1"/>
                </a:solidFill>
              </a:defRPr>
            </a:lvl1pPr>
          </a:lstStyle>
          <a:p>
            <a:r>
              <a:rPr lang="en-US"/>
              <a:t>Moment/ Topic </a:t>
            </a:r>
            <a:br>
              <a:rPr lang="en-US"/>
            </a:br>
            <a:r>
              <a:rPr lang="en-US"/>
              <a:t>goes here </a:t>
            </a:r>
          </a:p>
        </p:txBody>
      </p:sp>
      <p:sp>
        <p:nvSpPr>
          <p:cNvPr id="9" name="Subtitle 2">
            <a:extLst>
              <a:ext uri="{FF2B5EF4-FFF2-40B4-BE49-F238E27FC236}">
                <a16:creationId xmlns:a16="http://schemas.microsoft.com/office/drawing/2014/main" id="{79424AF0-EE9F-A1A8-B5A5-CF437B9F5DBA}"/>
              </a:ext>
            </a:extLst>
          </p:cNvPr>
          <p:cNvSpPr>
            <a:spLocks noGrp="1"/>
          </p:cNvSpPr>
          <p:nvPr>
            <p:ph type="subTitle" idx="1" hasCustomPrompt="1"/>
          </p:nvPr>
        </p:nvSpPr>
        <p:spPr>
          <a:xfrm>
            <a:off x="7201931" y="3954223"/>
            <a:ext cx="2264549" cy="2173028"/>
          </a:xfrm>
          <a:prstGeom prst="rect">
            <a:avLst/>
          </a:prstGeom>
        </p:spPr>
        <p:txBody>
          <a:bodyPr anchor="t"/>
          <a:lstStyle>
            <a:lvl1pPr marL="0" indent="0" algn="l">
              <a:lnSpc>
                <a:spcPct val="90000"/>
              </a:lnSpc>
              <a:spcAft>
                <a:spcPts val="0"/>
              </a:spcAft>
              <a:buNone/>
              <a:defRPr sz="2240" b="0" i="0" spc="0">
                <a:solidFill>
                  <a:schemeClr val="tx1"/>
                </a:solidFill>
                <a:latin typeface="Graphik" panose="020B0503030202060203" pitchFamily="34" charset="77"/>
              </a:defRPr>
            </a:lvl1pPr>
            <a:lvl2pPr marL="365752" indent="0" algn="ctr">
              <a:buNone/>
              <a:defRPr sz="1600"/>
            </a:lvl2pPr>
            <a:lvl3pPr marL="731500" indent="0" algn="ctr">
              <a:buNone/>
              <a:defRPr sz="1440"/>
            </a:lvl3pPr>
            <a:lvl4pPr marL="1097249" indent="0" algn="ctr">
              <a:buNone/>
              <a:defRPr sz="1280"/>
            </a:lvl4pPr>
            <a:lvl5pPr marL="1462999" indent="0" algn="ctr">
              <a:buNone/>
              <a:defRPr sz="1280"/>
            </a:lvl5pPr>
            <a:lvl6pPr marL="1828749" indent="0" algn="ctr">
              <a:buNone/>
              <a:defRPr sz="1280"/>
            </a:lvl6pPr>
            <a:lvl7pPr marL="2194498" indent="0" algn="ctr">
              <a:buNone/>
              <a:defRPr sz="1280"/>
            </a:lvl7pPr>
            <a:lvl8pPr marL="2560249" indent="0" algn="ctr">
              <a:buNone/>
              <a:defRPr sz="1280"/>
            </a:lvl8pPr>
            <a:lvl9pPr marL="2925999" indent="0" algn="ctr">
              <a:buNone/>
              <a:defRPr sz="1280"/>
            </a:lvl9pPr>
          </a:lstStyle>
          <a:p>
            <a:pPr marL="0" lvl="0" indent="0" algn="l" defTabSz="731500" rtl="0" eaLnBrk="1" latinLnBrk="0" hangingPunct="1">
              <a:lnSpc>
                <a:spcPct val="100000"/>
              </a:lnSpc>
              <a:spcBef>
                <a:spcPts val="0"/>
              </a:spcBef>
              <a:spcAft>
                <a:spcPts val="0"/>
              </a:spcAft>
              <a:buFont typeface="Graphik" panose="020B0604020202020204" pitchFamily="34" charset="0"/>
              <a:buNone/>
            </a:pPr>
            <a:r>
              <a:rPr lang="en-GB"/>
              <a:t>Reinvention message goes here</a:t>
            </a:r>
            <a:endParaRPr lang="en-US"/>
          </a:p>
        </p:txBody>
      </p:sp>
      <p:sp>
        <p:nvSpPr>
          <p:cNvPr id="10" name="Graphic 17">
            <a:extLst>
              <a:ext uri="{FF2B5EF4-FFF2-40B4-BE49-F238E27FC236}">
                <a16:creationId xmlns:a16="http://schemas.microsoft.com/office/drawing/2014/main" id="{E3871E5A-E0C3-B128-FC59-BD11547FEA55}"/>
              </a:ext>
            </a:extLst>
          </p:cNvPr>
          <p:cNvSpPr/>
          <p:nvPr userDrawn="1"/>
        </p:nvSpPr>
        <p:spPr>
          <a:xfrm>
            <a:off x="10787697" y="4593205"/>
            <a:ext cx="544056" cy="641808"/>
          </a:xfrm>
          <a:custGeom>
            <a:avLst/>
            <a:gdLst>
              <a:gd name="connsiteX0" fmla="*/ 0 w 679999"/>
              <a:gd name="connsiteY0" fmla="*/ 746251 h 746250"/>
              <a:gd name="connsiteX1" fmla="*/ 680000 w 679999"/>
              <a:gd name="connsiteY1" fmla="*/ 470551 h 746250"/>
              <a:gd name="connsiteX2" fmla="*/ 680000 w 679999"/>
              <a:gd name="connsiteY2" fmla="*/ 275700 h 746250"/>
              <a:gd name="connsiteX3" fmla="*/ 0 w 679999"/>
              <a:gd name="connsiteY3" fmla="*/ 0 h 746250"/>
              <a:gd name="connsiteX4" fmla="*/ 0 w 679999"/>
              <a:gd name="connsiteY4" fmla="*/ 194852 h 746250"/>
              <a:gd name="connsiteX5" fmla="*/ 439703 w 679999"/>
              <a:gd name="connsiteY5" fmla="*/ 373126 h 746250"/>
              <a:gd name="connsiteX6" fmla="*/ 0 w 679999"/>
              <a:gd name="connsiteY6" fmla="*/ 551399 h 746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9999" h="746250">
                <a:moveTo>
                  <a:pt x="0" y="746251"/>
                </a:moveTo>
                <a:lnTo>
                  <a:pt x="680000" y="470551"/>
                </a:lnTo>
                <a:lnTo>
                  <a:pt x="680000" y="275700"/>
                </a:lnTo>
                <a:lnTo>
                  <a:pt x="0" y="0"/>
                </a:lnTo>
                <a:lnTo>
                  <a:pt x="0" y="194852"/>
                </a:lnTo>
                <a:lnTo>
                  <a:pt x="439703" y="373126"/>
                </a:lnTo>
                <a:lnTo>
                  <a:pt x="0" y="551399"/>
                </a:lnTo>
                <a:close/>
              </a:path>
            </a:pathLst>
          </a:custGeom>
          <a:solidFill>
            <a:schemeClr val="tx2"/>
          </a:solidFill>
          <a:ln w="2062" cap="flat">
            <a:noFill/>
            <a:prstDash val="solid"/>
            <a:miter/>
          </a:ln>
        </p:spPr>
        <p:txBody>
          <a:bodyPr rtlCol="0" anchor="ctr"/>
          <a:lstStyle/>
          <a:p>
            <a:endParaRPr lang="en-CR" sz="1316"/>
          </a:p>
        </p:txBody>
      </p:sp>
    </p:spTree>
    <p:extLst>
      <p:ext uri="{BB962C8B-B14F-4D97-AF65-F5344CB8AC3E}">
        <p14:creationId xmlns:p14="http://schemas.microsoft.com/office/powerpoint/2010/main" val="143135961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884">
          <p15:clr>
            <a:srgbClr val="C35EA4"/>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6_Complex 1 - Gradient mode Complex">
    <p:bg>
      <p:bgPr>
        <a:solidFill>
          <a:schemeClr val="tx1"/>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6B764AF4-DC76-040F-7F3B-393C800CFFE6}"/>
              </a:ext>
            </a:extLst>
          </p:cNvPr>
          <p:cNvSpPr/>
          <p:nvPr userDrawn="1"/>
        </p:nvSpPr>
        <p:spPr>
          <a:xfrm>
            <a:off x="6730950" y="2976067"/>
            <a:ext cx="3207355" cy="3881932"/>
          </a:xfrm>
          <a:prstGeom prst="rect">
            <a:avLst/>
          </a:prstGeom>
          <a:solidFill>
            <a:srgbClr val="7500C0"/>
          </a:solidFill>
          <a:ln>
            <a:noFill/>
          </a:ln>
        </p:spPr>
        <p:style>
          <a:lnRef idx="2">
            <a:schemeClr val="accent1">
              <a:shade val="50000"/>
            </a:schemeClr>
          </a:lnRef>
          <a:fillRef idx="1">
            <a:schemeClr val="accent1"/>
          </a:fillRef>
          <a:effectRef idx="0">
            <a:schemeClr val="accent1"/>
          </a:effectRef>
          <a:fontRef idx="minor">
            <a:schemeClr val="lt1"/>
          </a:fontRef>
        </p:style>
        <p:txBody>
          <a:bodyPr tIns="97536" bIns="97536" rtlCol="0" anchor="ctr"/>
          <a:lstStyle/>
          <a:p>
            <a:pPr algn="ctr"/>
            <a:endParaRPr lang="en-US" sz="2339" err="1"/>
          </a:p>
        </p:txBody>
      </p:sp>
      <p:sp>
        <p:nvSpPr>
          <p:cNvPr id="5" name="Rectangle 4">
            <a:extLst>
              <a:ext uri="{FF2B5EF4-FFF2-40B4-BE49-F238E27FC236}">
                <a16:creationId xmlns:a16="http://schemas.microsoft.com/office/drawing/2014/main" id="{BC813D5C-B200-03E1-0309-707A457AA933}"/>
              </a:ext>
            </a:extLst>
          </p:cNvPr>
          <p:cNvSpPr/>
          <p:nvPr userDrawn="1"/>
        </p:nvSpPr>
        <p:spPr>
          <a:xfrm>
            <a:off x="0" y="1"/>
            <a:ext cx="6771453" cy="2974598"/>
          </a:xfrm>
          <a:prstGeom prst="rect">
            <a:avLst/>
          </a:prstGeom>
          <a:solidFill>
            <a:srgbClr val="7500C0"/>
          </a:solidFill>
          <a:ln>
            <a:noFill/>
          </a:ln>
        </p:spPr>
        <p:style>
          <a:lnRef idx="2">
            <a:schemeClr val="accent1">
              <a:shade val="50000"/>
            </a:schemeClr>
          </a:lnRef>
          <a:fillRef idx="1">
            <a:schemeClr val="accent1"/>
          </a:fillRef>
          <a:effectRef idx="0">
            <a:schemeClr val="accent1"/>
          </a:effectRef>
          <a:fontRef idx="minor">
            <a:schemeClr val="lt1"/>
          </a:fontRef>
        </p:style>
        <p:txBody>
          <a:bodyPr tIns="97536" bIns="97536" rtlCol="0" anchor="ctr"/>
          <a:lstStyle/>
          <a:p>
            <a:pPr algn="ctr"/>
            <a:endParaRPr lang="en-US" sz="2339" err="1"/>
          </a:p>
        </p:txBody>
      </p:sp>
      <p:sp>
        <p:nvSpPr>
          <p:cNvPr id="35" name="Picture Placeholder 34">
            <a:extLst>
              <a:ext uri="{FF2B5EF4-FFF2-40B4-BE49-F238E27FC236}">
                <a16:creationId xmlns:a16="http://schemas.microsoft.com/office/drawing/2014/main" id="{F2C17B76-F778-2627-DEC1-20CC13A6DBF4}"/>
              </a:ext>
            </a:extLst>
          </p:cNvPr>
          <p:cNvSpPr>
            <a:spLocks noGrp="1"/>
          </p:cNvSpPr>
          <p:nvPr>
            <p:ph type="pic" sz="quarter" idx="10"/>
          </p:nvPr>
        </p:nvSpPr>
        <p:spPr>
          <a:xfrm>
            <a:off x="21034" y="2976341"/>
            <a:ext cx="6740122" cy="3875539"/>
          </a:xfrm>
          <a:solidFill>
            <a:schemeClr val="tx1">
              <a:lumMod val="95000"/>
            </a:schemeClr>
          </a:solidFill>
        </p:spPr>
        <p:txBody>
          <a:bodyPr/>
          <a:lstStyle/>
          <a:p>
            <a:endParaRPr lang="en-US"/>
          </a:p>
        </p:txBody>
      </p:sp>
      <p:sp>
        <p:nvSpPr>
          <p:cNvPr id="3" name="Picture Placeholder 34">
            <a:extLst>
              <a:ext uri="{FF2B5EF4-FFF2-40B4-BE49-F238E27FC236}">
                <a16:creationId xmlns:a16="http://schemas.microsoft.com/office/drawing/2014/main" id="{5E4FE031-9091-8938-4EDF-260DFEFB13CE}"/>
              </a:ext>
            </a:extLst>
          </p:cNvPr>
          <p:cNvSpPr>
            <a:spLocks noGrp="1"/>
          </p:cNvSpPr>
          <p:nvPr>
            <p:ph type="pic" sz="quarter" idx="11"/>
          </p:nvPr>
        </p:nvSpPr>
        <p:spPr>
          <a:xfrm>
            <a:off x="6772250" y="6121"/>
            <a:ext cx="5398719" cy="2970214"/>
          </a:xfrm>
          <a:solidFill>
            <a:schemeClr val="tx1">
              <a:lumMod val="95000"/>
            </a:schemeClr>
          </a:solidFill>
        </p:spPr>
        <p:txBody>
          <a:bodyPr/>
          <a:lstStyle/>
          <a:p>
            <a:endParaRPr lang="en-US"/>
          </a:p>
        </p:txBody>
      </p:sp>
      <p:sp>
        <p:nvSpPr>
          <p:cNvPr id="8" name="Title 1">
            <a:extLst>
              <a:ext uri="{FF2B5EF4-FFF2-40B4-BE49-F238E27FC236}">
                <a16:creationId xmlns:a16="http://schemas.microsoft.com/office/drawing/2014/main" id="{131B3895-321B-8CAC-83C2-50F886A2CDA3}"/>
              </a:ext>
            </a:extLst>
          </p:cNvPr>
          <p:cNvSpPr>
            <a:spLocks noGrp="1"/>
          </p:cNvSpPr>
          <p:nvPr>
            <p:ph type="title" hasCustomPrompt="1"/>
          </p:nvPr>
        </p:nvSpPr>
        <p:spPr>
          <a:xfrm>
            <a:off x="546982" y="1073592"/>
            <a:ext cx="5521659" cy="1329595"/>
          </a:xfrm>
          <a:prstGeom prst="rect">
            <a:avLst/>
          </a:prstGeom>
        </p:spPr>
        <p:txBody>
          <a:bodyPr anchor="b"/>
          <a:lstStyle>
            <a:lvl1pPr algn="l">
              <a:lnSpc>
                <a:spcPct val="90000"/>
              </a:lnSpc>
              <a:defRPr sz="4800" spc="-80" baseline="0">
                <a:solidFill>
                  <a:schemeClr val="tx1"/>
                </a:solidFill>
              </a:defRPr>
            </a:lvl1pPr>
          </a:lstStyle>
          <a:p>
            <a:r>
              <a:rPr lang="en-US"/>
              <a:t>Moment/ Topic </a:t>
            </a:r>
            <a:br>
              <a:rPr lang="en-US"/>
            </a:br>
            <a:r>
              <a:rPr lang="en-US"/>
              <a:t>goes here </a:t>
            </a:r>
          </a:p>
        </p:txBody>
      </p:sp>
      <p:sp>
        <p:nvSpPr>
          <p:cNvPr id="10" name="Graphic 17">
            <a:extLst>
              <a:ext uri="{FF2B5EF4-FFF2-40B4-BE49-F238E27FC236}">
                <a16:creationId xmlns:a16="http://schemas.microsoft.com/office/drawing/2014/main" id="{E3871E5A-E0C3-B128-FC59-BD11547FEA55}"/>
              </a:ext>
            </a:extLst>
          </p:cNvPr>
          <p:cNvSpPr/>
          <p:nvPr userDrawn="1"/>
        </p:nvSpPr>
        <p:spPr>
          <a:xfrm>
            <a:off x="10787697" y="4593205"/>
            <a:ext cx="544056" cy="641808"/>
          </a:xfrm>
          <a:custGeom>
            <a:avLst/>
            <a:gdLst>
              <a:gd name="connsiteX0" fmla="*/ 0 w 679999"/>
              <a:gd name="connsiteY0" fmla="*/ 746251 h 746250"/>
              <a:gd name="connsiteX1" fmla="*/ 680000 w 679999"/>
              <a:gd name="connsiteY1" fmla="*/ 470551 h 746250"/>
              <a:gd name="connsiteX2" fmla="*/ 680000 w 679999"/>
              <a:gd name="connsiteY2" fmla="*/ 275700 h 746250"/>
              <a:gd name="connsiteX3" fmla="*/ 0 w 679999"/>
              <a:gd name="connsiteY3" fmla="*/ 0 h 746250"/>
              <a:gd name="connsiteX4" fmla="*/ 0 w 679999"/>
              <a:gd name="connsiteY4" fmla="*/ 194852 h 746250"/>
              <a:gd name="connsiteX5" fmla="*/ 439703 w 679999"/>
              <a:gd name="connsiteY5" fmla="*/ 373126 h 746250"/>
              <a:gd name="connsiteX6" fmla="*/ 0 w 679999"/>
              <a:gd name="connsiteY6" fmla="*/ 551399 h 746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9999" h="746250">
                <a:moveTo>
                  <a:pt x="0" y="746251"/>
                </a:moveTo>
                <a:lnTo>
                  <a:pt x="680000" y="470551"/>
                </a:lnTo>
                <a:lnTo>
                  <a:pt x="680000" y="275700"/>
                </a:lnTo>
                <a:lnTo>
                  <a:pt x="0" y="0"/>
                </a:lnTo>
                <a:lnTo>
                  <a:pt x="0" y="194852"/>
                </a:lnTo>
                <a:lnTo>
                  <a:pt x="439703" y="373126"/>
                </a:lnTo>
                <a:lnTo>
                  <a:pt x="0" y="551399"/>
                </a:lnTo>
                <a:close/>
              </a:path>
            </a:pathLst>
          </a:custGeom>
          <a:solidFill>
            <a:schemeClr val="tx2"/>
          </a:solidFill>
          <a:ln w="2062" cap="flat">
            <a:noFill/>
            <a:prstDash val="solid"/>
            <a:miter/>
          </a:ln>
        </p:spPr>
        <p:txBody>
          <a:bodyPr rtlCol="0" anchor="ctr"/>
          <a:lstStyle/>
          <a:p>
            <a:endParaRPr lang="en-CR" sz="1316"/>
          </a:p>
        </p:txBody>
      </p:sp>
      <p:sp>
        <p:nvSpPr>
          <p:cNvPr id="2" name="Subtitle 2">
            <a:extLst>
              <a:ext uri="{FF2B5EF4-FFF2-40B4-BE49-F238E27FC236}">
                <a16:creationId xmlns:a16="http://schemas.microsoft.com/office/drawing/2014/main" id="{54F08984-5A5F-2074-4481-4456FF813168}"/>
              </a:ext>
            </a:extLst>
          </p:cNvPr>
          <p:cNvSpPr>
            <a:spLocks noGrp="1"/>
          </p:cNvSpPr>
          <p:nvPr>
            <p:ph type="subTitle" idx="1" hasCustomPrompt="1"/>
          </p:nvPr>
        </p:nvSpPr>
        <p:spPr>
          <a:xfrm>
            <a:off x="7201931" y="3954223"/>
            <a:ext cx="2264549" cy="2173028"/>
          </a:xfrm>
          <a:prstGeom prst="rect">
            <a:avLst/>
          </a:prstGeom>
        </p:spPr>
        <p:txBody>
          <a:bodyPr anchor="t"/>
          <a:lstStyle>
            <a:lvl1pPr marL="0" indent="0" algn="l">
              <a:lnSpc>
                <a:spcPct val="90000"/>
              </a:lnSpc>
              <a:spcAft>
                <a:spcPts val="0"/>
              </a:spcAft>
              <a:buNone/>
              <a:defRPr sz="2240" b="0" i="0" spc="0">
                <a:solidFill>
                  <a:schemeClr val="tx1"/>
                </a:solidFill>
                <a:latin typeface="Graphik" panose="020B0503030202060203" pitchFamily="34" charset="77"/>
              </a:defRPr>
            </a:lvl1pPr>
            <a:lvl2pPr marL="365752" indent="0" algn="ctr">
              <a:buNone/>
              <a:defRPr sz="1600"/>
            </a:lvl2pPr>
            <a:lvl3pPr marL="731500" indent="0" algn="ctr">
              <a:buNone/>
              <a:defRPr sz="1440"/>
            </a:lvl3pPr>
            <a:lvl4pPr marL="1097249" indent="0" algn="ctr">
              <a:buNone/>
              <a:defRPr sz="1280"/>
            </a:lvl4pPr>
            <a:lvl5pPr marL="1462999" indent="0" algn="ctr">
              <a:buNone/>
              <a:defRPr sz="1280"/>
            </a:lvl5pPr>
            <a:lvl6pPr marL="1828749" indent="0" algn="ctr">
              <a:buNone/>
              <a:defRPr sz="1280"/>
            </a:lvl6pPr>
            <a:lvl7pPr marL="2194498" indent="0" algn="ctr">
              <a:buNone/>
              <a:defRPr sz="1280"/>
            </a:lvl7pPr>
            <a:lvl8pPr marL="2560249" indent="0" algn="ctr">
              <a:buNone/>
              <a:defRPr sz="1280"/>
            </a:lvl8pPr>
            <a:lvl9pPr marL="2925999" indent="0" algn="ctr">
              <a:buNone/>
              <a:defRPr sz="1280"/>
            </a:lvl9pPr>
          </a:lstStyle>
          <a:p>
            <a:pPr marL="0" lvl="0" indent="0" algn="l" defTabSz="731500" rtl="0" eaLnBrk="1" latinLnBrk="0" hangingPunct="1">
              <a:lnSpc>
                <a:spcPct val="100000"/>
              </a:lnSpc>
              <a:spcBef>
                <a:spcPts val="0"/>
              </a:spcBef>
              <a:spcAft>
                <a:spcPts val="0"/>
              </a:spcAft>
              <a:buFont typeface="Graphik" panose="020B0604020202020204" pitchFamily="34" charset="0"/>
              <a:buNone/>
            </a:pPr>
            <a:r>
              <a:rPr lang="en-GB"/>
              <a:t>Reinvention message goes here</a:t>
            </a:r>
            <a:endParaRPr lang="en-US"/>
          </a:p>
        </p:txBody>
      </p:sp>
    </p:spTree>
    <p:extLst>
      <p:ext uri="{BB962C8B-B14F-4D97-AF65-F5344CB8AC3E}">
        <p14:creationId xmlns:p14="http://schemas.microsoft.com/office/powerpoint/2010/main" val="48600740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884">
          <p15:clr>
            <a:srgbClr val="C35EA4"/>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userDrawn="1">
  <p:cSld name="Salutation: gradient">
    <p:bg>
      <p:bgPr>
        <a:solidFill>
          <a:schemeClr val="accent2"/>
        </a:solidFill>
        <a:effectLst/>
      </p:bgPr>
    </p:bg>
    <p:spTree>
      <p:nvGrpSpPr>
        <p:cNvPr id="1" name=""/>
        <p:cNvGrpSpPr/>
        <p:nvPr/>
      </p:nvGrpSpPr>
      <p:grpSpPr>
        <a:xfrm>
          <a:off x="0" y="0"/>
          <a:ext cx="0" cy="0"/>
          <a:chOff x="0" y="0"/>
          <a:chExt cx="0" cy="0"/>
        </a:xfrm>
      </p:grpSpPr>
      <p:pic>
        <p:nvPicPr>
          <p:cNvPr id="9" name="Picture 8" descr="A purple and black background&#10;&#10;AI-generated content may be incorrect.">
            <a:extLst>
              <a:ext uri="{FF2B5EF4-FFF2-40B4-BE49-F238E27FC236}">
                <a16:creationId xmlns:a16="http://schemas.microsoft.com/office/drawing/2014/main" id="{1E54F49D-2B2F-7CDD-DC94-B6FF9A694BDA}"/>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rot="5400000">
            <a:off x="2667000" y="-2667000"/>
            <a:ext cx="6858000" cy="12192000"/>
          </a:xfrm>
          <a:prstGeom prst="rect">
            <a:avLst/>
          </a:prstGeom>
        </p:spPr>
      </p:pic>
      <p:sp>
        <p:nvSpPr>
          <p:cNvPr id="2" name="copyright">
            <a:extLst>
              <a:ext uri="{FF2B5EF4-FFF2-40B4-BE49-F238E27FC236}">
                <a16:creationId xmlns:a16="http://schemas.microsoft.com/office/drawing/2014/main" id="{8F090878-FDCB-E32E-7E4D-4A1D113FA508}"/>
              </a:ext>
            </a:extLst>
          </p:cNvPr>
          <p:cNvSpPr txBox="1"/>
          <p:nvPr userDrawn="1"/>
        </p:nvSpPr>
        <p:spPr>
          <a:xfrm>
            <a:off x="9031909" y="6429853"/>
            <a:ext cx="2398092"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US" sz="800" dirty="0">
                <a:solidFill>
                  <a:schemeClr val="tx1">
                    <a:lumMod val="85000"/>
                    <a:alpha val="75000"/>
                  </a:schemeClr>
                </a:solidFill>
                <a:latin typeface="Graphik" panose="020B0503030202060203" pitchFamily="34" charset="77"/>
              </a:rPr>
              <a:t>Copyright © 2026 Accenture. All rights reserved.</a:t>
            </a:r>
            <a:endParaRPr lang="en-US" sz="1351" noProof="0" dirty="0">
              <a:solidFill>
                <a:schemeClr val="tx1">
                  <a:lumMod val="85000"/>
                  <a:alpha val="75000"/>
                </a:schemeClr>
              </a:solidFill>
              <a:latin typeface="Graphik" panose="020B0503030202060203" pitchFamily="34" charset="77"/>
            </a:endParaRPr>
          </a:p>
        </p:txBody>
      </p:sp>
      <p:sp>
        <p:nvSpPr>
          <p:cNvPr id="4" name="slide number automatic">
            <a:extLst>
              <a:ext uri="{FF2B5EF4-FFF2-40B4-BE49-F238E27FC236}">
                <a16:creationId xmlns:a16="http://schemas.microsoft.com/office/drawing/2014/main" id="{6DD78C6E-A2CA-C7D3-D53E-97A08AAAEAD8}"/>
              </a:ext>
            </a:extLst>
          </p:cNvPr>
          <p:cNvSpPr txBox="1"/>
          <p:nvPr userDrawn="1"/>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tx1">
                    <a:lumMod val="85000"/>
                    <a:alpha val="75000"/>
                  </a:schemeClr>
                </a:solidFill>
                <a:latin typeface="+mj-lt"/>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a:solidFill>
                <a:schemeClr val="tx1">
                  <a:lumMod val="85000"/>
                  <a:alpha val="75000"/>
                </a:schemeClr>
              </a:solidFill>
              <a:latin typeface="+mj-lt"/>
            </a:endParaRPr>
          </a:p>
        </p:txBody>
      </p:sp>
      <p:sp>
        <p:nvSpPr>
          <p:cNvPr id="8" name="Title 1">
            <a:extLst>
              <a:ext uri="{FF2B5EF4-FFF2-40B4-BE49-F238E27FC236}">
                <a16:creationId xmlns:a16="http://schemas.microsoft.com/office/drawing/2014/main" id="{4772D35A-1963-BF72-AA80-2201D2B0173F}"/>
              </a:ext>
            </a:extLst>
          </p:cNvPr>
          <p:cNvSpPr>
            <a:spLocks noGrp="1"/>
          </p:cNvSpPr>
          <p:nvPr>
            <p:ph type="title"/>
          </p:nvPr>
        </p:nvSpPr>
        <p:spPr>
          <a:xfrm>
            <a:off x="1191348" y="3429000"/>
            <a:ext cx="6046527" cy="984885"/>
          </a:xfrm>
          <a:prstGeom prst="rect">
            <a:avLst/>
          </a:prstGeom>
        </p:spPr>
        <p:txBody>
          <a:bodyPr wrap="none" anchor="ctr"/>
          <a:lstStyle>
            <a:lvl1pPr algn="l">
              <a:defRPr sz="8000">
                <a:solidFill>
                  <a:schemeClr val="tx1"/>
                </a:solidFill>
              </a:defRPr>
            </a:lvl1pPr>
          </a:lstStyle>
          <a:p>
            <a:r>
              <a:rPr lang="en-US"/>
              <a:t>Click to edit Master title style</a:t>
            </a:r>
          </a:p>
        </p:txBody>
      </p:sp>
      <p:sp>
        <p:nvSpPr>
          <p:cNvPr id="10" name="GTS_WH">
            <a:extLst>
              <a:ext uri="{FF2B5EF4-FFF2-40B4-BE49-F238E27FC236}">
                <a16:creationId xmlns:a16="http://schemas.microsoft.com/office/drawing/2014/main" id="{79093C77-020A-31D2-4F4F-DA77DEFA8E84}"/>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Tree>
    <p:extLst>
      <p:ext uri="{BB962C8B-B14F-4D97-AF65-F5344CB8AC3E}">
        <p14:creationId xmlns:p14="http://schemas.microsoft.com/office/powerpoint/2010/main" val="72660755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20">
          <p15:clr>
            <a:srgbClr val="C35EA4"/>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Agenda option 4">
    <p:bg>
      <p:bgPr>
        <a:solidFill>
          <a:schemeClr val="bg1"/>
        </a:solidFill>
        <a:effectLst/>
      </p:bgPr>
    </p:bg>
    <p:spTree>
      <p:nvGrpSpPr>
        <p:cNvPr id="1" name=""/>
        <p:cNvGrpSpPr/>
        <p:nvPr/>
      </p:nvGrpSpPr>
      <p:grpSpPr>
        <a:xfrm>
          <a:off x="0" y="0"/>
          <a:ext cx="0" cy="0"/>
          <a:chOff x="0" y="0"/>
          <a:chExt cx="0" cy="0"/>
        </a:xfrm>
      </p:grpSpPr>
      <p:sp>
        <p:nvSpPr>
          <p:cNvPr id="72" name="Text Placeholder 44">
            <a:extLst>
              <a:ext uri="{FF2B5EF4-FFF2-40B4-BE49-F238E27FC236}">
                <a16:creationId xmlns:a16="http://schemas.microsoft.com/office/drawing/2014/main" id="{FDE571CC-167D-47E3-8000-11E1185523A8}"/>
              </a:ext>
            </a:extLst>
          </p:cNvPr>
          <p:cNvSpPr>
            <a:spLocks noGrp="1"/>
          </p:cNvSpPr>
          <p:nvPr>
            <p:ph type="body" sz="quarter" idx="34" hasCustomPrompt="1"/>
          </p:nvPr>
        </p:nvSpPr>
        <p:spPr>
          <a:xfrm>
            <a:off x="5410716" y="3580468"/>
            <a:ext cx="1572616" cy="699189"/>
          </a:xfrm>
          <a:prstGeom prst="rect">
            <a:avLst/>
          </a:prstGeom>
        </p:spPr>
        <p:txBody>
          <a:bodyPr anchor="b">
            <a:normAutofit/>
          </a:bodyPr>
          <a:lstStyle>
            <a:lvl1pPr>
              <a:defRPr sz="3200">
                <a:solidFill>
                  <a:schemeClr val="tx1"/>
                </a:solidFill>
                <a:latin typeface="+mj-lt"/>
              </a:defRPr>
            </a:lvl1pPr>
          </a:lstStyle>
          <a:p>
            <a:pPr lvl="0"/>
            <a:r>
              <a:rPr lang="en-US"/>
              <a:t>#</a:t>
            </a:r>
            <a:endParaRPr lang="en-GB"/>
          </a:p>
        </p:txBody>
      </p:sp>
      <p:sp>
        <p:nvSpPr>
          <p:cNvPr id="73" name="Text Placeholder 44">
            <a:extLst>
              <a:ext uri="{FF2B5EF4-FFF2-40B4-BE49-F238E27FC236}">
                <a16:creationId xmlns:a16="http://schemas.microsoft.com/office/drawing/2014/main" id="{67D8E360-3B8E-42E3-A131-BBB8259C20D9}"/>
              </a:ext>
            </a:extLst>
          </p:cNvPr>
          <p:cNvSpPr>
            <a:spLocks noGrp="1"/>
          </p:cNvSpPr>
          <p:nvPr>
            <p:ph type="body" sz="quarter" idx="35" hasCustomPrompt="1"/>
          </p:nvPr>
        </p:nvSpPr>
        <p:spPr>
          <a:xfrm>
            <a:off x="7824549" y="3583562"/>
            <a:ext cx="1572616" cy="699189"/>
          </a:xfrm>
          <a:prstGeom prst="rect">
            <a:avLst/>
          </a:prstGeom>
        </p:spPr>
        <p:txBody>
          <a:bodyPr anchor="b">
            <a:normAutofit/>
          </a:bodyPr>
          <a:lstStyle>
            <a:lvl1pPr>
              <a:defRPr sz="3200">
                <a:solidFill>
                  <a:schemeClr val="tx1"/>
                </a:solidFill>
                <a:latin typeface="+mj-lt"/>
              </a:defRPr>
            </a:lvl1pPr>
          </a:lstStyle>
          <a:p>
            <a:pPr lvl="0"/>
            <a:r>
              <a:rPr lang="en-US"/>
              <a:t>#</a:t>
            </a:r>
            <a:endParaRPr lang="en-GB"/>
          </a:p>
        </p:txBody>
      </p:sp>
      <p:sp>
        <p:nvSpPr>
          <p:cNvPr id="74" name="Text Placeholder 44">
            <a:extLst>
              <a:ext uri="{FF2B5EF4-FFF2-40B4-BE49-F238E27FC236}">
                <a16:creationId xmlns:a16="http://schemas.microsoft.com/office/drawing/2014/main" id="{95023161-89C9-4A6B-93C9-5CCEA219CEE8}"/>
              </a:ext>
            </a:extLst>
          </p:cNvPr>
          <p:cNvSpPr>
            <a:spLocks noGrp="1"/>
          </p:cNvSpPr>
          <p:nvPr>
            <p:ph type="body" sz="quarter" idx="36" hasCustomPrompt="1"/>
          </p:nvPr>
        </p:nvSpPr>
        <p:spPr>
          <a:xfrm>
            <a:off x="10238384" y="3588203"/>
            <a:ext cx="1572616" cy="699189"/>
          </a:xfrm>
          <a:prstGeom prst="rect">
            <a:avLst/>
          </a:prstGeom>
        </p:spPr>
        <p:txBody>
          <a:bodyPr anchor="b">
            <a:normAutofit/>
          </a:bodyPr>
          <a:lstStyle>
            <a:lvl1pPr>
              <a:defRPr sz="3200">
                <a:solidFill>
                  <a:schemeClr val="tx1"/>
                </a:solidFill>
                <a:latin typeface="+mj-lt"/>
              </a:defRPr>
            </a:lvl1pPr>
          </a:lstStyle>
          <a:p>
            <a:pPr lvl="0"/>
            <a:r>
              <a:rPr lang="en-US"/>
              <a:t>#</a:t>
            </a:r>
            <a:endParaRPr lang="en-GB"/>
          </a:p>
        </p:txBody>
      </p:sp>
      <p:sp>
        <p:nvSpPr>
          <p:cNvPr id="77" name="Text Placeholder 44">
            <a:extLst>
              <a:ext uri="{FF2B5EF4-FFF2-40B4-BE49-F238E27FC236}">
                <a16:creationId xmlns:a16="http://schemas.microsoft.com/office/drawing/2014/main" id="{3D1567CD-545E-4481-AA52-EAB26F307DE5}"/>
              </a:ext>
            </a:extLst>
          </p:cNvPr>
          <p:cNvSpPr>
            <a:spLocks noGrp="1"/>
          </p:cNvSpPr>
          <p:nvPr>
            <p:ph type="body" sz="quarter" idx="44" hasCustomPrompt="1"/>
          </p:nvPr>
        </p:nvSpPr>
        <p:spPr>
          <a:xfrm>
            <a:off x="5410716" y="1597537"/>
            <a:ext cx="1572616" cy="699189"/>
          </a:xfrm>
          <a:prstGeom prst="rect">
            <a:avLst/>
          </a:prstGeom>
        </p:spPr>
        <p:txBody>
          <a:bodyPr anchor="b">
            <a:normAutofit/>
          </a:bodyPr>
          <a:lstStyle>
            <a:lvl1pPr>
              <a:defRPr sz="3200">
                <a:solidFill>
                  <a:schemeClr val="tx1"/>
                </a:solidFill>
                <a:latin typeface="+mj-lt"/>
              </a:defRPr>
            </a:lvl1pPr>
          </a:lstStyle>
          <a:p>
            <a:pPr lvl="0"/>
            <a:r>
              <a:rPr lang="en-US"/>
              <a:t>#</a:t>
            </a:r>
            <a:endParaRPr lang="en-GB"/>
          </a:p>
        </p:txBody>
      </p:sp>
      <p:sp>
        <p:nvSpPr>
          <p:cNvPr id="78" name="Text Placeholder 44">
            <a:extLst>
              <a:ext uri="{FF2B5EF4-FFF2-40B4-BE49-F238E27FC236}">
                <a16:creationId xmlns:a16="http://schemas.microsoft.com/office/drawing/2014/main" id="{C4A7E19B-BA4C-4167-B678-685C3673D0E0}"/>
              </a:ext>
            </a:extLst>
          </p:cNvPr>
          <p:cNvSpPr>
            <a:spLocks noGrp="1"/>
          </p:cNvSpPr>
          <p:nvPr>
            <p:ph type="body" sz="quarter" idx="45" hasCustomPrompt="1"/>
          </p:nvPr>
        </p:nvSpPr>
        <p:spPr>
          <a:xfrm>
            <a:off x="7824549" y="1600631"/>
            <a:ext cx="1572616" cy="699189"/>
          </a:xfrm>
          <a:prstGeom prst="rect">
            <a:avLst/>
          </a:prstGeom>
        </p:spPr>
        <p:txBody>
          <a:bodyPr anchor="b">
            <a:normAutofit/>
          </a:bodyPr>
          <a:lstStyle>
            <a:lvl1pPr>
              <a:defRPr sz="3200">
                <a:solidFill>
                  <a:schemeClr val="tx1"/>
                </a:solidFill>
                <a:latin typeface="+mj-lt"/>
              </a:defRPr>
            </a:lvl1pPr>
          </a:lstStyle>
          <a:p>
            <a:pPr lvl="0"/>
            <a:r>
              <a:rPr lang="en-US"/>
              <a:t>#</a:t>
            </a:r>
            <a:endParaRPr lang="en-GB"/>
          </a:p>
        </p:txBody>
      </p:sp>
      <p:sp>
        <p:nvSpPr>
          <p:cNvPr id="79" name="Text Placeholder 44">
            <a:extLst>
              <a:ext uri="{FF2B5EF4-FFF2-40B4-BE49-F238E27FC236}">
                <a16:creationId xmlns:a16="http://schemas.microsoft.com/office/drawing/2014/main" id="{33092D62-8436-4A51-8071-52D0BA46EF8C}"/>
              </a:ext>
            </a:extLst>
          </p:cNvPr>
          <p:cNvSpPr>
            <a:spLocks noGrp="1"/>
          </p:cNvSpPr>
          <p:nvPr>
            <p:ph type="body" sz="quarter" idx="46" hasCustomPrompt="1"/>
          </p:nvPr>
        </p:nvSpPr>
        <p:spPr>
          <a:xfrm>
            <a:off x="10238384" y="1605272"/>
            <a:ext cx="1572616" cy="699189"/>
          </a:xfrm>
          <a:prstGeom prst="rect">
            <a:avLst/>
          </a:prstGeom>
        </p:spPr>
        <p:txBody>
          <a:bodyPr anchor="b">
            <a:normAutofit/>
          </a:bodyPr>
          <a:lstStyle>
            <a:lvl1pPr>
              <a:defRPr sz="3200">
                <a:solidFill>
                  <a:schemeClr val="tx1"/>
                </a:solidFill>
                <a:latin typeface="+mj-lt"/>
              </a:defRPr>
            </a:lvl1pPr>
          </a:lstStyle>
          <a:p>
            <a:pPr lvl="0"/>
            <a:r>
              <a:rPr lang="en-US"/>
              <a:t>#</a:t>
            </a:r>
            <a:endParaRPr lang="en-GB"/>
          </a:p>
        </p:txBody>
      </p:sp>
      <p:sp>
        <p:nvSpPr>
          <p:cNvPr id="82" name="Text Placeholder 2">
            <a:extLst>
              <a:ext uri="{FF2B5EF4-FFF2-40B4-BE49-F238E27FC236}">
                <a16:creationId xmlns:a16="http://schemas.microsoft.com/office/drawing/2014/main" id="{722F4D46-D274-4F10-ABA0-DD9EA3E92016}"/>
              </a:ext>
            </a:extLst>
          </p:cNvPr>
          <p:cNvSpPr>
            <a:spLocks noGrp="1"/>
          </p:cNvSpPr>
          <p:nvPr>
            <p:ph type="body" sz="quarter" idx="54" hasCustomPrompt="1"/>
          </p:nvPr>
        </p:nvSpPr>
        <p:spPr>
          <a:xfrm>
            <a:off x="5402461" y="2304462"/>
            <a:ext cx="1580870" cy="833145"/>
          </a:xfrm>
          <a:prstGeom prst="rect">
            <a:avLst/>
          </a:prstGeom>
        </p:spPr>
        <p:txBody>
          <a:bodyPr>
            <a:normAutofit/>
          </a:bodyPr>
          <a:lstStyle>
            <a:lvl1pPr>
              <a:lnSpc>
                <a:spcPct val="100000"/>
              </a:lnSpc>
              <a:defRPr sz="1800" b="0" cap="none">
                <a:solidFill>
                  <a:schemeClr val="tx1"/>
                </a:solidFill>
                <a:latin typeface="+mn-lt"/>
              </a:defRPr>
            </a:lvl1pPr>
            <a:lvl2pPr marL="55562" indent="0">
              <a:buNone/>
              <a:defRPr>
                <a:latin typeface="Graphik Regular" panose="020B0503030202060203" pitchFamily="34" charset="0"/>
              </a:defRPr>
            </a:lvl2pPr>
            <a:lvl3pPr>
              <a:defRPr>
                <a:latin typeface="Graphik Regular" panose="020B0503030202060203" pitchFamily="34" charset="0"/>
              </a:defRPr>
            </a:lvl3pPr>
            <a:lvl4pPr>
              <a:defRPr>
                <a:latin typeface="Graphik Regular" panose="020B0503030202060203" pitchFamily="34" charset="0"/>
              </a:defRPr>
            </a:lvl4pPr>
            <a:lvl5pPr>
              <a:defRPr>
                <a:latin typeface="Graphik Regular" panose="020B0503030202060203" pitchFamily="34" charset="0"/>
              </a:defRPr>
            </a:lvl5pPr>
          </a:lstStyle>
          <a:p>
            <a:pPr lvl="0"/>
            <a:r>
              <a:rPr lang="en-US"/>
              <a:t>Click to add Title at 18 </a:t>
            </a:r>
            <a:r>
              <a:rPr lang="en-US" err="1"/>
              <a:t>pt</a:t>
            </a:r>
            <a:r>
              <a:rPr lang="en-US"/>
              <a:t> or less</a:t>
            </a:r>
          </a:p>
        </p:txBody>
      </p:sp>
      <p:sp>
        <p:nvSpPr>
          <p:cNvPr id="83" name="Text Placeholder 2">
            <a:extLst>
              <a:ext uri="{FF2B5EF4-FFF2-40B4-BE49-F238E27FC236}">
                <a16:creationId xmlns:a16="http://schemas.microsoft.com/office/drawing/2014/main" id="{9F91BFBD-9636-4FD4-8F52-6E39E26F0721}"/>
              </a:ext>
            </a:extLst>
          </p:cNvPr>
          <p:cNvSpPr>
            <a:spLocks noGrp="1"/>
          </p:cNvSpPr>
          <p:nvPr>
            <p:ph type="body" sz="quarter" idx="55" hasCustomPrompt="1"/>
          </p:nvPr>
        </p:nvSpPr>
        <p:spPr>
          <a:xfrm>
            <a:off x="7824549" y="2288696"/>
            <a:ext cx="1572616" cy="833145"/>
          </a:xfrm>
          <a:prstGeom prst="rect">
            <a:avLst/>
          </a:prstGeom>
        </p:spPr>
        <p:txBody>
          <a:bodyPr>
            <a:normAutofit/>
          </a:bodyPr>
          <a:lstStyle>
            <a:lvl1pPr>
              <a:lnSpc>
                <a:spcPct val="100000"/>
              </a:lnSpc>
              <a:defRPr sz="1800" b="0" cap="none">
                <a:solidFill>
                  <a:schemeClr val="tx1"/>
                </a:solidFill>
                <a:latin typeface="+mn-lt"/>
              </a:defRPr>
            </a:lvl1pPr>
            <a:lvl2pPr marL="55562" indent="0">
              <a:buNone/>
              <a:defRPr>
                <a:latin typeface="Graphik Regular" panose="020B0503030202060203" pitchFamily="34" charset="0"/>
              </a:defRPr>
            </a:lvl2pPr>
            <a:lvl3pPr>
              <a:defRPr>
                <a:latin typeface="Graphik Regular" panose="020B0503030202060203" pitchFamily="34" charset="0"/>
              </a:defRPr>
            </a:lvl3pPr>
            <a:lvl4pPr>
              <a:defRPr>
                <a:latin typeface="Graphik Regular" panose="020B0503030202060203" pitchFamily="34" charset="0"/>
              </a:defRPr>
            </a:lvl4pPr>
            <a:lvl5pPr>
              <a:defRPr>
                <a:latin typeface="Graphik Regular" panose="020B0503030202060203" pitchFamily="34" charset="0"/>
              </a:defRPr>
            </a:lvl5pPr>
          </a:lstStyle>
          <a:p>
            <a:pPr lvl="0"/>
            <a:r>
              <a:rPr lang="en-US"/>
              <a:t>Click to add Title at 18 </a:t>
            </a:r>
            <a:r>
              <a:rPr lang="en-US" err="1"/>
              <a:t>pt</a:t>
            </a:r>
            <a:r>
              <a:rPr lang="en-US"/>
              <a:t> or less</a:t>
            </a:r>
          </a:p>
        </p:txBody>
      </p:sp>
      <p:sp>
        <p:nvSpPr>
          <p:cNvPr id="84" name="Text Placeholder 2">
            <a:extLst>
              <a:ext uri="{FF2B5EF4-FFF2-40B4-BE49-F238E27FC236}">
                <a16:creationId xmlns:a16="http://schemas.microsoft.com/office/drawing/2014/main" id="{F01AF8C0-E88B-47D4-9C57-68C82E55FF5F}"/>
              </a:ext>
            </a:extLst>
          </p:cNvPr>
          <p:cNvSpPr>
            <a:spLocks noGrp="1"/>
          </p:cNvSpPr>
          <p:nvPr>
            <p:ph type="body" sz="quarter" idx="56" hasCustomPrompt="1"/>
          </p:nvPr>
        </p:nvSpPr>
        <p:spPr>
          <a:xfrm>
            <a:off x="10238382" y="2286854"/>
            <a:ext cx="1572616" cy="833145"/>
          </a:xfrm>
          <a:prstGeom prst="rect">
            <a:avLst/>
          </a:prstGeom>
        </p:spPr>
        <p:txBody>
          <a:bodyPr>
            <a:normAutofit/>
          </a:bodyPr>
          <a:lstStyle>
            <a:lvl1pPr>
              <a:lnSpc>
                <a:spcPct val="100000"/>
              </a:lnSpc>
              <a:defRPr sz="1800" b="0" cap="none">
                <a:solidFill>
                  <a:schemeClr val="tx1"/>
                </a:solidFill>
                <a:latin typeface="+mn-lt"/>
              </a:defRPr>
            </a:lvl1pPr>
            <a:lvl2pPr marL="55562" indent="0">
              <a:buNone/>
              <a:defRPr>
                <a:latin typeface="Graphik Regular" panose="020B0503030202060203" pitchFamily="34" charset="0"/>
              </a:defRPr>
            </a:lvl2pPr>
            <a:lvl3pPr>
              <a:defRPr>
                <a:latin typeface="Graphik Regular" panose="020B0503030202060203" pitchFamily="34" charset="0"/>
              </a:defRPr>
            </a:lvl3pPr>
            <a:lvl4pPr>
              <a:defRPr>
                <a:latin typeface="Graphik Regular" panose="020B0503030202060203" pitchFamily="34" charset="0"/>
              </a:defRPr>
            </a:lvl4pPr>
            <a:lvl5pPr>
              <a:defRPr>
                <a:latin typeface="Graphik Regular" panose="020B0503030202060203" pitchFamily="34" charset="0"/>
              </a:defRPr>
            </a:lvl5pPr>
          </a:lstStyle>
          <a:p>
            <a:pPr lvl="0"/>
            <a:r>
              <a:rPr lang="en-US"/>
              <a:t>Click to add Title at 18 </a:t>
            </a:r>
            <a:r>
              <a:rPr lang="en-US" err="1"/>
              <a:t>pt</a:t>
            </a:r>
            <a:r>
              <a:rPr lang="en-US"/>
              <a:t> or less</a:t>
            </a:r>
          </a:p>
        </p:txBody>
      </p:sp>
      <p:sp>
        <p:nvSpPr>
          <p:cNvPr id="87" name="Text Placeholder 2">
            <a:extLst>
              <a:ext uri="{FF2B5EF4-FFF2-40B4-BE49-F238E27FC236}">
                <a16:creationId xmlns:a16="http://schemas.microsoft.com/office/drawing/2014/main" id="{FC4FC8D5-B96C-437B-A281-3F7C9C7D71C8}"/>
              </a:ext>
            </a:extLst>
          </p:cNvPr>
          <p:cNvSpPr>
            <a:spLocks noGrp="1"/>
          </p:cNvSpPr>
          <p:nvPr>
            <p:ph type="body" sz="quarter" idx="59" hasCustomPrompt="1"/>
          </p:nvPr>
        </p:nvSpPr>
        <p:spPr>
          <a:xfrm>
            <a:off x="5394206" y="4287392"/>
            <a:ext cx="1580870" cy="833145"/>
          </a:xfrm>
          <a:prstGeom prst="rect">
            <a:avLst/>
          </a:prstGeom>
        </p:spPr>
        <p:txBody>
          <a:bodyPr>
            <a:normAutofit/>
          </a:bodyPr>
          <a:lstStyle>
            <a:lvl1pPr>
              <a:lnSpc>
                <a:spcPct val="100000"/>
              </a:lnSpc>
              <a:defRPr sz="1800" b="0" cap="none">
                <a:solidFill>
                  <a:schemeClr val="tx1"/>
                </a:solidFill>
                <a:latin typeface="+mn-lt"/>
              </a:defRPr>
            </a:lvl1pPr>
            <a:lvl2pPr marL="55562" indent="0">
              <a:buNone/>
              <a:defRPr>
                <a:latin typeface="Graphik Regular" panose="020B0503030202060203" pitchFamily="34" charset="0"/>
              </a:defRPr>
            </a:lvl2pPr>
            <a:lvl3pPr>
              <a:defRPr>
                <a:latin typeface="Graphik Regular" panose="020B0503030202060203" pitchFamily="34" charset="0"/>
              </a:defRPr>
            </a:lvl3pPr>
            <a:lvl4pPr>
              <a:defRPr>
                <a:latin typeface="Graphik Regular" panose="020B0503030202060203" pitchFamily="34" charset="0"/>
              </a:defRPr>
            </a:lvl4pPr>
            <a:lvl5pPr>
              <a:defRPr>
                <a:latin typeface="Graphik Regular" panose="020B0503030202060203" pitchFamily="34" charset="0"/>
              </a:defRPr>
            </a:lvl5pPr>
          </a:lstStyle>
          <a:p>
            <a:pPr lvl="0"/>
            <a:r>
              <a:rPr lang="en-US"/>
              <a:t>Click to add Title at 18 </a:t>
            </a:r>
            <a:r>
              <a:rPr lang="en-US" err="1"/>
              <a:t>pt</a:t>
            </a:r>
            <a:r>
              <a:rPr lang="en-US"/>
              <a:t> or less</a:t>
            </a:r>
          </a:p>
        </p:txBody>
      </p:sp>
      <p:sp>
        <p:nvSpPr>
          <p:cNvPr id="88" name="Text Placeholder 2">
            <a:extLst>
              <a:ext uri="{FF2B5EF4-FFF2-40B4-BE49-F238E27FC236}">
                <a16:creationId xmlns:a16="http://schemas.microsoft.com/office/drawing/2014/main" id="{8FD560F8-78FC-4428-9882-3934D9CBB659}"/>
              </a:ext>
            </a:extLst>
          </p:cNvPr>
          <p:cNvSpPr>
            <a:spLocks noGrp="1"/>
          </p:cNvSpPr>
          <p:nvPr>
            <p:ph type="body" sz="quarter" idx="60" hasCustomPrompt="1"/>
          </p:nvPr>
        </p:nvSpPr>
        <p:spPr>
          <a:xfrm>
            <a:off x="7816294" y="4271626"/>
            <a:ext cx="1572616" cy="833145"/>
          </a:xfrm>
          <a:prstGeom prst="rect">
            <a:avLst/>
          </a:prstGeom>
        </p:spPr>
        <p:txBody>
          <a:bodyPr>
            <a:normAutofit/>
          </a:bodyPr>
          <a:lstStyle>
            <a:lvl1pPr>
              <a:lnSpc>
                <a:spcPct val="100000"/>
              </a:lnSpc>
              <a:defRPr sz="1800" b="0" cap="none">
                <a:solidFill>
                  <a:schemeClr val="tx1"/>
                </a:solidFill>
                <a:latin typeface="+mn-lt"/>
              </a:defRPr>
            </a:lvl1pPr>
            <a:lvl2pPr marL="55562" indent="0">
              <a:buNone/>
              <a:defRPr>
                <a:latin typeface="Graphik Regular" panose="020B0503030202060203" pitchFamily="34" charset="0"/>
              </a:defRPr>
            </a:lvl2pPr>
            <a:lvl3pPr>
              <a:defRPr>
                <a:latin typeface="Graphik Regular" panose="020B0503030202060203" pitchFamily="34" charset="0"/>
              </a:defRPr>
            </a:lvl3pPr>
            <a:lvl4pPr>
              <a:defRPr>
                <a:latin typeface="Graphik Regular" panose="020B0503030202060203" pitchFamily="34" charset="0"/>
              </a:defRPr>
            </a:lvl4pPr>
            <a:lvl5pPr>
              <a:defRPr>
                <a:latin typeface="Graphik Regular" panose="020B0503030202060203" pitchFamily="34" charset="0"/>
              </a:defRPr>
            </a:lvl5pPr>
          </a:lstStyle>
          <a:p>
            <a:pPr lvl="0"/>
            <a:r>
              <a:rPr lang="en-US"/>
              <a:t>Click to add Title at 18 </a:t>
            </a:r>
            <a:r>
              <a:rPr lang="en-US" err="1"/>
              <a:t>pt</a:t>
            </a:r>
            <a:r>
              <a:rPr lang="en-US"/>
              <a:t> or less</a:t>
            </a:r>
          </a:p>
        </p:txBody>
      </p:sp>
      <p:sp>
        <p:nvSpPr>
          <p:cNvPr id="89" name="Text Placeholder 2">
            <a:extLst>
              <a:ext uri="{FF2B5EF4-FFF2-40B4-BE49-F238E27FC236}">
                <a16:creationId xmlns:a16="http://schemas.microsoft.com/office/drawing/2014/main" id="{176CA42E-BDE9-4A57-B993-296EED1BCB46}"/>
              </a:ext>
            </a:extLst>
          </p:cNvPr>
          <p:cNvSpPr>
            <a:spLocks noGrp="1"/>
          </p:cNvSpPr>
          <p:nvPr>
            <p:ph type="body" sz="quarter" idx="61" hasCustomPrompt="1"/>
          </p:nvPr>
        </p:nvSpPr>
        <p:spPr>
          <a:xfrm>
            <a:off x="10230127" y="4269784"/>
            <a:ext cx="1572616" cy="833145"/>
          </a:xfrm>
          <a:prstGeom prst="rect">
            <a:avLst/>
          </a:prstGeom>
        </p:spPr>
        <p:txBody>
          <a:bodyPr>
            <a:normAutofit/>
          </a:bodyPr>
          <a:lstStyle>
            <a:lvl1pPr>
              <a:lnSpc>
                <a:spcPct val="100000"/>
              </a:lnSpc>
              <a:defRPr sz="1800" b="0" cap="none">
                <a:solidFill>
                  <a:schemeClr val="tx1"/>
                </a:solidFill>
                <a:latin typeface="+mn-lt"/>
              </a:defRPr>
            </a:lvl1pPr>
            <a:lvl2pPr marL="55562" indent="0">
              <a:buNone/>
              <a:defRPr>
                <a:latin typeface="Graphik Regular" panose="020B0503030202060203" pitchFamily="34" charset="0"/>
              </a:defRPr>
            </a:lvl2pPr>
            <a:lvl3pPr>
              <a:defRPr>
                <a:latin typeface="Graphik Regular" panose="020B0503030202060203" pitchFamily="34" charset="0"/>
              </a:defRPr>
            </a:lvl3pPr>
            <a:lvl4pPr>
              <a:defRPr>
                <a:latin typeface="Graphik Regular" panose="020B0503030202060203" pitchFamily="34" charset="0"/>
              </a:defRPr>
            </a:lvl4pPr>
            <a:lvl5pPr>
              <a:defRPr>
                <a:latin typeface="Graphik Regular" panose="020B0503030202060203" pitchFamily="34" charset="0"/>
              </a:defRPr>
            </a:lvl5pPr>
          </a:lstStyle>
          <a:p>
            <a:pPr lvl="0"/>
            <a:r>
              <a:rPr lang="en-US"/>
              <a:t>Click to add Title at 18 </a:t>
            </a:r>
            <a:r>
              <a:rPr lang="en-US" err="1"/>
              <a:t>pt</a:t>
            </a:r>
            <a:r>
              <a:rPr lang="en-US"/>
              <a:t> or less</a:t>
            </a:r>
          </a:p>
        </p:txBody>
      </p:sp>
      <p:sp>
        <p:nvSpPr>
          <p:cNvPr id="18" name="Footer Placeholder 6">
            <a:extLst>
              <a:ext uri="{FF2B5EF4-FFF2-40B4-BE49-F238E27FC236}">
                <a16:creationId xmlns:a16="http://schemas.microsoft.com/office/drawing/2014/main" id="{FC8AB6A1-27E9-4726-8EED-1379C2B79DD0}"/>
              </a:ext>
            </a:extLst>
          </p:cNvPr>
          <p:cNvSpPr>
            <a:spLocks noGrp="1"/>
          </p:cNvSpPr>
          <p:nvPr>
            <p:ph type="ftr" sz="quarter" idx="16"/>
          </p:nvPr>
        </p:nvSpPr>
        <p:spPr>
          <a:xfrm>
            <a:off x="381002" y="6519009"/>
            <a:ext cx="5714999" cy="206375"/>
          </a:xfrm>
          <a:prstGeom prst="rect">
            <a:avLst/>
          </a:prstGeom>
        </p:spPr>
        <p:txBody>
          <a:bodyPr lIns="0"/>
          <a:lstStyle>
            <a:lvl1pPr>
              <a:defRPr sz="800">
                <a:solidFill>
                  <a:schemeClr val="tx1">
                    <a:alpha val="40000"/>
                  </a:schemeClr>
                </a:solidFill>
              </a:defRPr>
            </a:lvl1pPr>
          </a:lstStyle>
          <a:p>
            <a:r>
              <a:rPr lang="en-US" dirty="0"/>
              <a:t>Copyright © 2020 Accenture. All rights reserved.</a:t>
            </a:r>
          </a:p>
        </p:txBody>
      </p:sp>
      <p:sp>
        <p:nvSpPr>
          <p:cNvPr id="20" name="Slide Number Placeholder 9">
            <a:extLst>
              <a:ext uri="{FF2B5EF4-FFF2-40B4-BE49-F238E27FC236}">
                <a16:creationId xmlns:a16="http://schemas.microsoft.com/office/drawing/2014/main" id="{99EB2F96-A524-4376-ABC5-3FEBABEBAAB8}"/>
              </a:ext>
            </a:extLst>
          </p:cNvPr>
          <p:cNvSpPr>
            <a:spLocks noGrp="1"/>
          </p:cNvSpPr>
          <p:nvPr>
            <p:ph type="sldNum" sz="quarter" idx="17"/>
          </p:nvPr>
        </p:nvSpPr>
        <p:spPr>
          <a:xfrm>
            <a:off x="11506202" y="6519009"/>
            <a:ext cx="385711" cy="206375"/>
          </a:xfrm>
          <a:prstGeom prst="rect">
            <a:avLst/>
          </a:prstGeom>
        </p:spPr>
        <p:txBody>
          <a:bodyPr/>
          <a:lstStyle>
            <a:lvl1pPr>
              <a:defRPr sz="800">
                <a:solidFill>
                  <a:schemeClr val="tx1">
                    <a:alpha val="40000"/>
                  </a:schemeClr>
                </a:solidFill>
              </a:defRPr>
            </a:lvl1pPr>
          </a:lstStyle>
          <a:p>
            <a:fld id="{4F9AC08D-23A9-440E-BCB9-AA1E9877CC38}" type="slidenum">
              <a:rPr lang="en-US" smtClean="0"/>
              <a:pPr/>
              <a:t>‹#›</a:t>
            </a:fld>
            <a:endParaRPr lang="en-US" dirty="0"/>
          </a:p>
        </p:txBody>
      </p:sp>
      <p:sp>
        <p:nvSpPr>
          <p:cNvPr id="17" name="Text Placeholder 2">
            <a:extLst>
              <a:ext uri="{FF2B5EF4-FFF2-40B4-BE49-F238E27FC236}">
                <a16:creationId xmlns:a16="http://schemas.microsoft.com/office/drawing/2014/main" id="{174109FF-31FD-44DD-9BFD-B595E095CCA3}"/>
              </a:ext>
            </a:extLst>
          </p:cNvPr>
          <p:cNvSpPr>
            <a:spLocks noGrp="1"/>
          </p:cNvSpPr>
          <p:nvPr>
            <p:ph type="body" sz="quarter" idx="10" hasCustomPrompt="1"/>
          </p:nvPr>
        </p:nvSpPr>
        <p:spPr>
          <a:xfrm>
            <a:off x="369776" y="1597537"/>
            <a:ext cx="4395264" cy="3523001"/>
          </a:xfrm>
          <a:prstGeom prst="rect">
            <a:avLst/>
          </a:prstGeom>
        </p:spPr>
        <p:txBody>
          <a:bodyPr tIns="0" bIns="0" anchor="b">
            <a:normAutofit/>
          </a:bodyPr>
          <a:lstStyle>
            <a:lvl1pPr>
              <a:lnSpc>
                <a:spcPct val="70000"/>
              </a:lnSpc>
              <a:defRPr sz="7200">
                <a:solidFill>
                  <a:schemeClr val="accent1"/>
                </a:solidFill>
              </a:defRPr>
            </a:lvl1pPr>
            <a:lvl2pPr>
              <a:defRPr sz="6000"/>
            </a:lvl2pPr>
            <a:lvl3pPr>
              <a:defRPr sz="6000"/>
            </a:lvl3pPr>
            <a:lvl4pPr>
              <a:defRPr sz="6000"/>
            </a:lvl4pPr>
            <a:lvl5pPr>
              <a:defRPr sz="6000"/>
            </a:lvl5pPr>
          </a:lstStyle>
          <a:p>
            <a:pPr lvl="0"/>
            <a:r>
              <a:rPr lang="en-US"/>
              <a:t>Agenda</a:t>
            </a:r>
          </a:p>
        </p:txBody>
      </p:sp>
    </p:spTree>
    <p:extLst>
      <p:ext uri="{BB962C8B-B14F-4D97-AF65-F5344CB8AC3E}">
        <p14:creationId xmlns:p14="http://schemas.microsoft.com/office/powerpoint/2010/main" val="3127318474"/>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Agenda Option 5">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3BA67B93-5503-49C7-ADB5-EF3AECD1A8D5}"/>
              </a:ext>
            </a:extLst>
          </p:cNvPr>
          <p:cNvSpPr>
            <a:spLocks noGrp="1"/>
          </p:cNvSpPr>
          <p:nvPr>
            <p:ph type="body" sz="quarter" idx="10"/>
          </p:nvPr>
        </p:nvSpPr>
        <p:spPr>
          <a:xfrm>
            <a:off x="381003" y="377805"/>
            <a:ext cx="11421740" cy="1565295"/>
          </a:xfrm>
        </p:spPr>
        <p:txBody>
          <a:bodyPr tIns="0" bIns="0" anchor="t">
            <a:normAutofit/>
          </a:bodyPr>
          <a:lstStyle>
            <a:lvl1pPr>
              <a:lnSpc>
                <a:spcPct val="80000"/>
              </a:lnSpc>
              <a:defRPr sz="6000" cap="none">
                <a:solidFill>
                  <a:schemeClr val="tx1"/>
                </a:solidFill>
              </a:defRPr>
            </a:lvl1pPr>
            <a:lvl2pPr>
              <a:defRPr sz="6000"/>
            </a:lvl2pPr>
            <a:lvl3pPr>
              <a:defRPr sz="6000"/>
            </a:lvl3pPr>
            <a:lvl4pPr>
              <a:defRPr sz="6000"/>
            </a:lvl4pPr>
            <a:lvl5pPr>
              <a:defRPr sz="6000"/>
            </a:lvl5pPr>
          </a:lstStyle>
          <a:p>
            <a:pPr lvl="0"/>
            <a:r>
              <a:rPr lang="en-US"/>
              <a:t>Click to edit Master text styles</a:t>
            </a:r>
          </a:p>
        </p:txBody>
      </p:sp>
      <p:sp>
        <p:nvSpPr>
          <p:cNvPr id="70" name="Text Placeholder 44">
            <a:extLst>
              <a:ext uri="{FF2B5EF4-FFF2-40B4-BE49-F238E27FC236}">
                <a16:creationId xmlns:a16="http://schemas.microsoft.com/office/drawing/2014/main" id="{62554568-01B3-4431-8A8E-3067ECE43FA1}"/>
              </a:ext>
            </a:extLst>
          </p:cNvPr>
          <p:cNvSpPr>
            <a:spLocks noGrp="1"/>
          </p:cNvSpPr>
          <p:nvPr>
            <p:ph type="body" sz="quarter" idx="32" hasCustomPrompt="1"/>
          </p:nvPr>
        </p:nvSpPr>
        <p:spPr>
          <a:xfrm>
            <a:off x="397512" y="4346013"/>
            <a:ext cx="1572616" cy="699189"/>
          </a:xfrm>
        </p:spPr>
        <p:txBody>
          <a:bodyPr anchor="b">
            <a:normAutofit/>
          </a:bodyPr>
          <a:lstStyle>
            <a:lvl1pPr>
              <a:defRPr sz="3200">
                <a:solidFill>
                  <a:schemeClr val="accent1"/>
                </a:solidFill>
                <a:latin typeface="+mj-lt"/>
              </a:defRPr>
            </a:lvl1pPr>
          </a:lstStyle>
          <a:p>
            <a:pPr lvl="0"/>
            <a:r>
              <a:rPr lang="en-US"/>
              <a:t>06</a:t>
            </a:r>
            <a:endParaRPr lang="en-GB"/>
          </a:p>
        </p:txBody>
      </p:sp>
      <p:sp>
        <p:nvSpPr>
          <p:cNvPr id="71" name="Text Placeholder 44">
            <a:extLst>
              <a:ext uri="{FF2B5EF4-FFF2-40B4-BE49-F238E27FC236}">
                <a16:creationId xmlns:a16="http://schemas.microsoft.com/office/drawing/2014/main" id="{CCA78229-FDF4-4DB6-B436-CBCFEF931441}"/>
              </a:ext>
            </a:extLst>
          </p:cNvPr>
          <p:cNvSpPr>
            <a:spLocks noGrp="1"/>
          </p:cNvSpPr>
          <p:nvPr>
            <p:ph type="body" sz="quarter" idx="33" hasCustomPrompt="1"/>
          </p:nvPr>
        </p:nvSpPr>
        <p:spPr>
          <a:xfrm>
            <a:off x="2857730" y="4346013"/>
            <a:ext cx="1572616" cy="699189"/>
          </a:xfrm>
        </p:spPr>
        <p:txBody>
          <a:bodyPr anchor="b">
            <a:normAutofit/>
          </a:bodyPr>
          <a:lstStyle>
            <a:lvl1pPr>
              <a:defRPr sz="3200">
                <a:solidFill>
                  <a:schemeClr val="accent1"/>
                </a:solidFill>
                <a:latin typeface="+mj-lt"/>
              </a:defRPr>
            </a:lvl1pPr>
          </a:lstStyle>
          <a:p>
            <a:pPr lvl="0"/>
            <a:r>
              <a:rPr lang="en-US"/>
              <a:t>07</a:t>
            </a:r>
            <a:endParaRPr lang="en-GB"/>
          </a:p>
        </p:txBody>
      </p:sp>
      <p:sp>
        <p:nvSpPr>
          <p:cNvPr id="72" name="Text Placeholder 44">
            <a:extLst>
              <a:ext uri="{FF2B5EF4-FFF2-40B4-BE49-F238E27FC236}">
                <a16:creationId xmlns:a16="http://schemas.microsoft.com/office/drawing/2014/main" id="{FDE571CC-167D-47E3-8000-11E1185523A8}"/>
              </a:ext>
            </a:extLst>
          </p:cNvPr>
          <p:cNvSpPr>
            <a:spLocks noGrp="1"/>
          </p:cNvSpPr>
          <p:nvPr>
            <p:ph type="body" sz="quarter" idx="34" hasCustomPrompt="1"/>
          </p:nvPr>
        </p:nvSpPr>
        <p:spPr>
          <a:xfrm>
            <a:off x="5317948" y="4346013"/>
            <a:ext cx="1572616" cy="699189"/>
          </a:xfrm>
        </p:spPr>
        <p:txBody>
          <a:bodyPr anchor="b">
            <a:normAutofit/>
          </a:bodyPr>
          <a:lstStyle>
            <a:lvl1pPr>
              <a:defRPr sz="3200">
                <a:solidFill>
                  <a:schemeClr val="accent1"/>
                </a:solidFill>
                <a:latin typeface="+mj-lt"/>
              </a:defRPr>
            </a:lvl1pPr>
          </a:lstStyle>
          <a:p>
            <a:pPr lvl="0"/>
            <a:r>
              <a:rPr lang="en-US"/>
              <a:t>08</a:t>
            </a:r>
            <a:endParaRPr lang="en-GB"/>
          </a:p>
        </p:txBody>
      </p:sp>
      <p:sp>
        <p:nvSpPr>
          <p:cNvPr id="73" name="Text Placeholder 44">
            <a:extLst>
              <a:ext uri="{FF2B5EF4-FFF2-40B4-BE49-F238E27FC236}">
                <a16:creationId xmlns:a16="http://schemas.microsoft.com/office/drawing/2014/main" id="{67D8E360-3B8E-42E3-A131-BBB8259C20D9}"/>
              </a:ext>
            </a:extLst>
          </p:cNvPr>
          <p:cNvSpPr>
            <a:spLocks noGrp="1"/>
          </p:cNvSpPr>
          <p:nvPr>
            <p:ph type="body" sz="quarter" idx="35" hasCustomPrompt="1"/>
          </p:nvPr>
        </p:nvSpPr>
        <p:spPr>
          <a:xfrm>
            <a:off x="7778166" y="4346013"/>
            <a:ext cx="1572616" cy="699189"/>
          </a:xfrm>
        </p:spPr>
        <p:txBody>
          <a:bodyPr anchor="b">
            <a:normAutofit/>
          </a:bodyPr>
          <a:lstStyle>
            <a:lvl1pPr>
              <a:defRPr sz="3200">
                <a:solidFill>
                  <a:schemeClr val="accent1"/>
                </a:solidFill>
                <a:latin typeface="+mj-lt"/>
              </a:defRPr>
            </a:lvl1pPr>
          </a:lstStyle>
          <a:p>
            <a:pPr lvl="0"/>
            <a:r>
              <a:rPr lang="en-US"/>
              <a:t>09</a:t>
            </a:r>
            <a:endParaRPr lang="en-GB"/>
          </a:p>
        </p:txBody>
      </p:sp>
      <p:sp>
        <p:nvSpPr>
          <p:cNvPr id="74" name="Text Placeholder 44">
            <a:extLst>
              <a:ext uri="{FF2B5EF4-FFF2-40B4-BE49-F238E27FC236}">
                <a16:creationId xmlns:a16="http://schemas.microsoft.com/office/drawing/2014/main" id="{95023161-89C9-4A6B-93C9-5CCEA219CEE8}"/>
              </a:ext>
            </a:extLst>
          </p:cNvPr>
          <p:cNvSpPr>
            <a:spLocks noGrp="1"/>
          </p:cNvSpPr>
          <p:nvPr>
            <p:ph type="body" sz="quarter" idx="36" hasCustomPrompt="1"/>
          </p:nvPr>
        </p:nvSpPr>
        <p:spPr>
          <a:xfrm>
            <a:off x="10238384" y="4346013"/>
            <a:ext cx="1572616" cy="699189"/>
          </a:xfrm>
        </p:spPr>
        <p:txBody>
          <a:bodyPr anchor="b">
            <a:normAutofit/>
          </a:bodyPr>
          <a:lstStyle>
            <a:lvl1pPr>
              <a:defRPr sz="3200">
                <a:solidFill>
                  <a:schemeClr val="accent1"/>
                </a:solidFill>
                <a:latin typeface="+mj-lt"/>
              </a:defRPr>
            </a:lvl1pPr>
          </a:lstStyle>
          <a:p>
            <a:pPr lvl="0"/>
            <a:r>
              <a:rPr lang="en-US"/>
              <a:t>10</a:t>
            </a:r>
            <a:endParaRPr lang="en-GB"/>
          </a:p>
        </p:txBody>
      </p:sp>
      <p:sp>
        <p:nvSpPr>
          <p:cNvPr id="75" name="Text Placeholder 44">
            <a:extLst>
              <a:ext uri="{FF2B5EF4-FFF2-40B4-BE49-F238E27FC236}">
                <a16:creationId xmlns:a16="http://schemas.microsoft.com/office/drawing/2014/main" id="{D012A4F1-1A7B-4861-AAD0-9C8C48E69A0B}"/>
              </a:ext>
            </a:extLst>
          </p:cNvPr>
          <p:cNvSpPr>
            <a:spLocks noGrp="1"/>
          </p:cNvSpPr>
          <p:nvPr>
            <p:ph type="body" sz="quarter" idx="42" hasCustomPrompt="1"/>
          </p:nvPr>
        </p:nvSpPr>
        <p:spPr>
          <a:xfrm>
            <a:off x="397512" y="2363082"/>
            <a:ext cx="1572616" cy="699189"/>
          </a:xfrm>
        </p:spPr>
        <p:txBody>
          <a:bodyPr anchor="b">
            <a:normAutofit/>
          </a:bodyPr>
          <a:lstStyle>
            <a:lvl1pPr>
              <a:defRPr sz="3200">
                <a:solidFill>
                  <a:schemeClr val="accent1"/>
                </a:solidFill>
                <a:latin typeface="+mj-lt"/>
              </a:defRPr>
            </a:lvl1pPr>
          </a:lstStyle>
          <a:p>
            <a:pPr lvl="0"/>
            <a:r>
              <a:rPr lang="en-US"/>
              <a:t>01</a:t>
            </a:r>
            <a:endParaRPr lang="en-GB"/>
          </a:p>
        </p:txBody>
      </p:sp>
      <p:sp>
        <p:nvSpPr>
          <p:cNvPr id="76" name="Text Placeholder 44">
            <a:extLst>
              <a:ext uri="{FF2B5EF4-FFF2-40B4-BE49-F238E27FC236}">
                <a16:creationId xmlns:a16="http://schemas.microsoft.com/office/drawing/2014/main" id="{87432211-FA1B-4912-9E9D-1B7D1089CA20}"/>
              </a:ext>
            </a:extLst>
          </p:cNvPr>
          <p:cNvSpPr>
            <a:spLocks noGrp="1"/>
          </p:cNvSpPr>
          <p:nvPr>
            <p:ph type="body" sz="quarter" idx="43" hasCustomPrompt="1"/>
          </p:nvPr>
        </p:nvSpPr>
        <p:spPr>
          <a:xfrm>
            <a:off x="2857730" y="2363082"/>
            <a:ext cx="1572616" cy="699189"/>
          </a:xfrm>
        </p:spPr>
        <p:txBody>
          <a:bodyPr anchor="b">
            <a:normAutofit/>
          </a:bodyPr>
          <a:lstStyle>
            <a:lvl1pPr>
              <a:defRPr sz="3200">
                <a:solidFill>
                  <a:schemeClr val="accent1"/>
                </a:solidFill>
                <a:latin typeface="+mj-lt"/>
              </a:defRPr>
            </a:lvl1pPr>
          </a:lstStyle>
          <a:p>
            <a:pPr lvl="0"/>
            <a:r>
              <a:rPr lang="en-US"/>
              <a:t>02</a:t>
            </a:r>
            <a:endParaRPr lang="en-GB"/>
          </a:p>
        </p:txBody>
      </p:sp>
      <p:sp>
        <p:nvSpPr>
          <p:cNvPr id="77" name="Text Placeholder 44">
            <a:extLst>
              <a:ext uri="{FF2B5EF4-FFF2-40B4-BE49-F238E27FC236}">
                <a16:creationId xmlns:a16="http://schemas.microsoft.com/office/drawing/2014/main" id="{3D1567CD-545E-4481-AA52-EAB26F307DE5}"/>
              </a:ext>
            </a:extLst>
          </p:cNvPr>
          <p:cNvSpPr>
            <a:spLocks noGrp="1"/>
          </p:cNvSpPr>
          <p:nvPr>
            <p:ph type="body" sz="quarter" idx="44" hasCustomPrompt="1"/>
          </p:nvPr>
        </p:nvSpPr>
        <p:spPr>
          <a:xfrm>
            <a:off x="5317948" y="2363082"/>
            <a:ext cx="1572616" cy="699189"/>
          </a:xfrm>
        </p:spPr>
        <p:txBody>
          <a:bodyPr anchor="b">
            <a:normAutofit/>
          </a:bodyPr>
          <a:lstStyle>
            <a:lvl1pPr>
              <a:defRPr sz="3200">
                <a:solidFill>
                  <a:schemeClr val="accent1"/>
                </a:solidFill>
                <a:latin typeface="+mj-lt"/>
              </a:defRPr>
            </a:lvl1pPr>
          </a:lstStyle>
          <a:p>
            <a:pPr lvl="0"/>
            <a:r>
              <a:rPr lang="en-US"/>
              <a:t>03</a:t>
            </a:r>
            <a:endParaRPr lang="en-GB"/>
          </a:p>
        </p:txBody>
      </p:sp>
      <p:sp>
        <p:nvSpPr>
          <p:cNvPr id="78" name="Text Placeholder 44">
            <a:extLst>
              <a:ext uri="{FF2B5EF4-FFF2-40B4-BE49-F238E27FC236}">
                <a16:creationId xmlns:a16="http://schemas.microsoft.com/office/drawing/2014/main" id="{C4A7E19B-BA4C-4167-B678-685C3673D0E0}"/>
              </a:ext>
            </a:extLst>
          </p:cNvPr>
          <p:cNvSpPr>
            <a:spLocks noGrp="1"/>
          </p:cNvSpPr>
          <p:nvPr>
            <p:ph type="body" sz="quarter" idx="45" hasCustomPrompt="1"/>
          </p:nvPr>
        </p:nvSpPr>
        <p:spPr>
          <a:xfrm>
            <a:off x="7778166" y="2363082"/>
            <a:ext cx="1572616" cy="699189"/>
          </a:xfrm>
        </p:spPr>
        <p:txBody>
          <a:bodyPr anchor="b">
            <a:normAutofit/>
          </a:bodyPr>
          <a:lstStyle>
            <a:lvl1pPr>
              <a:defRPr sz="3200">
                <a:solidFill>
                  <a:schemeClr val="accent1"/>
                </a:solidFill>
                <a:latin typeface="+mj-lt"/>
              </a:defRPr>
            </a:lvl1pPr>
          </a:lstStyle>
          <a:p>
            <a:pPr lvl="0"/>
            <a:r>
              <a:rPr lang="en-US"/>
              <a:t>04</a:t>
            </a:r>
            <a:endParaRPr lang="en-GB"/>
          </a:p>
        </p:txBody>
      </p:sp>
      <p:sp>
        <p:nvSpPr>
          <p:cNvPr id="79" name="Text Placeholder 44">
            <a:extLst>
              <a:ext uri="{FF2B5EF4-FFF2-40B4-BE49-F238E27FC236}">
                <a16:creationId xmlns:a16="http://schemas.microsoft.com/office/drawing/2014/main" id="{33092D62-8436-4A51-8071-52D0BA46EF8C}"/>
              </a:ext>
            </a:extLst>
          </p:cNvPr>
          <p:cNvSpPr>
            <a:spLocks noGrp="1"/>
          </p:cNvSpPr>
          <p:nvPr>
            <p:ph type="body" sz="quarter" idx="46" hasCustomPrompt="1"/>
          </p:nvPr>
        </p:nvSpPr>
        <p:spPr>
          <a:xfrm>
            <a:off x="10238384" y="2363082"/>
            <a:ext cx="1572616" cy="699189"/>
          </a:xfrm>
        </p:spPr>
        <p:txBody>
          <a:bodyPr anchor="b">
            <a:normAutofit/>
          </a:bodyPr>
          <a:lstStyle>
            <a:lvl1pPr>
              <a:defRPr sz="3200">
                <a:solidFill>
                  <a:schemeClr val="accent1"/>
                </a:solidFill>
                <a:latin typeface="+mj-lt"/>
              </a:defRPr>
            </a:lvl1pPr>
          </a:lstStyle>
          <a:p>
            <a:pPr lvl="0"/>
            <a:r>
              <a:rPr lang="en-US"/>
              <a:t>05</a:t>
            </a:r>
            <a:endParaRPr lang="en-GB"/>
          </a:p>
        </p:txBody>
      </p:sp>
      <p:sp>
        <p:nvSpPr>
          <p:cNvPr id="80" name="Text Placeholder 2">
            <a:extLst>
              <a:ext uri="{FF2B5EF4-FFF2-40B4-BE49-F238E27FC236}">
                <a16:creationId xmlns:a16="http://schemas.microsoft.com/office/drawing/2014/main" id="{439731EE-FBBF-4749-8E58-161D1BD24B6E}"/>
              </a:ext>
            </a:extLst>
          </p:cNvPr>
          <p:cNvSpPr>
            <a:spLocks noGrp="1"/>
          </p:cNvSpPr>
          <p:nvPr>
            <p:ph type="body" sz="quarter" idx="13" hasCustomPrompt="1"/>
          </p:nvPr>
        </p:nvSpPr>
        <p:spPr>
          <a:xfrm>
            <a:off x="397512" y="3159475"/>
            <a:ext cx="1580870" cy="963004"/>
          </a:xfrm>
        </p:spPr>
        <p:txBody>
          <a:bodyPr>
            <a:normAutofit/>
          </a:bodyPr>
          <a:lstStyle>
            <a:lvl1pPr>
              <a:lnSpc>
                <a:spcPct val="90000"/>
              </a:lnSpc>
              <a:defRPr sz="1600" b="0" cap="none">
                <a:solidFill>
                  <a:schemeClr val="tx1"/>
                </a:solidFill>
                <a:latin typeface="+mn-lt"/>
              </a:defRPr>
            </a:lvl1pPr>
            <a:lvl2pPr marL="55562" indent="0">
              <a:buNone/>
              <a:defRPr>
                <a:latin typeface="Graphik Regular" panose="020B0503030202060203" pitchFamily="34" charset="0"/>
              </a:defRPr>
            </a:lvl2pPr>
            <a:lvl3pPr>
              <a:defRPr>
                <a:latin typeface="Graphik Regular" panose="020B0503030202060203" pitchFamily="34" charset="0"/>
              </a:defRPr>
            </a:lvl3pPr>
            <a:lvl4pPr>
              <a:defRPr>
                <a:latin typeface="Graphik Regular" panose="020B0503030202060203" pitchFamily="34" charset="0"/>
              </a:defRPr>
            </a:lvl4pPr>
            <a:lvl5pPr>
              <a:defRPr>
                <a:latin typeface="Graphik Regular" panose="020B0503030202060203" pitchFamily="34" charset="0"/>
              </a:defRPr>
            </a:lvl5pPr>
          </a:lstStyle>
          <a:p>
            <a:pPr lvl="0"/>
            <a:r>
              <a:rPr lang="en-US"/>
              <a:t>Click to edit master text styles</a:t>
            </a:r>
          </a:p>
        </p:txBody>
      </p:sp>
      <p:sp>
        <p:nvSpPr>
          <p:cNvPr id="81" name="Text Placeholder 2">
            <a:extLst>
              <a:ext uri="{FF2B5EF4-FFF2-40B4-BE49-F238E27FC236}">
                <a16:creationId xmlns:a16="http://schemas.microsoft.com/office/drawing/2014/main" id="{53987512-4428-45A6-9E5A-ECC62C5A7845}"/>
              </a:ext>
            </a:extLst>
          </p:cNvPr>
          <p:cNvSpPr>
            <a:spLocks noGrp="1"/>
          </p:cNvSpPr>
          <p:nvPr>
            <p:ph type="body" sz="quarter" idx="53" hasCustomPrompt="1"/>
          </p:nvPr>
        </p:nvSpPr>
        <p:spPr>
          <a:xfrm>
            <a:off x="2861856" y="3143709"/>
            <a:ext cx="1572616" cy="963004"/>
          </a:xfrm>
        </p:spPr>
        <p:txBody>
          <a:bodyPr>
            <a:normAutofit/>
          </a:bodyPr>
          <a:lstStyle>
            <a:lvl1pPr>
              <a:lnSpc>
                <a:spcPct val="90000"/>
              </a:lnSpc>
              <a:defRPr sz="1600" b="0" cap="none">
                <a:solidFill>
                  <a:schemeClr val="tx1"/>
                </a:solidFill>
                <a:latin typeface="+mn-lt"/>
              </a:defRPr>
            </a:lvl1pPr>
            <a:lvl2pPr marL="55562" indent="0">
              <a:buNone/>
              <a:defRPr>
                <a:latin typeface="Graphik Regular" panose="020B0503030202060203" pitchFamily="34" charset="0"/>
              </a:defRPr>
            </a:lvl2pPr>
            <a:lvl3pPr>
              <a:defRPr>
                <a:latin typeface="Graphik Regular" panose="020B0503030202060203" pitchFamily="34" charset="0"/>
              </a:defRPr>
            </a:lvl3pPr>
            <a:lvl4pPr>
              <a:defRPr>
                <a:latin typeface="Graphik Regular" panose="020B0503030202060203" pitchFamily="34" charset="0"/>
              </a:defRPr>
            </a:lvl4pPr>
            <a:lvl5pPr>
              <a:defRPr>
                <a:latin typeface="Graphik Regular" panose="020B0503030202060203" pitchFamily="34" charset="0"/>
              </a:defRPr>
            </a:lvl5pPr>
          </a:lstStyle>
          <a:p>
            <a:pPr lvl="0"/>
            <a:r>
              <a:rPr lang="en-US"/>
              <a:t>Click to edit master text styles</a:t>
            </a:r>
          </a:p>
        </p:txBody>
      </p:sp>
      <p:sp>
        <p:nvSpPr>
          <p:cNvPr id="82" name="Text Placeholder 2">
            <a:extLst>
              <a:ext uri="{FF2B5EF4-FFF2-40B4-BE49-F238E27FC236}">
                <a16:creationId xmlns:a16="http://schemas.microsoft.com/office/drawing/2014/main" id="{722F4D46-D274-4F10-ABA0-DD9EA3E92016}"/>
              </a:ext>
            </a:extLst>
          </p:cNvPr>
          <p:cNvSpPr>
            <a:spLocks noGrp="1"/>
          </p:cNvSpPr>
          <p:nvPr>
            <p:ph type="body" sz="quarter" idx="54" hasCustomPrompt="1"/>
          </p:nvPr>
        </p:nvSpPr>
        <p:spPr>
          <a:xfrm>
            <a:off x="5317946" y="3162634"/>
            <a:ext cx="1580870" cy="963004"/>
          </a:xfrm>
        </p:spPr>
        <p:txBody>
          <a:bodyPr>
            <a:normAutofit/>
          </a:bodyPr>
          <a:lstStyle>
            <a:lvl1pPr>
              <a:lnSpc>
                <a:spcPct val="90000"/>
              </a:lnSpc>
              <a:defRPr sz="1600" b="0" cap="none">
                <a:solidFill>
                  <a:schemeClr val="tx1"/>
                </a:solidFill>
                <a:latin typeface="+mn-lt"/>
              </a:defRPr>
            </a:lvl1pPr>
            <a:lvl2pPr marL="55562" indent="0">
              <a:buNone/>
              <a:defRPr>
                <a:latin typeface="Graphik Regular" panose="020B0503030202060203" pitchFamily="34" charset="0"/>
              </a:defRPr>
            </a:lvl2pPr>
            <a:lvl3pPr>
              <a:defRPr>
                <a:latin typeface="Graphik Regular" panose="020B0503030202060203" pitchFamily="34" charset="0"/>
              </a:defRPr>
            </a:lvl3pPr>
            <a:lvl4pPr>
              <a:defRPr>
                <a:latin typeface="Graphik Regular" panose="020B0503030202060203" pitchFamily="34" charset="0"/>
              </a:defRPr>
            </a:lvl4pPr>
            <a:lvl5pPr>
              <a:defRPr>
                <a:latin typeface="Graphik Regular" panose="020B0503030202060203" pitchFamily="34" charset="0"/>
              </a:defRPr>
            </a:lvl5pPr>
          </a:lstStyle>
          <a:p>
            <a:pPr lvl="0"/>
            <a:r>
              <a:rPr lang="en-US"/>
              <a:t>Click to edit master text styles</a:t>
            </a:r>
          </a:p>
        </p:txBody>
      </p:sp>
      <p:sp>
        <p:nvSpPr>
          <p:cNvPr id="83" name="Text Placeholder 2">
            <a:extLst>
              <a:ext uri="{FF2B5EF4-FFF2-40B4-BE49-F238E27FC236}">
                <a16:creationId xmlns:a16="http://schemas.microsoft.com/office/drawing/2014/main" id="{9F91BFBD-9636-4FD4-8F52-6E39E26F0721}"/>
              </a:ext>
            </a:extLst>
          </p:cNvPr>
          <p:cNvSpPr>
            <a:spLocks noGrp="1"/>
          </p:cNvSpPr>
          <p:nvPr>
            <p:ph type="body" sz="quarter" idx="55" hasCustomPrompt="1"/>
          </p:nvPr>
        </p:nvSpPr>
        <p:spPr>
          <a:xfrm>
            <a:off x="7782290" y="3146868"/>
            <a:ext cx="1572616" cy="963004"/>
          </a:xfrm>
        </p:spPr>
        <p:txBody>
          <a:bodyPr>
            <a:normAutofit/>
          </a:bodyPr>
          <a:lstStyle>
            <a:lvl1pPr>
              <a:lnSpc>
                <a:spcPct val="90000"/>
              </a:lnSpc>
              <a:defRPr sz="1600" b="0" cap="none">
                <a:solidFill>
                  <a:schemeClr val="tx1"/>
                </a:solidFill>
                <a:latin typeface="+mn-lt"/>
              </a:defRPr>
            </a:lvl1pPr>
            <a:lvl2pPr marL="55562" indent="0">
              <a:buNone/>
              <a:defRPr>
                <a:latin typeface="Graphik Regular" panose="020B0503030202060203" pitchFamily="34" charset="0"/>
              </a:defRPr>
            </a:lvl2pPr>
            <a:lvl3pPr>
              <a:defRPr>
                <a:latin typeface="Graphik Regular" panose="020B0503030202060203" pitchFamily="34" charset="0"/>
              </a:defRPr>
            </a:lvl3pPr>
            <a:lvl4pPr>
              <a:defRPr>
                <a:latin typeface="Graphik Regular" panose="020B0503030202060203" pitchFamily="34" charset="0"/>
              </a:defRPr>
            </a:lvl4pPr>
            <a:lvl5pPr>
              <a:defRPr>
                <a:latin typeface="Graphik Regular" panose="020B0503030202060203" pitchFamily="34" charset="0"/>
              </a:defRPr>
            </a:lvl5pPr>
          </a:lstStyle>
          <a:p>
            <a:pPr lvl="0"/>
            <a:r>
              <a:rPr lang="en-US"/>
              <a:t>Click to edit master text styles</a:t>
            </a:r>
          </a:p>
        </p:txBody>
      </p:sp>
      <p:sp>
        <p:nvSpPr>
          <p:cNvPr id="84" name="Text Placeholder 2">
            <a:extLst>
              <a:ext uri="{FF2B5EF4-FFF2-40B4-BE49-F238E27FC236}">
                <a16:creationId xmlns:a16="http://schemas.microsoft.com/office/drawing/2014/main" id="{F01AF8C0-E88B-47D4-9C57-68C82E55FF5F}"/>
              </a:ext>
            </a:extLst>
          </p:cNvPr>
          <p:cNvSpPr>
            <a:spLocks noGrp="1"/>
          </p:cNvSpPr>
          <p:nvPr>
            <p:ph type="body" sz="quarter" idx="56" hasCustomPrompt="1"/>
          </p:nvPr>
        </p:nvSpPr>
        <p:spPr>
          <a:xfrm>
            <a:off x="10238382" y="3145026"/>
            <a:ext cx="1572616" cy="963004"/>
          </a:xfrm>
        </p:spPr>
        <p:txBody>
          <a:bodyPr>
            <a:normAutofit/>
          </a:bodyPr>
          <a:lstStyle>
            <a:lvl1pPr>
              <a:lnSpc>
                <a:spcPct val="90000"/>
              </a:lnSpc>
              <a:defRPr sz="1600" b="0" cap="none">
                <a:solidFill>
                  <a:schemeClr val="tx1"/>
                </a:solidFill>
                <a:latin typeface="+mn-lt"/>
              </a:defRPr>
            </a:lvl1pPr>
            <a:lvl2pPr marL="55562" indent="0">
              <a:buNone/>
              <a:defRPr>
                <a:latin typeface="Graphik Regular" panose="020B0503030202060203" pitchFamily="34" charset="0"/>
              </a:defRPr>
            </a:lvl2pPr>
            <a:lvl3pPr>
              <a:defRPr>
                <a:latin typeface="Graphik Regular" panose="020B0503030202060203" pitchFamily="34" charset="0"/>
              </a:defRPr>
            </a:lvl3pPr>
            <a:lvl4pPr>
              <a:defRPr>
                <a:latin typeface="Graphik Regular" panose="020B0503030202060203" pitchFamily="34" charset="0"/>
              </a:defRPr>
            </a:lvl4pPr>
            <a:lvl5pPr>
              <a:defRPr>
                <a:latin typeface="Graphik Regular" panose="020B0503030202060203" pitchFamily="34" charset="0"/>
              </a:defRPr>
            </a:lvl5pPr>
          </a:lstStyle>
          <a:p>
            <a:pPr lvl="0"/>
            <a:r>
              <a:rPr lang="en-US"/>
              <a:t>Click to edit master text styles</a:t>
            </a:r>
          </a:p>
        </p:txBody>
      </p:sp>
      <p:sp>
        <p:nvSpPr>
          <p:cNvPr id="85" name="Text Placeholder 2">
            <a:extLst>
              <a:ext uri="{FF2B5EF4-FFF2-40B4-BE49-F238E27FC236}">
                <a16:creationId xmlns:a16="http://schemas.microsoft.com/office/drawing/2014/main" id="{02847DEE-A5F9-4C29-B154-1544212CE4E9}"/>
              </a:ext>
            </a:extLst>
          </p:cNvPr>
          <p:cNvSpPr>
            <a:spLocks noGrp="1"/>
          </p:cNvSpPr>
          <p:nvPr>
            <p:ph type="body" sz="quarter" idx="57" hasCustomPrompt="1"/>
          </p:nvPr>
        </p:nvSpPr>
        <p:spPr>
          <a:xfrm>
            <a:off x="389257" y="5142405"/>
            <a:ext cx="1580870" cy="963004"/>
          </a:xfrm>
        </p:spPr>
        <p:txBody>
          <a:bodyPr>
            <a:normAutofit/>
          </a:bodyPr>
          <a:lstStyle>
            <a:lvl1pPr>
              <a:lnSpc>
                <a:spcPct val="90000"/>
              </a:lnSpc>
              <a:defRPr sz="1600" b="0" cap="none">
                <a:solidFill>
                  <a:schemeClr val="tx1"/>
                </a:solidFill>
                <a:latin typeface="+mn-lt"/>
              </a:defRPr>
            </a:lvl1pPr>
            <a:lvl2pPr marL="55562" indent="0">
              <a:buNone/>
              <a:defRPr>
                <a:latin typeface="Graphik Regular" panose="020B0503030202060203" pitchFamily="34" charset="0"/>
              </a:defRPr>
            </a:lvl2pPr>
            <a:lvl3pPr>
              <a:defRPr>
                <a:latin typeface="Graphik Regular" panose="020B0503030202060203" pitchFamily="34" charset="0"/>
              </a:defRPr>
            </a:lvl3pPr>
            <a:lvl4pPr>
              <a:defRPr>
                <a:latin typeface="Graphik Regular" panose="020B0503030202060203" pitchFamily="34" charset="0"/>
              </a:defRPr>
            </a:lvl4pPr>
            <a:lvl5pPr>
              <a:defRPr>
                <a:latin typeface="Graphik Regular" panose="020B0503030202060203" pitchFamily="34" charset="0"/>
              </a:defRPr>
            </a:lvl5pPr>
          </a:lstStyle>
          <a:p>
            <a:pPr lvl="0"/>
            <a:r>
              <a:rPr lang="en-US"/>
              <a:t>Click to edit master text styles</a:t>
            </a:r>
          </a:p>
        </p:txBody>
      </p:sp>
      <p:sp>
        <p:nvSpPr>
          <p:cNvPr id="86" name="Text Placeholder 2">
            <a:extLst>
              <a:ext uri="{FF2B5EF4-FFF2-40B4-BE49-F238E27FC236}">
                <a16:creationId xmlns:a16="http://schemas.microsoft.com/office/drawing/2014/main" id="{8FDB1794-F8AB-4138-AAA1-A52DD6E79A3A}"/>
              </a:ext>
            </a:extLst>
          </p:cNvPr>
          <p:cNvSpPr>
            <a:spLocks noGrp="1"/>
          </p:cNvSpPr>
          <p:nvPr>
            <p:ph type="body" sz="quarter" idx="58" hasCustomPrompt="1"/>
          </p:nvPr>
        </p:nvSpPr>
        <p:spPr>
          <a:xfrm>
            <a:off x="2853601" y="5126639"/>
            <a:ext cx="1572616" cy="963004"/>
          </a:xfrm>
        </p:spPr>
        <p:txBody>
          <a:bodyPr>
            <a:normAutofit/>
          </a:bodyPr>
          <a:lstStyle>
            <a:lvl1pPr>
              <a:lnSpc>
                <a:spcPct val="90000"/>
              </a:lnSpc>
              <a:defRPr sz="1600" b="0" cap="none">
                <a:solidFill>
                  <a:schemeClr val="tx1"/>
                </a:solidFill>
                <a:latin typeface="+mn-lt"/>
              </a:defRPr>
            </a:lvl1pPr>
            <a:lvl2pPr marL="55562" indent="0">
              <a:buNone/>
              <a:defRPr>
                <a:latin typeface="Graphik Regular" panose="020B0503030202060203" pitchFamily="34" charset="0"/>
              </a:defRPr>
            </a:lvl2pPr>
            <a:lvl3pPr>
              <a:defRPr>
                <a:latin typeface="Graphik Regular" panose="020B0503030202060203" pitchFamily="34" charset="0"/>
              </a:defRPr>
            </a:lvl3pPr>
            <a:lvl4pPr>
              <a:defRPr>
                <a:latin typeface="Graphik Regular" panose="020B0503030202060203" pitchFamily="34" charset="0"/>
              </a:defRPr>
            </a:lvl4pPr>
            <a:lvl5pPr>
              <a:defRPr>
                <a:latin typeface="Graphik Regular" panose="020B0503030202060203" pitchFamily="34" charset="0"/>
              </a:defRPr>
            </a:lvl5pPr>
          </a:lstStyle>
          <a:p>
            <a:pPr lvl="0"/>
            <a:r>
              <a:rPr lang="en-US"/>
              <a:t>Click to edit master text styles</a:t>
            </a:r>
          </a:p>
        </p:txBody>
      </p:sp>
      <p:sp>
        <p:nvSpPr>
          <p:cNvPr id="87" name="Text Placeholder 2">
            <a:extLst>
              <a:ext uri="{FF2B5EF4-FFF2-40B4-BE49-F238E27FC236}">
                <a16:creationId xmlns:a16="http://schemas.microsoft.com/office/drawing/2014/main" id="{FC4FC8D5-B96C-437B-A281-3F7C9C7D71C8}"/>
              </a:ext>
            </a:extLst>
          </p:cNvPr>
          <p:cNvSpPr>
            <a:spLocks noGrp="1"/>
          </p:cNvSpPr>
          <p:nvPr>
            <p:ph type="body" sz="quarter" idx="59" hasCustomPrompt="1"/>
          </p:nvPr>
        </p:nvSpPr>
        <p:spPr>
          <a:xfrm>
            <a:off x="5309691" y="5145564"/>
            <a:ext cx="1580870" cy="963004"/>
          </a:xfrm>
        </p:spPr>
        <p:txBody>
          <a:bodyPr>
            <a:normAutofit/>
          </a:bodyPr>
          <a:lstStyle>
            <a:lvl1pPr>
              <a:lnSpc>
                <a:spcPct val="90000"/>
              </a:lnSpc>
              <a:defRPr sz="1600" b="0" cap="none">
                <a:solidFill>
                  <a:schemeClr val="tx1"/>
                </a:solidFill>
                <a:latin typeface="+mn-lt"/>
              </a:defRPr>
            </a:lvl1pPr>
            <a:lvl2pPr marL="55562" indent="0">
              <a:buNone/>
              <a:defRPr>
                <a:latin typeface="Graphik Regular" panose="020B0503030202060203" pitchFamily="34" charset="0"/>
              </a:defRPr>
            </a:lvl2pPr>
            <a:lvl3pPr>
              <a:defRPr>
                <a:latin typeface="Graphik Regular" panose="020B0503030202060203" pitchFamily="34" charset="0"/>
              </a:defRPr>
            </a:lvl3pPr>
            <a:lvl4pPr>
              <a:defRPr>
                <a:latin typeface="Graphik Regular" panose="020B0503030202060203" pitchFamily="34" charset="0"/>
              </a:defRPr>
            </a:lvl4pPr>
            <a:lvl5pPr>
              <a:defRPr>
                <a:latin typeface="Graphik Regular" panose="020B0503030202060203" pitchFamily="34" charset="0"/>
              </a:defRPr>
            </a:lvl5pPr>
          </a:lstStyle>
          <a:p>
            <a:pPr lvl="0"/>
            <a:r>
              <a:rPr lang="en-US"/>
              <a:t>Click to edit master text styles</a:t>
            </a:r>
          </a:p>
        </p:txBody>
      </p:sp>
      <p:sp>
        <p:nvSpPr>
          <p:cNvPr id="88" name="Text Placeholder 2">
            <a:extLst>
              <a:ext uri="{FF2B5EF4-FFF2-40B4-BE49-F238E27FC236}">
                <a16:creationId xmlns:a16="http://schemas.microsoft.com/office/drawing/2014/main" id="{8FD560F8-78FC-4428-9882-3934D9CBB659}"/>
              </a:ext>
            </a:extLst>
          </p:cNvPr>
          <p:cNvSpPr>
            <a:spLocks noGrp="1"/>
          </p:cNvSpPr>
          <p:nvPr>
            <p:ph type="body" sz="quarter" idx="60" hasCustomPrompt="1"/>
          </p:nvPr>
        </p:nvSpPr>
        <p:spPr>
          <a:xfrm>
            <a:off x="7774035" y="5129798"/>
            <a:ext cx="1572616" cy="963004"/>
          </a:xfrm>
        </p:spPr>
        <p:txBody>
          <a:bodyPr>
            <a:normAutofit/>
          </a:bodyPr>
          <a:lstStyle>
            <a:lvl1pPr>
              <a:lnSpc>
                <a:spcPct val="90000"/>
              </a:lnSpc>
              <a:defRPr sz="1600" b="0" cap="none">
                <a:solidFill>
                  <a:schemeClr val="tx1"/>
                </a:solidFill>
                <a:latin typeface="+mn-lt"/>
              </a:defRPr>
            </a:lvl1pPr>
            <a:lvl2pPr marL="55562" indent="0">
              <a:buNone/>
              <a:defRPr>
                <a:latin typeface="Graphik Regular" panose="020B0503030202060203" pitchFamily="34" charset="0"/>
              </a:defRPr>
            </a:lvl2pPr>
            <a:lvl3pPr>
              <a:defRPr>
                <a:latin typeface="Graphik Regular" panose="020B0503030202060203" pitchFamily="34" charset="0"/>
              </a:defRPr>
            </a:lvl3pPr>
            <a:lvl4pPr>
              <a:defRPr>
                <a:latin typeface="Graphik Regular" panose="020B0503030202060203" pitchFamily="34" charset="0"/>
              </a:defRPr>
            </a:lvl4pPr>
            <a:lvl5pPr>
              <a:defRPr>
                <a:latin typeface="Graphik Regular" panose="020B0503030202060203" pitchFamily="34" charset="0"/>
              </a:defRPr>
            </a:lvl5pPr>
          </a:lstStyle>
          <a:p>
            <a:pPr lvl="0"/>
            <a:r>
              <a:rPr lang="en-US"/>
              <a:t>Click to edit master text styles</a:t>
            </a:r>
          </a:p>
        </p:txBody>
      </p:sp>
      <p:sp>
        <p:nvSpPr>
          <p:cNvPr id="89" name="Text Placeholder 2">
            <a:extLst>
              <a:ext uri="{FF2B5EF4-FFF2-40B4-BE49-F238E27FC236}">
                <a16:creationId xmlns:a16="http://schemas.microsoft.com/office/drawing/2014/main" id="{176CA42E-BDE9-4A57-B993-296EED1BCB46}"/>
              </a:ext>
            </a:extLst>
          </p:cNvPr>
          <p:cNvSpPr>
            <a:spLocks noGrp="1"/>
          </p:cNvSpPr>
          <p:nvPr>
            <p:ph type="body" sz="quarter" idx="61" hasCustomPrompt="1"/>
          </p:nvPr>
        </p:nvSpPr>
        <p:spPr>
          <a:xfrm>
            <a:off x="10230127" y="5127956"/>
            <a:ext cx="1572616" cy="963004"/>
          </a:xfrm>
        </p:spPr>
        <p:txBody>
          <a:bodyPr>
            <a:normAutofit/>
          </a:bodyPr>
          <a:lstStyle>
            <a:lvl1pPr>
              <a:lnSpc>
                <a:spcPct val="90000"/>
              </a:lnSpc>
              <a:defRPr sz="1600" b="0" cap="none">
                <a:solidFill>
                  <a:schemeClr val="tx1"/>
                </a:solidFill>
                <a:latin typeface="+mn-lt"/>
              </a:defRPr>
            </a:lvl1pPr>
            <a:lvl2pPr marL="55562" indent="0">
              <a:buNone/>
              <a:defRPr>
                <a:latin typeface="Graphik Regular" panose="020B0503030202060203" pitchFamily="34" charset="0"/>
              </a:defRPr>
            </a:lvl2pPr>
            <a:lvl3pPr>
              <a:defRPr>
                <a:latin typeface="Graphik Regular" panose="020B0503030202060203" pitchFamily="34" charset="0"/>
              </a:defRPr>
            </a:lvl3pPr>
            <a:lvl4pPr>
              <a:defRPr>
                <a:latin typeface="Graphik Regular" panose="020B0503030202060203" pitchFamily="34" charset="0"/>
              </a:defRPr>
            </a:lvl4pPr>
            <a:lvl5pPr>
              <a:defRPr>
                <a:latin typeface="Graphik Regular" panose="020B0503030202060203" pitchFamily="34" charset="0"/>
              </a:defRPr>
            </a:lvl5pPr>
          </a:lstStyle>
          <a:p>
            <a:pPr lvl="0"/>
            <a:r>
              <a:rPr lang="en-US"/>
              <a:t>Click to edit master text styles</a:t>
            </a:r>
          </a:p>
        </p:txBody>
      </p:sp>
      <p:sp>
        <p:nvSpPr>
          <p:cNvPr id="27" name="Footer Placeholder 6">
            <a:extLst>
              <a:ext uri="{FF2B5EF4-FFF2-40B4-BE49-F238E27FC236}">
                <a16:creationId xmlns:a16="http://schemas.microsoft.com/office/drawing/2014/main" id="{DF893CCF-7E5D-47A2-BEAA-290732009D83}"/>
              </a:ext>
            </a:extLst>
          </p:cNvPr>
          <p:cNvSpPr>
            <a:spLocks noGrp="1"/>
          </p:cNvSpPr>
          <p:nvPr>
            <p:ph type="ftr" sz="quarter" idx="16"/>
          </p:nvPr>
        </p:nvSpPr>
        <p:spPr>
          <a:xfrm>
            <a:off x="381002" y="6519009"/>
            <a:ext cx="5714999" cy="206375"/>
          </a:xfrm>
          <a:prstGeom prst="rect">
            <a:avLst/>
          </a:prstGeom>
        </p:spPr>
        <p:txBody>
          <a:bodyPr lIns="0"/>
          <a:lstStyle>
            <a:lvl1pPr>
              <a:defRPr sz="800">
                <a:solidFill>
                  <a:schemeClr val="tx1">
                    <a:alpha val="40000"/>
                  </a:schemeClr>
                </a:solidFill>
              </a:defRPr>
            </a:lvl1pPr>
          </a:lstStyle>
          <a:p>
            <a:r>
              <a:rPr lang="en-US" dirty="0"/>
              <a:t>Copyright © 2020 Accenture. All rights reserved.</a:t>
            </a:r>
          </a:p>
        </p:txBody>
      </p:sp>
      <p:sp>
        <p:nvSpPr>
          <p:cNvPr id="28" name="Slide Number Placeholder 9">
            <a:extLst>
              <a:ext uri="{FF2B5EF4-FFF2-40B4-BE49-F238E27FC236}">
                <a16:creationId xmlns:a16="http://schemas.microsoft.com/office/drawing/2014/main" id="{82929F35-82A7-4CD0-B264-4B8953C83B45}"/>
              </a:ext>
            </a:extLst>
          </p:cNvPr>
          <p:cNvSpPr>
            <a:spLocks noGrp="1"/>
          </p:cNvSpPr>
          <p:nvPr>
            <p:ph type="sldNum" sz="quarter" idx="17"/>
          </p:nvPr>
        </p:nvSpPr>
        <p:spPr>
          <a:xfrm>
            <a:off x="11506202" y="6519009"/>
            <a:ext cx="385711" cy="206375"/>
          </a:xfrm>
          <a:prstGeom prst="rect">
            <a:avLst/>
          </a:prstGeom>
        </p:spPr>
        <p:txBody>
          <a:bodyPr/>
          <a:lstStyle>
            <a:lvl1pPr>
              <a:defRPr sz="800">
                <a:solidFill>
                  <a:schemeClr val="tx1">
                    <a:alpha val="40000"/>
                  </a:schemeClr>
                </a:solidFill>
              </a:defRPr>
            </a:lvl1pPr>
          </a:lstStyle>
          <a:p>
            <a:fld id="{4F9AC08D-23A9-440E-BCB9-AA1E9877CC38}" type="slidenum">
              <a:rPr lang="en-US" smtClean="0"/>
              <a:pPr/>
              <a:t>‹#›</a:t>
            </a:fld>
            <a:endParaRPr lang="en-US" dirty="0"/>
          </a:p>
        </p:txBody>
      </p:sp>
    </p:spTree>
    <p:extLst>
      <p:ext uri="{BB962C8B-B14F-4D97-AF65-F5344CB8AC3E}">
        <p14:creationId xmlns:p14="http://schemas.microsoft.com/office/powerpoint/2010/main" val="3365527289"/>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One Column Layou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41986EA-B600-4DE9-873A-47A5273447BD}"/>
              </a:ext>
            </a:extLst>
          </p:cNvPr>
          <p:cNvSpPr>
            <a:spLocks noGrp="1"/>
          </p:cNvSpPr>
          <p:nvPr>
            <p:ph type="body" sz="quarter" idx="10"/>
          </p:nvPr>
        </p:nvSpPr>
        <p:spPr>
          <a:xfrm>
            <a:off x="381000" y="1943100"/>
            <a:ext cx="8572500" cy="4284279"/>
          </a:xfrm>
          <a:prstGeom prst="rect">
            <a:avLst/>
          </a:prstGeom>
        </p:spPr>
        <p:txBody>
          <a:bodyPr/>
          <a:lstStyle>
            <a:lvl1pPr>
              <a:lnSpc>
                <a:spcPct val="100000"/>
              </a:lnSpc>
              <a:spcBef>
                <a:spcPts val="1200"/>
              </a:spcBef>
              <a:spcAft>
                <a:spcPts val="1200"/>
              </a:spcAft>
              <a:defRPr kumimoji="0" lang="en-US" sz="2800" b="1" i="0" u="none" strike="noStrike" kern="1200" cap="none" spc="0" normalizeH="0" baseline="0" dirty="0" smtClean="0">
                <a:ln>
                  <a:noFill/>
                </a:ln>
                <a:solidFill>
                  <a:schemeClr val="accent1"/>
                </a:solidFill>
                <a:effectLst/>
                <a:uLnTx/>
                <a:uFillTx/>
                <a:latin typeface="+mj-lt"/>
                <a:ea typeface="+mn-ea"/>
                <a:cs typeface="+mn-cs"/>
              </a:defRPr>
            </a:lvl1pPr>
            <a:lvl2pPr>
              <a:lnSpc>
                <a:spcPct val="100000"/>
              </a:lnSpc>
              <a:spcBef>
                <a:spcPts val="1200"/>
              </a:spcBef>
              <a:spcAft>
                <a:spcPts val="1200"/>
              </a:spcAft>
              <a:defRPr kumimoji="0" lang="en-US" sz="2200" b="0" i="0" u="none" strike="noStrike" kern="1200" cap="none" spc="0" normalizeH="0" baseline="0" dirty="0" smtClean="0">
                <a:ln>
                  <a:noFill/>
                </a:ln>
                <a:solidFill>
                  <a:sysClr val="windowText" lastClr="000000"/>
                </a:solidFill>
                <a:effectLst/>
                <a:uLnTx/>
                <a:uFillTx/>
                <a:latin typeface="+mn-lt"/>
                <a:ea typeface="+mn-ea"/>
                <a:cs typeface="+mn-cs"/>
              </a:defRPr>
            </a:lvl2pPr>
            <a:lvl3pPr marL="180975" indent="-180975">
              <a:lnSpc>
                <a:spcPct val="100000"/>
              </a:lnSpc>
              <a:spcBef>
                <a:spcPts val="1200"/>
              </a:spcBef>
              <a:spcAft>
                <a:spcPts val="1200"/>
              </a:spcAft>
              <a:buFont typeface="Arial" panose="020B0604020202020204" pitchFamily="34" charset="0"/>
              <a:buChar char="•"/>
              <a:defRPr kumimoji="0" lang="en-US" sz="1800" b="0" i="0" u="none" strike="noStrike" kern="1200" cap="none" spc="0" normalizeH="0" baseline="0" dirty="0" smtClean="0">
                <a:ln>
                  <a:noFill/>
                </a:ln>
                <a:solidFill>
                  <a:sysClr val="windowText" lastClr="000000"/>
                </a:solidFill>
                <a:effectLst/>
                <a:uLnTx/>
                <a:uFillTx/>
                <a:latin typeface="+mn-lt"/>
                <a:ea typeface="+mn-ea"/>
                <a:cs typeface="+mn-cs"/>
              </a:defRPr>
            </a:lvl3pPr>
            <a:lvl4pPr>
              <a:defRPr kumimoji="0" lang="en-US" sz="1800" b="0" i="0" u="none" strike="noStrike" kern="1200" cap="none" spc="0" normalizeH="0" baseline="0" dirty="0" smtClean="0">
                <a:ln>
                  <a:noFill/>
                </a:ln>
                <a:solidFill>
                  <a:sysClr val="windowText" lastClr="000000"/>
                </a:solidFill>
                <a:effectLst/>
                <a:uLnTx/>
                <a:uFillTx/>
                <a:latin typeface="Graphik"/>
                <a:ea typeface="+mn-ea"/>
                <a:cs typeface="+mn-cs"/>
              </a:defRPr>
            </a:lvl4pPr>
            <a:lvl5pPr>
              <a:defRPr kumimoji="0" lang="en-GB" sz="1800" b="0" i="0" u="none" strike="noStrike" kern="1200" cap="none" spc="0" normalizeH="0" baseline="0" dirty="0">
                <a:ln>
                  <a:noFill/>
                </a:ln>
                <a:solidFill>
                  <a:sysClr val="windowText" lastClr="000000"/>
                </a:solidFill>
                <a:effectLst/>
                <a:uLnTx/>
                <a:uFillTx/>
                <a:latin typeface="Graphik"/>
                <a:ea typeface="+mn-ea"/>
                <a:cs typeface="+mn-cs"/>
              </a:defRPr>
            </a:lvl5pPr>
          </a:lstStyle>
          <a:p>
            <a:pPr lvl="0"/>
            <a:r>
              <a:rPr lang="en-US"/>
              <a:t>Click to edit Master text styles</a:t>
            </a:r>
          </a:p>
          <a:p>
            <a:pPr lvl="1"/>
            <a:r>
              <a:rPr lang="en-US"/>
              <a:t>Second level</a:t>
            </a:r>
          </a:p>
          <a:p>
            <a:pPr lvl="2"/>
            <a:r>
              <a:rPr lang="en-US"/>
              <a:t>Third level</a:t>
            </a:r>
          </a:p>
        </p:txBody>
      </p:sp>
      <p:sp>
        <p:nvSpPr>
          <p:cNvPr id="6" name="Footer Placeholder 6">
            <a:extLst>
              <a:ext uri="{FF2B5EF4-FFF2-40B4-BE49-F238E27FC236}">
                <a16:creationId xmlns:a16="http://schemas.microsoft.com/office/drawing/2014/main" id="{2D7B9C33-7860-4A78-8365-326155D0DC4E}"/>
              </a:ext>
            </a:extLst>
          </p:cNvPr>
          <p:cNvSpPr>
            <a:spLocks noGrp="1"/>
          </p:cNvSpPr>
          <p:nvPr>
            <p:ph type="ftr" sz="quarter" idx="16"/>
          </p:nvPr>
        </p:nvSpPr>
        <p:spPr>
          <a:xfrm>
            <a:off x="381002" y="6519009"/>
            <a:ext cx="5714999" cy="206375"/>
          </a:xfrm>
          <a:prstGeom prst="rect">
            <a:avLst/>
          </a:prstGeom>
        </p:spPr>
        <p:txBody>
          <a:bodyPr lIns="0"/>
          <a:lstStyle>
            <a:lvl1pPr>
              <a:defRPr sz="800">
                <a:solidFill>
                  <a:schemeClr val="tx1">
                    <a:alpha val="40000"/>
                  </a:schemeClr>
                </a:solidFill>
              </a:defRPr>
            </a:lvl1pPr>
          </a:lstStyle>
          <a:p>
            <a:r>
              <a:rPr lang="en-US" dirty="0"/>
              <a:t>Copyright © 2020 Accenture. All rights reserved.</a:t>
            </a:r>
          </a:p>
        </p:txBody>
      </p:sp>
      <p:sp>
        <p:nvSpPr>
          <p:cNvPr id="8" name="Slide Number Placeholder 9">
            <a:extLst>
              <a:ext uri="{FF2B5EF4-FFF2-40B4-BE49-F238E27FC236}">
                <a16:creationId xmlns:a16="http://schemas.microsoft.com/office/drawing/2014/main" id="{75CA6DF9-3D47-44A0-9AE6-EE81F577848A}"/>
              </a:ext>
            </a:extLst>
          </p:cNvPr>
          <p:cNvSpPr>
            <a:spLocks noGrp="1"/>
          </p:cNvSpPr>
          <p:nvPr>
            <p:ph type="sldNum" sz="quarter" idx="17"/>
          </p:nvPr>
        </p:nvSpPr>
        <p:spPr>
          <a:xfrm>
            <a:off x="11506202" y="6519009"/>
            <a:ext cx="385711" cy="206375"/>
          </a:xfrm>
          <a:prstGeom prst="rect">
            <a:avLst/>
          </a:prstGeom>
        </p:spPr>
        <p:txBody>
          <a:bodyPr/>
          <a:lstStyle>
            <a:lvl1pPr>
              <a:defRPr sz="800">
                <a:solidFill>
                  <a:schemeClr val="tx1">
                    <a:alpha val="40000"/>
                  </a:schemeClr>
                </a:solidFill>
              </a:defRPr>
            </a:lvl1pPr>
          </a:lstStyle>
          <a:p>
            <a:fld id="{4F9AC08D-23A9-440E-BCB9-AA1E9877CC38}" type="slidenum">
              <a:rPr lang="en-US" smtClean="0"/>
              <a:pPr/>
              <a:t>‹#›</a:t>
            </a:fld>
            <a:endParaRPr lang="en-US" dirty="0"/>
          </a:p>
        </p:txBody>
      </p:sp>
      <p:sp>
        <p:nvSpPr>
          <p:cNvPr id="7" name="Title Placeholder 1">
            <a:extLst>
              <a:ext uri="{FF2B5EF4-FFF2-40B4-BE49-F238E27FC236}">
                <a16:creationId xmlns:a16="http://schemas.microsoft.com/office/drawing/2014/main" id="{F8D1DF11-64D7-450B-92C0-FFBB3964A60E}"/>
              </a:ext>
            </a:extLst>
          </p:cNvPr>
          <p:cNvSpPr>
            <a:spLocks noGrp="1"/>
          </p:cNvSpPr>
          <p:nvPr>
            <p:ph type="title" hasCustomPrompt="1"/>
          </p:nvPr>
        </p:nvSpPr>
        <p:spPr>
          <a:xfrm>
            <a:off x="381000" y="381002"/>
            <a:ext cx="11430000" cy="983263"/>
          </a:xfrm>
          <a:prstGeom prst="rect">
            <a:avLst/>
          </a:prstGeom>
        </p:spPr>
        <p:txBody>
          <a:bodyPr vert="horz" lIns="0" tIns="45720" rIns="0" bIns="0" rtlCol="0" anchor="t" anchorCtr="0">
            <a:normAutofit/>
          </a:bodyPr>
          <a:lstStyle>
            <a:lvl1pPr>
              <a:defRPr/>
            </a:lvl1pPr>
          </a:lstStyle>
          <a:p>
            <a:r>
              <a:rPr lang="en-US"/>
              <a:t>Insert Main Title at 36pt min 30pt</a:t>
            </a:r>
          </a:p>
        </p:txBody>
      </p:sp>
    </p:spTree>
    <p:extLst>
      <p:ext uri="{BB962C8B-B14F-4D97-AF65-F5344CB8AC3E}">
        <p14:creationId xmlns:p14="http://schemas.microsoft.com/office/powerpoint/2010/main" val="3794832106"/>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wo Columns Layou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41986EA-B600-4DE9-873A-47A5273447BD}"/>
              </a:ext>
            </a:extLst>
          </p:cNvPr>
          <p:cNvSpPr>
            <a:spLocks noGrp="1"/>
          </p:cNvSpPr>
          <p:nvPr>
            <p:ph type="body" sz="quarter" idx="10"/>
          </p:nvPr>
        </p:nvSpPr>
        <p:spPr>
          <a:xfrm>
            <a:off x="381000" y="1943100"/>
            <a:ext cx="5400000" cy="4284279"/>
          </a:xfrm>
          <a:prstGeom prst="rect">
            <a:avLst/>
          </a:prstGeom>
        </p:spPr>
        <p:txBody>
          <a:bodyPr/>
          <a:lstStyle>
            <a:lvl1pPr>
              <a:lnSpc>
                <a:spcPct val="100000"/>
              </a:lnSpc>
              <a:spcBef>
                <a:spcPts val="1200"/>
              </a:spcBef>
              <a:spcAft>
                <a:spcPts val="1200"/>
              </a:spcAft>
              <a:defRPr kumimoji="0" lang="en-US" sz="2800" b="1" i="0" u="none" strike="noStrike" kern="1200" cap="none" spc="0" normalizeH="0" baseline="0" dirty="0" smtClean="0">
                <a:ln>
                  <a:noFill/>
                </a:ln>
                <a:solidFill>
                  <a:schemeClr val="accent1"/>
                </a:solidFill>
                <a:effectLst/>
                <a:uLnTx/>
                <a:uFillTx/>
                <a:latin typeface="+mn-lt"/>
                <a:ea typeface="+mn-ea"/>
                <a:cs typeface="+mn-cs"/>
              </a:defRPr>
            </a:lvl1pPr>
            <a:lvl2pPr>
              <a:lnSpc>
                <a:spcPct val="100000"/>
              </a:lnSpc>
              <a:spcBef>
                <a:spcPts val="1200"/>
              </a:spcBef>
              <a:spcAft>
                <a:spcPts val="1200"/>
              </a:spcAft>
              <a:defRPr kumimoji="0" lang="en-US" sz="2200" b="0" i="0" u="none" strike="noStrike" kern="1200" cap="none" spc="0" normalizeH="0" baseline="0" dirty="0" smtClean="0">
                <a:ln>
                  <a:noFill/>
                </a:ln>
                <a:solidFill>
                  <a:sysClr val="windowText" lastClr="000000"/>
                </a:solidFill>
                <a:effectLst/>
                <a:uLnTx/>
                <a:uFillTx/>
                <a:latin typeface="+mn-lt"/>
                <a:ea typeface="+mn-ea"/>
                <a:cs typeface="+mn-cs"/>
              </a:defRPr>
            </a:lvl2pPr>
            <a:lvl3pPr marL="177800" indent="-177800">
              <a:lnSpc>
                <a:spcPct val="100000"/>
              </a:lnSpc>
              <a:spcBef>
                <a:spcPts val="1200"/>
              </a:spcBef>
              <a:spcAft>
                <a:spcPts val="1200"/>
              </a:spcAft>
              <a:buFont typeface="Arial" panose="020B0604020202020204" pitchFamily="34" charset="0"/>
              <a:buChar char="•"/>
              <a:defRPr kumimoji="0" lang="en-US" sz="1800" b="0" i="0" u="none" strike="noStrike" kern="1200" cap="none" spc="0" normalizeH="0" baseline="0" dirty="0" smtClean="0">
                <a:ln>
                  <a:noFill/>
                </a:ln>
                <a:solidFill>
                  <a:sysClr val="windowText" lastClr="000000"/>
                </a:solidFill>
                <a:effectLst/>
                <a:uLnTx/>
                <a:uFillTx/>
                <a:latin typeface="+mn-lt"/>
                <a:ea typeface="+mn-ea"/>
                <a:cs typeface="+mn-cs"/>
              </a:defRPr>
            </a:lvl3pPr>
            <a:lvl4pPr>
              <a:defRPr kumimoji="0" lang="en-US" sz="1800" b="0" i="0" u="none" strike="noStrike" kern="1200" cap="none" spc="0" normalizeH="0" baseline="0" dirty="0" smtClean="0">
                <a:ln>
                  <a:noFill/>
                </a:ln>
                <a:solidFill>
                  <a:sysClr val="windowText" lastClr="000000"/>
                </a:solidFill>
                <a:effectLst/>
                <a:uLnTx/>
                <a:uFillTx/>
                <a:latin typeface="Graphik"/>
                <a:ea typeface="+mn-ea"/>
                <a:cs typeface="+mn-cs"/>
              </a:defRPr>
            </a:lvl4pPr>
            <a:lvl5pPr>
              <a:defRPr kumimoji="0" lang="en-GB" sz="1800" b="0" i="0" u="none" strike="noStrike" kern="1200" cap="none" spc="0" normalizeH="0" baseline="0" dirty="0">
                <a:ln>
                  <a:noFill/>
                </a:ln>
                <a:solidFill>
                  <a:sysClr val="windowText" lastClr="000000"/>
                </a:solidFill>
                <a:effectLst/>
                <a:uLnTx/>
                <a:uFillTx/>
                <a:latin typeface="Graphik"/>
                <a:ea typeface="+mn-ea"/>
                <a:cs typeface="+mn-cs"/>
              </a:defRPr>
            </a:lvl5pPr>
          </a:lstStyle>
          <a:p>
            <a:pPr lvl="0"/>
            <a:r>
              <a:rPr lang="en-US"/>
              <a:t>Click to edit Master text styles</a:t>
            </a:r>
          </a:p>
          <a:p>
            <a:pPr lvl="1"/>
            <a:r>
              <a:rPr lang="en-US"/>
              <a:t>Second level</a:t>
            </a:r>
          </a:p>
          <a:p>
            <a:pPr lvl="2"/>
            <a:r>
              <a:rPr lang="en-US"/>
              <a:t>Third level</a:t>
            </a:r>
          </a:p>
        </p:txBody>
      </p:sp>
      <p:sp>
        <p:nvSpPr>
          <p:cNvPr id="6" name="Text Placeholder 3">
            <a:extLst>
              <a:ext uri="{FF2B5EF4-FFF2-40B4-BE49-F238E27FC236}">
                <a16:creationId xmlns:a16="http://schemas.microsoft.com/office/drawing/2014/main" id="{4538F56B-ECAD-430D-86B3-CA43CA930B13}"/>
              </a:ext>
            </a:extLst>
          </p:cNvPr>
          <p:cNvSpPr>
            <a:spLocks noGrp="1"/>
          </p:cNvSpPr>
          <p:nvPr>
            <p:ph type="body" sz="quarter" idx="64"/>
          </p:nvPr>
        </p:nvSpPr>
        <p:spPr>
          <a:xfrm>
            <a:off x="6411000" y="1945849"/>
            <a:ext cx="5400000" cy="4284279"/>
          </a:xfrm>
          <a:prstGeom prst="rect">
            <a:avLst/>
          </a:prstGeom>
        </p:spPr>
        <p:txBody>
          <a:bodyPr/>
          <a:lstStyle>
            <a:lvl1pPr>
              <a:lnSpc>
                <a:spcPct val="100000"/>
              </a:lnSpc>
              <a:spcBef>
                <a:spcPts val="1200"/>
              </a:spcBef>
              <a:spcAft>
                <a:spcPts val="1200"/>
              </a:spcAft>
              <a:defRPr kumimoji="0" lang="en-US" sz="2800" b="1" i="0" u="none" strike="noStrike" kern="1200" cap="none" spc="0" normalizeH="0" baseline="0" dirty="0" smtClean="0">
                <a:ln>
                  <a:noFill/>
                </a:ln>
                <a:solidFill>
                  <a:schemeClr val="accent1"/>
                </a:solidFill>
                <a:effectLst/>
                <a:uLnTx/>
                <a:uFillTx/>
                <a:latin typeface="+mn-lt"/>
                <a:ea typeface="+mn-ea"/>
                <a:cs typeface="+mn-cs"/>
              </a:defRPr>
            </a:lvl1pPr>
            <a:lvl2pPr>
              <a:lnSpc>
                <a:spcPct val="100000"/>
              </a:lnSpc>
              <a:spcBef>
                <a:spcPts val="1200"/>
              </a:spcBef>
              <a:spcAft>
                <a:spcPts val="1200"/>
              </a:spcAft>
              <a:defRPr kumimoji="0" lang="en-US" sz="2200" b="0" i="0" u="none" strike="noStrike" kern="1200" cap="none" spc="0" normalizeH="0" baseline="0" dirty="0" smtClean="0">
                <a:ln>
                  <a:noFill/>
                </a:ln>
                <a:solidFill>
                  <a:sysClr val="windowText" lastClr="000000"/>
                </a:solidFill>
                <a:effectLst/>
                <a:uLnTx/>
                <a:uFillTx/>
                <a:latin typeface="+mn-lt"/>
                <a:ea typeface="+mn-ea"/>
                <a:cs typeface="+mn-cs"/>
              </a:defRPr>
            </a:lvl2pPr>
            <a:lvl3pPr marL="177800" indent="-177800">
              <a:lnSpc>
                <a:spcPct val="100000"/>
              </a:lnSpc>
              <a:spcBef>
                <a:spcPts val="1200"/>
              </a:spcBef>
              <a:spcAft>
                <a:spcPts val="1200"/>
              </a:spcAft>
              <a:buFont typeface="Arial" panose="020B0604020202020204" pitchFamily="34" charset="0"/>
              <a:buChar char="•"/>
              <a:defRPr kumimoji="0" lang="en-US" sz="1800" b="0" i="0" u="none" strike="noStrike" kern="1200" cap="none" spc="0" normalizeH="0" baseline="0" dirty="0" smtClean="0">
                <a:ln>
                  <a:noFill/>
                </a:ln>
                <a:solidFill>
                  <a:sysClr val="windowText" lastClr="000000"/>
                </a:solidFill>
                <a:effectLst/>
                <a:uLnTx/>
                <a:uFillTx/>
                <a:latin typeface="+mn-lt"/>
                <a:ea typeface="+mn-ea"/>
                <a:cs typeface="+mn-cs"/>
              </a:defRPr>
            </a:lvl3pPr>
            <a:lvl4pPr>
              <a:defRPr kumimoji="0" lang="en-US" sz="1800" b="0" i="0" u="none" strike="noStrike" kern="1200" cap="none" spc="0" normalizeH="0" baseline="0" dirty="0" smtClean="0">
                <a:ln>
                  <a:noFill/>
                </a:ln>
                <a:solidFill>
                  <a:sysClr val="windowText" lastClr="000000"/>
                </a:solidFill>
                <a:effectLst/>
                <a:uLnTx/>
                <a:uFillTx/>
                <a:latin typeface="Graphik"/>
                <a:ea typeface="+mn-ea"/>
                <a:cs typeface="+mn-cs"/>
              </a:defRPr>
            </a:lvl4pPr>
            <a:lvl5pPr>
              <a:defRPr kumimoji="0" lang="en-GB" sz="1800" b="0" i="0" u="none" strike="noStrike" kern="1200" cap="none" spc="0" normalizeH="0" baseline="0" dirty="0">
                <a:ln>
                  <a:noFill/>
                </a:ln>
                <a:solidFill>
                  <a:sysClr val="windowText" lastClr="000000"/>
                </a:solidFill>
                <a:effectLst/>
                <a:uLnTx/>
                <a:uFillTx/>
                <a:latin typeface="Graphik"/>
                <a:ea typeface="+mn-ea"/>
                <a:cs typeface="+mn-cs"/>
              </a:defRPr>
            </a:lvl5pPr>
          </a:lstStyle>
          <a:p>
            <a:pPr lvl="0"/>
            <a:r>
              <a:rPr lang="en-US"/>
              <a:t>Click to edit Master text styles</a:t>
            </a:r>
          </a:p>
          <a:p>
            <a:pPr lvl="1"/>
            <a:r>
              <a:rPr lang="en-US"/>
              <a:t>Second level</a:t>
            </a:r>
          </a:p>
          <a:p>
            <a:pPr lvl="2"/>
            <a:r>
              <a:rPr lang="en-US"/>
              <a:t>Third level</a:t>
            </a:r>
          </a:p>
        </p:txBody>
      </p:sp>
      <p:sp>
        <p:nvSpPr>
          <p:cNvPr id="10" name="Footer Placeholder 6">
            <a:extLst>
              <a:ext uri="{FF2B5EF4-FFF2-40B4-BE49-F238E27FC236}">
                <a16:creationId xmlns:a16="http://schemas.microsoft.com/office/drawing/2014/main" id="{03EC794A-FC92-4AAF-AE86-050FA799F512}"/>
              </a:ext>
            </a:extLst>
          </p:cNvPr>
          <p:cNvSpPr>
            <a:spLocks noGrp="1"/>
          </p:cNvSpPr>
          <p:nvPr>
            <p:ph type="ftr" sz="quarter" idx="16"/>
          </p:nvPr>
        </p:nvSpPr>
        <p:spPr>
          <a:xfrm>
            <a:off x="381002" y="6519009"/>
            <a:ext cx="5714999" cy="206375"/>
          </a:xfrm>
          <a:prstGeom prst="rect">
            <a:avLst/>
          </a:prstGeom>
        </p:spPr>
        <p:txBody>
          <a:bodyPr lIns="0"/>
          <a:lstStyle>
            <a:lvl1pPr>
              <a:defRPr sz="800">
                <a:solidFill>
                  <a:schemeClr val="tx1">
                    <a:alpha val="40000"/>
                  </a:schemeClr>
                </a:solidFill>
              </a:defRPr>
            </a:lvl1pPr>
          </a:lstStyle>
          <a:p>
            <a:r>
              <a:rPr lang="en-US" dirty="0"/>
              <a:t>Copyright © 2020 Accenture. All rights reserved.</a:t>
            </a:r>
          </a:p>
        </p:txBody>
      </p:sp>
      <p:sp>
        <p:nvSpPr>
          <p:cNvPr id="11" name="Slide Number Placeholder 9">
            <a:extLst>
              <a:ext uri="{FF2B5EF4-FFF2-40B4-BE49-F238E27FC236}">
                <a16:creationId xmlns:a16="http://schemas.microsoft.com/office/drawing/2014/main" id="{31586DA7-028B-46B2-8DE5-CD490E3A7287}"/>
              </a:ext>
            </a:extLst>
          </p:cNvPr>
          <p:cNvSpPr>
            <a:spLocks noGrp="1"/>
          </p:cNvSpPr>
          <p:nvPr>
            <p:ph type="sldNum" sz="quarter" idx="17"/>
          </p:nvPr>
        </p:nvSpPr>
        <p:spPr>
          <a:xfrm>
            <a:off x="11506202" y="6519009"/>
            <a:ext cx="385711" cy="206375"/>
          </a:xfrm>
          <a:prstGeom prst="rect">
            <a:avLst/>
          </a:prstGeom>
        </p:spPr>
        <p:txBody>
          <a:bodyPr/>
          <a:lstStyle>
            <a:lvl1pPr>
              <a:defRPr sz="800">
                <a:solidFill>
                  <a:schemeClr val="tx1">
                    <a:alpha val="40000"/>
                  </a:schemeClr>
                </a:solidFill>
              </a:defRPr>
            </a:lvl1pPr>
          </a:lstStyle>
          <a:p>
            <a:fld id="{4F9AC08D-23A9-440E-BCB9-AA1E9877CC38}" type="slidenum">
              <a:rPr lang="en-US" smtClean="0"/>
              <a:pPr/>
              <a:t>‹#›</a:t>
            </a:fld>
            <a:endParaRPr lang="en-US" dirty="0"/>
          </a:p>
        </p:txBody>
      </p:sp>
      <p:sp>
        <p:nvSpPr>
          <p:cNvPr id="7" name="Title Placeholder 1">
            <a:extLst>
              <a:ext uri="{FF2B5EF4-FFF2-40B4-BE49-F238E27FC236}">
                <a16:creationId xmlns:a16="http://schemas.microsoft.com/office/drawing/2014/main" id="{DCAD60B4-85E8-4266-A468-73C7C71B2C64}"/>
              </a:ext>
            </a:extLst>
          </p:cNvPr>
          <p:cNvSpPr>
            <a:spLocks noGrp="1"/>
          </p:cNvSpPr>
          <p:nvPr>
            <p:ph type="title" hasCustomPrompt="1"/>
          </p:nvPr>
        </p:nvSpPr>
        <p:spPr>
          <a:xfrm>
            <a:off x="381000" y="381002"/>
            <a:ext cx="11430000" cy="983263"/>
          </a:xfrm>
          <a:prstGeom prst="rect">
            <a:avLst/>
          </a:prstGeom>
        </p:spPr>
        <p:txBody>
          <a:bodyPr vert="horz" lIns="0" tIns="45720" rIns="0" bIns="0" rtlCol="0" anchor="t" anchorCtr="0">
            <a:normAutofit/>
          </a:bodyPr>
          <a:lstStyle>
            <a:lvl1pPr>
              <a:defRPr/>
            </a:lvl1pPr>
          </a:lstStyle>
          <a:p>
            <a:r>
              <a:rPr lang="en-US"/>
              <a:t>Insert Main Title at 36pt min 30pt</a:t>
            </a:r>
          </a:p>
        </p:txBody>
      </p:sp>
    </p:spTree>
    <p:extLst>
      <p:ext uri="{BB962C8B-B14F-4D97-AF65-F5344CB8AC3E}">
        <p14:creationId xmlns:p14="http://schemas.microsoft.com/office/powerpoint/2010/main" val="3363966883"/>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Bullets Option 3">
    <p:spTree>
      <p:nvGrpSpPr>
        <p:cNvPr id="1" name=""/>
        <p:cNvGrpSpPr/>
        <p:nvPr/>
      </p:nvGrpSpPr>
      <p:grpSpPr>
        <a:xfrm>
          <a:off x="0" y="0"/>
          <a:ext cx="0" cy="0"/>
          <a:chOff x="0" y="0"/>
          <a:chExt cx="0" cy="0"/>
        </a:xfrm>
      </p:grpSpPr>
      <p:sp>
        <p:nvSpPr>
          <p:cNvPr id="17" name="Text Placeholder 25">
            <a:extLst>
              <a:ext uri="{FF2B5EF4-FFF2-40B4-BE49-F238E27FC236}">
                <a16:creationId xmlns:a16="http://schemas.microsoft.com/office/drawing/2014/main" id="{442A75EB-71CE-4543-ADEB-9A7264CF8BF0}"/>
              </a:ext>
            </a:extLst>
          </p:cNvPr>
          <p:cNvSpPr>
            <a:spLocks noGrp="1"/>
          </p:cNvSpPr>
          <p:nvPr>
            <p:ph type="body" sz="quarter" idx="21" hasCustomPrompt="1"/>
          </p:nvPr>
        </p:nvSpPr>
        <p:spPr>
          <a:xfrm>
            <a:off x="1003807" y="4699746"/>
            <a:ext cx="2467571" cy="1571520"/>
          </a:xfrm>
        </p:spPr>
        <p:txBody>
          <a:bodyPr>
            <a:normAutofit/>
          </a:bodyPr>
          <a:lstStyle>
            <a:lvl1pPr>
              <a:lnSpc>
                <a:spcPct val="100000"/>
              </a:lnSpc>
              <a:defRPr sz="1400" b="0" cap="none">
                <a:latin typeface="+mn-lt"/>
              </a:defRPr>
            </a:lvl1pPr>
          </a:lstStyle>
          <a:p>
            <a:r>
              <a:rPr lang="en-GB" sz="1400">
                <a:latin typeface="Graphik" panose="020B0503030202060203" pitchFamily="34" charset="77"/>
              </a:rPr>
              <a:t>Insert text here max</a:t>
            </a:r>
            <a:br>
              <a:rPr lang="en-GB" sz="1400">
                <a:latin typeface="Graphik" panose="020B0503030202060203" pitchFamily="34" charset="77"/>
              </a:rPr>
            </a:br>
            <a:r>
              <a:rPr lang="en-GB" sz="1400">
                <a:latin typeface="Graphik" panose="020B0503030202060203" pitchFamily="34" charset="77"/>
              </a:rPr>
              <a:t>lines to the bottom of this text box, min 14 </a:t>
            </a:r>
            <a:r>
              <a:rPr lang="en-GB" sz="1400" err="1">
                <a:latin typeface="Graphik" panose="020B0503030202060203" pitchFamily="34" charset="77"/>
              </a:rPr>
              <a:t>pt</a:t>
            </a:r>
            <a:r>
              <a:rPr lang="en-GB" sz="1400">
                <a:latin typeface="Graphik" panose="020B0503030202060203" pitchFamily="34" charset="77"/>
              </a:rPr>
              <a:t> with paragraph spacing 1.0</a:t>
            </a:r>
          </a:p>
        </p:txBody>
      </p:sp>
      <p:sp>
        <p:nvSpPr>
          <p:cNvPr id="18" name="Text Placeholder 25">
            <a:extLst>
              <a:ext uri="{FF2B5EF4-FFF2-40B4-BE49-F238E27FC236}">
                <a16:creationId xmlns:a16="http://schemas.microsoft.com/office/drawing/2014/main" id="{BCD1C719-53DB-4DE0-999D-A83E05EEDF81}"/>
              </a:ext>
            </a:extLst>
          </p:cNvPr>
          <p:cNvSpPr>
            <a:spLocks noGrp="1"/>
          </p:cNvSpPr>
          <p:nvPr>
            <p:ph type="body" sz="quarter" idx="27" hasCustomPrompt="1"/>
          </p:nvPr>
        </p:nvSpPr>
        <p:spPr>
          <a:xfrm>
            <a:off x="3746803" y="4699746"/>
            <a:ext cx="2467571" cy="1571520"/>
          </a:xfrm>
        </p:spPr>
        <p:txBody>
          <a:bodyPr>
            <a:normAutofit/>
          </a:bodyPr>
          <a:lstStyle>
            <a:lvl1pPr>
              <a:lnSpc>
                <a:spcPct val="100000"/>
              </a:lnSpc>
              <a:defRPr sz="1400" b="0" cap="none">
                <a:latin typeface="+mn-lt"/>
              </a:defRPr>
            </a:lvl1pPr>
          </a:lstStyle>
          <a:p>
            <a:r>
              <a:rPr lang="en-GB" sz="1400">
                <a:latin typeface="Graphik" panose="020B0503030202060203" pitchFamily="34" charset="77"/>
              </a:rPr>
              <a:t>Insert text here max</a:t>
            </a:r>
            <a:br>
              <a:rPr lang="en-GB" sz="1400">
                <a:latin typeface="Graphik" panose="020B0503030202060203" pitchFamily="34" charset="77"/>
              </a:rPr>
            </a:br>
            <a:r>
              <a:rPr lang="en-GB" sz="1400">
                <a:latin typeface="Graphik" panose="020B0503030202060203" pitchFamily="34" charset="77"/>
              </a:rPr>
              <a:t>lines to the bottom of this text box, min 14 </a:t>
            </a:r>
            <a:r>
              <a:rPr lang="en-GB" sz="1400" err="1">
                <a:latin typeface="Graphik" panose="020B0503030202060203" pitchFamily="34" charset="77"/>
              </a:rPr>
              <a:t>pt</a:t>
            </a:r>
            <a:r>
              <a:rPr lang="en-GB" sz="1400">
                <a:latin typeface="Graphik" panose="020B0503030202060203" pitchFamily="34" charset="77"/>
              </a:rPr>
              <a:t> with paragraph spacing 1.0</a:t>
            </a:r>
          </a:p>
        </p:txBody>
      </p:sp>
      <p:sp>
        <p:nvSpPr>
          <p:cNvPr id="19" name="Text Placeholder 25">
            <a:extLst>
              <a:ext uri="{FF2B5EF4-FFF2-40B4-BE49-F238E27FC236}">
                <a16:creationId xmlns:a16="http://schemas.microsoft.com/office/drawing/2014/main" id="{933372D4-A8C3-4A0E-8BC4-35430C7D44C9}"/>
              </a:ext>
            </a:extLst>
          </p:cNvPr>
          <p:cNvSpPr>
            <a:spLocks noGrp="1"/>
          </p:cNvSpPr>
          <p:nvPr>
            <p:ph type="body" sz="quarter" idx="28" hasCustomPrompt="1"/>
          </p:nvPr>
        </p:nvSpPr>
        <p:spPr>
          <a:xfrm>
            <a:off x="6600432" y="4699746"/>
            <a:ext cx="2467571" cy="1571520"/>
          </a:xfrm>
        </p:spPr>
        <p:txBody>
          <a:bodyPr>
            <a:normAutofit/>
          </a:bodyPr>
          <a:lstStyle>
            <a:lvl1pPr>
              <a:lnSpc>
                <a:spcPct val="100000"/>
              </a:lnSpc>
              <a:defRPr sz="1400" b="0" cap="none">
                <a:latin typeface="+mn-lt"/>
              </a:defRPr>
            </a:lvl1pPr>
          </a:lstStyle>
          <a:p>
            <a:r>
              <a:rPr lang="en-GB" sz="1400">
                <a:latin typeface="Graphik" panose="020B0503030202060203" pitchFamily="34" charset="77"/>
              </a:rPr>
              <a:t>Insert text here max</a:t>
            </a:r>
            <a:br>
              <a:rPr lang="en-GB" sz="1400">
                <a:latin typeface="Graphik" panose="020B0503030202060203" pitchFamily="34" charset="77"/>
              </a:rPr>
            </a:br>
            <a:r>
              <a:rPr lang="en-GB" sz="1400">
                <a:latin typeface="Graphik" panose="020B0503030202060203" pitchFamily="34" charset="77"/>
              </a:rPr>
              <a:t>lines to the bottom of this text box, min 14 </a:t>
            </a:r>
            <a:r>
              <a:rPr lang="en-GB" sz="1400" err="1">
                <a:latin typeface="Graphik" panose="020B0503030202060203" pitchFamily="34" charset="77"/>
              </a:rPr>
              <a:t>pt</a:t>
            </a:r>
            <a:r>
              <a:rPr lang="en-GB" sz="1400">
                <a:latin typeface="Graphik" panose="020B0503030202060203" pitchFamily="34" charset="77"/>
              </a:rPr>
              <a:t> with paragraph spacing 1.0</a:t>
            </a:r>
          </a:p>
        </p:txBody>
      </p:sp>
      <p:sp>
        <p:nvSpPr>
          <p:cNvPr id="20" name="Text Placeholder 25">
            <a:extLst>
              <a:ext uri="{FF2B5EF4-FFF2-40B4-BE49-F238E27FC236}">
                <a16:creationId xmlns:a16="http://schemas.microsoft.com/office/drawing/2014/main" id="{12AE7316-6AEE-48C3-B262-F48CA4EEC2F6}"/>
              </a:ext>
            </a:extLst>
          </p:cNvPr>
          <p:cNvSpPr>
            <a:spLocks noGrp="1"/>
          </p:cNvSpPr>
          <p:nvPr>
            <p:ph type="body" sz="quarter" idx="29" hasCustomPrompt="1"/>
          </p:nvPr>
        </p:nvSpPr>
        <p:spPr>
          <a:xfrm>
            <a:off x="9343428" y="4699746"/>
            <a:ext cx="2467571" cy="1571520"/>
          </a:xfrm>
        </p:spPr>
        <p:txBody>
          <a:bodyPr>
            <a:normAutofit/>
          </a:bodyPr>
          <a:lstStyle>
            <a:lvl1pPr>
              <a:lnSpc>
                <a:spcPct val="100000"/>
              </a:lnSpc>
              <a:defRPr sz="1400" b="0" cap="none">
                <a:latin typeface="+mn-lt"/>
              </a:defRPr>
            </a:lvl1pPr>
          </a:lstStyle>
          <a:p>
            <a:r>
              <a:rPr lang="en-GB" sz="1400">
                <a:latin typeface="Graphik" panose="020B0503030202060203" pitchFamily="34" charset="77"/>
              </a:rPr>
              <a:t>Insert text here max</a:t>
            </a:r>
            <a:br>
              <a:rPr lang="en-GB" sz="1400">
                <a:latin typeface="Graphik" panose="020B0503030202060203" pitchFamily="34" charset="77"/>
              </a:rPr>
            </a:br>
            <a:r>
              <a:rPr lang="en-GB" sz="1400">
                <a:latin typeface="Graphik" panose="020B0503030202060203" pitchFamily="34" charset="77"/>
              </a:rPr>
              <a:t>lines to the bottom of this text box, min 14 </a:t>
            </a:r>
            <a:r>
              <a:rPr lang="en-GB" sz="1400" err="1">
                <a:latin typeface="Graphik" panose="020B0503030202060203" pitchFamily="34" charset="77"/>
              </a:rPr>
              <a:t>pt</a:t>
            </a:r>
            <a:r>
              <a:rPr lang="en-GB" sz="1400">
                <a:latin typeface="Graphik" panose="020B0503030202060203" pitchFamily="34" charset="77"/>
              </a:rPr>
              <a:t> with paragraph spacing 1.0</a:t>
            </a:r>
          </a:p>
        </p:txBody>
      </p:sp>
      <p:sp>
        <p:nvSpPr>
          <p:cNvPr id="23" name="Footer Placeholder 6">
            <a:extLst>
              <a:ext uri="{FF2B5EF4-FFF2-40B4-BE49-F238E27FC236}">
                <a16:creationId xmlns:a16="http://schemas.microsoft.com/office/drawing/2014/main" id="{309F3C08-340B-4262-BE8D-7E0EC29922EC}"/>
              </a:ext>
            </a:extLst>
          </p:cNvPr>
          <p:cNvSpPr>
            <a:spLocks noGrp="1"/>
          </p:cNvSpPr>
          <p:nvPr>
            <p:ph type="ftr" sz="quarter" idx="16"/>
          </p:nvPr>
        </p:nvSpPr>
        <p:spPr>
          <a:xfrm>
            <a:off x="381002" y="6519009"/>
            <a:ext cx="5714999" cy="206375"/>
          </a:xfrm>
          <a:prstGeom prst="rect">
            <a:avLst/>
          </a:prstGeom>
        </p:spPr>
        <p:txBody>
          <a:bodyPr lIns="0"/>
          <a:lstStyle>
            <a:lvl1pPr>
              <a:defRPr sz="800">
                <a:solidFill>
                  <a:schemeClr val="tx1">
                    <a:alpha val="40000"/>
                  </a:schemeClr>
                </a:solidFill>
              </a:defRPr>
            </a:lvl1pPr>
          </a:lstStyle>
          <a:p>
            <a:r>
              <a:rPr lang="en-US" dirty="0"/>
              <a:t>Copyright © 2020 Accenture. All rights reserved.</a:t>
            </a:r>
          </a:p>
        </p:txBody>
      </p:sp>
      <p:sp>
        <p:nvSpPr>
          <p:cNvPr id="24" name="Slide Number Placeholder 9">
            <a:extLst>
              <a:ext uri="{FF2B5EF4-FFF2-40B4-BE49-F238E27FC236}">
                <a16:creationId xmlns:a16="http://schemas.microsoft.com/office/drawing/2014/main" id="{D8EB1850-1114-408C-A2E4-09622ECAB106}"/>
              </a:ext>
            </a:extLst>
          </p:cNvPr>
          <p:cNvSpPr>
            <a:spLocks noGrp="1"/>
          </p:cNvSpPr>
          <p:nvPr>
            <p:ph type="sldNum" sz="quarter" idx="17"/>
          </p:nvPr>
        </p:nvSpPr>
        <p:spPr>
          <a:xfrm>
            <a:off x="11506202" y="6519009"/>
            <a:ext cx="385711" cy="206375"/>
          </a:xfrm>
          <a:prstGeom prst="rect">
            <a:avLst/>
          </a:prstGeom>
        </p:spPr>
        <p:txBody>
          <a:bodyPr/>
          <a:lstStyle>
            <a:lvl1pPr>
              <a:defRPr sz="800">
                <a:solidFill>
                  <a:schemeClr val="tx1">
                    <a:alpha val="40000"/>
                  </a:schemeClr>
                </a:solidFill>
              </a:defRPr>
            </a:lvl1pPr>
          </a:lstStyle>
          <a:p>
            <a:fld id="{4F9AC08D-23A9-440E-BCB9-AA1E9877CC38}" type="slidenum">
              <a:rPr lang="en-US" smtClean="0"/>
              <a:pPr/>
              <a:t>‹#›</a:t>
            </a:fld>
            <a:endParaRPr lang="en-US" dirty="0"/>
          </a:p>
        </p:txBody>
      </p:sp>
      <p:sp>
        <p:nvSpPr>
          <p:cNvPr id="25" name="Title 1">
            <a:extLst>
              <a:ext uri="{FF2B5EF4-FFF2-40B4-BE49-F238E27FC236}">
                <a16:creationId xmlns:a16="http://schemas.microsoft.com/office/drawing/2014/main" id="{3F77B05F-F630-4362-9489-073AAEA27D27}"/>
              </a:ext>
            </a:extLst>
          </p:cNvPr>
          <p:cNvSpPr>
            <a:spLocks noGrp="1"/>
          </p:cNvSpPr>
          <p:nvPr>
            <p:ph type="title" hasCustomPrompt="1"/>
          </p:nvPr>
        </p:nvSpPr>
        <p:spPr>
          <a:xfrm>
            <a:off x="381000" y="381001"/>
            <a:ext cx="11430000" cy="726439"/>
          </a:xfrm>
          <a:prstGeom prst="rect">
            <a:avLst/>
          </a:prstGeom>
        </p:spPr>
        <p:txBody>
          <a:bodyPr/>
          <a:lstStyle>
            <a:lvl1pPr>
              <a:lnSpc>
                <a:spcPct val="80000"/>
              </a:lnSpc>
              <a:defRPr/>
            </a:lvl1pPr>
          </a:lstStyle>
          <a:p>
            <a:r>
              <a:rPr lang="en-US"/>
              <a:t>Insert Main Title at 36pt min 30pt</a:t>
            </a:r>
          </a:p>
        </p:txBody>
      </p:sp>
      <p:sp>
        <p:nvSpPr>
          <p:cNvPr id="30" name="Text Placeholder 4">
            <a:extLst>
              <a:ext uri="{FF2B5EF4-FFF2-40B4-BE49-F238E27FC236}">
                <a16:creationId xmlns:a16="http://schemas.microsoft.com/office/drawing/2014/main" id="{D1F1FA6F-6B29-4B4E-AC66-C4BE76E3CE71}"/>
              </a:ext>
            </a:extLst>
          </p:cNvPr>
          <p:cNvSpPr>
            <a:spLocks noGrp="1"/>
          </p:cNvSpPr>
          <p:nvPr>
            <p:ph type="body" sz="quarter" idx="33" hasCustomPrompt="1"/>
          </p:nvPr>
        </p:nvSpPr>
        <p:spPr>
          <a:xfrm>
            <a:off x="663693" y="1851079"/>
            <a:ext cx="5179384" cy="537448"/>
          </a:xfrm>
        </p:spPr>
        <p:txBody>
          <a:bodyPr tIns="0" bIns="0" anchor="t">
            <a:normAutofit/>
          </a:bodyPr>
          <a:lstStyle>
            <a:lvl1pPr algn="ctr">
              <a:lnSpc>
                <a:spcPct val="90000"/>
              </a:lnSpc>
              <a:spcBef>
                <a:spcPts val="0"/>
              </a:spcBef>
              <a:defRPr sz="2200" b="1" i="0" cap="none">
                <a:solidFill>
                  <a:schemeClr val="tx1"/>
                </a:solidFill>
                <a:latin typeface="+mj-lt"/>
              </a:defRPr>
            </a:lvl1pPr>
            <a:lvl2pPr>
              <a:defRPr b="1" i="0">
                <a:solidFill>
                  <a:schemeClr val="accent1"/>
                </a:solidFill>
                <a:latin typeface="Graphik" panose="020B0503030202060203" pitchFamily="34" charset="77"/>
              </a:defRPr>
            </a:lvl2pPr>
            <a:lvl3pPr>
              <a:defRPr b="1" i="0">
                <a:solidFill>
                  <a:schemeClr val="accent1"/>
                </a:solidFill>
                <a:latin typeface="Graphik" panose="020B0503030202060203" pitchFamily="34" charset="77"/>
              </a:defRPr>
            </a:lvl3pPr>
            <a:lvl4pPr>
              <a:defRPr b="1" i="0">
                <a:solidFill>
                  <a:schemeClr val="accent1"/>
                </a:solidFill>
                <a:latin typeface="Graphik" panose="020B0503030202060203" pitchFamily="34" charset="77"/>
              </a:defRPr>
            </a:lvl4pPr>
            <a:lvl5pPr>
              <a:defRPr b="1" i="0">
                <a:solidFill>
                  <a:schemeClr val="accent1"/>
                </a:solidFill>
                <a:latin typeface="Graphik" panose="020B0503030202060203" pitchFamily="34" charset="77"/>
              </a:defRPr>
            </a:lvl5pPr>
          </a:lstStyle>
          <a:p>
            <a:pPr lvl="0"/>
            <a:r>
              <a:rPr lang="en-US"/>
              <a:t>Heading 22pt min 16pt</a:t>
            </a:r>
          </a:p>
        </p:txBody>
      </p:sp>
      <p:sp>
        <p:nvSpPr>
          <p:cNvPr id="31" name="Text Placeholder 4">
            <a:extLst>
              <a:ext uri="{FF2B5EF4-FFF2-40B4-BE49-F238E27FC236}">
                <a16:creationId xmlns:a16="http://schemas.microsoft.com/office/drawing/2014/main" id="{E4CAE9FD-CC6F-4B12-A12B-D279A44AE39D}"/>
              </a:ext>
            </a:extLst>
          </p:cNvPr>
          <p:cNvSpPr>
            <a:spLocks noGrp="1"/>
          </p:cNvSpPr>
          <p:nvPr>
            <p:ph type="body" sz="quarter" idx="34" hasCustomPrompt="1"/>
          </p:nvPr>
        </p:nvSpPr>
        <p:spPr>
          <a:xfrm>
            <a:off x="6288001" y="1851079"/>
            <a:ext cx="5179384" cy="537448"/>
          </a:xfrm>
        </p:spPr>
        <p:txBody>
          <a:bodyPr tIns="0" bIns="0" anchor="t">
            <a:normAutofit/>
          </a:bodyPr>
          <a:lstStyle>
            <a:lvl1pPr algn="ctr">
              <a:lnSpc>
                <a:spcPct val="90000"/>
              </a:lnSpc>
              <a:spcBef>
                <a:spcPts val="0"/>
              </a:spcBef>
              <a:defRPr sz="2200" b="1" i="0" cap="none">
                <a:solidFill>
                  <a:schemeClr val="tx1"/>
                </a:solidFill>
                <a:latin typeface="+mj-lt"/>
              </a:defRPr>
            </a:lvl1pPr>
            <a:lvl2pPr>
              <a:defRPr b="1" i="0">
                <a:solidFill>
                  <a:schemeClr val="accent1"/>
                </a:solidFill>
                <a:latin typeface="Graphik" panose="020B0503030202060203" pitchFamily="34" charset="77"/>
              </a:defRPr>
            </a:lvl2pPr>
            <a:lvl3pPr>
              <a:defRPr b="1" i="0">
                <a:solidFill>
                  <a:schemeClr val="accent1"/>
                </a:solidFill>
                <a:latin typeface="Graphik" panose="020B0503030202060203" pitchFamily="34" charset="77"/>
              </a:defRPr>
            </a:lvl3pPr>
            <a:lvl4pPr>
              <a:defRPr b="1" i="0">
                <a:solidFill>
                  <a:schemeClr val="accent1"/>
                </a:solidFill>
                <a:latin typeface="Graphik" panose="020B0503030202060203" pitchFamily="34" charset="77"/>
              </a:defRPr>
            </a:lvl4pPr>
            <a:lvl5pPr>
              <a:defRPr b="1" i="0">
                <a:solidFill>
                  <a:schemeClr val="accent1"/>
                </a:solidFill>
                <a:latin typeface="Graphik" panose="020B0503030202060203" pitchFamily="34" charset="77"/>
              </a:defRPr>
            </a:lvl5pPr>
          </a:lstStyle>
          <a:p>
            <a:pPr lvl="0"/>
            <a:r>
              <a:rPr lang="en-US"/>
              <a:t>Heading 22pt min 16pt</a:t>
            </a:r>
          </a:p>
        </p:txBody>
      </p:sp>
    </p:spTree>
    <p:extLst>
      <p:ext uri="{BB962C8B-B14F-4D97-AF65-F5344CB8AC3E}">
        <p14:creationId xmlns:p14="http://schemas.microsoft.com/office/powerpoint/2010/main" val="759272705"/>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Bullets Option 4">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11BE77C-A095-46CD-A1E6-D35129200CF4}"/>
              </a:ext>
            </a:extLst>
          </p:cNvPr>
          <p:cNvSpPr/>
          <p:nvPr/>
        </p:nvSpPr>
        <p:spPr>
          <a:xfrm>
            <a:off x="1" y="1928174"/>
            <a:ext cx="12191998" cy="4405274"/>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21" name="Text Placeholder 41">
            <a:extLst>
              <a:ext uri="{FF2B5EF4-FFF2-40B4-BE49-F238E27FC236}">
                <a16:creationId xmlns:a16="http://schemas.microsoft.com/office/drawing/2014/main" id="{812566C2-550C-428D-9F25-97BA6ACC6D85}"/>
              </a:ext>
            </a:extLst>
          </p:cNvPr>
          <p:cNvSpPr>
            <a:spLocks noGrp="1"/>
          </p:cNvSpPr>
          <p:nvPr>
            <p:ph type="body" sz="quarter" idx="23" hasCustomPrompt="1"/>
          </p:nvPr>
        </p:nvSpPr>
        <p:spPr>
          <a:xfrm>
            <a:off x="1480215" y="2410216"/>
            <a:ext cx="4243162" cy="879766"/>
          </a:xfrm>
          <a:prstGeom prst="rect">
            <a:avLst/>
          </a:prstGeom>
        </p:spPr>
        <p:txBody>
          <a:bodyPr wrap="square" tIns="0" bIns="0">
            <a:normAutofit/>
          </a:bodyPr>
          <a:lstStyle>
            <a:lvl1pPr algn="l">
              <a:lnSpc>
                <a:spcPct val="100000"/>
              </a:lnSpc>
              <a:spcBef>
                <a:spcPts val="0"/>
              </a:spcBef>
              <a:spcAft>
                <a:spcPts val="600"/>
              </a:spcAft>
              <a:defRPr lang="en-US" sz="1400" b="0" kern="1200" cap="none" dirty="0">
                <a:solidFill>
                  <a:schemeClr val="tx1"/>
                </a:solidFill>
                <a:latin typeface="+mn-lt"/>
                <a:ea typeface="+mn-ea"/>
                <a:cs typeface="+mn-cs"/>
              </a:defRPr>
            </a:lvl1pPr>
            <a:lvl2pPr algn="l">
              <a:lnSpc>
                <a:spcPct val="100000"/>
              </a:lnSpc>
              <a:spcBef>
                <a:spcPts val="0"/>
              </a:spcBef>
              <a:spcAft>
                <a:spcPts val="0"/>
              </a:spcAft>
              <a:defRPr lang="en-US" sz="1400" b="0" kern="1200" dirty="0">
                <a:solidFill>
                  <a:schemeClr val="tx1"/>
                </a:solidFill>
                <a:latin typeface="Graphik" panose="020B0503030202060203" pitchFamily="34" charset="77"/>
                <a:ea typeface="+mn-ea"/>
                <a:cs typeface="+mn-cs"/>
              </a:defRPr>
            </a:lvl2pPr>
          </a:lstStyle>
          <a:p>
            <a:pPr lvl="0"/>
            <a:r>
              <a:rPr lang="da-DK"/>
              <a:t>Lorem ipsum dolor sit amet</a:t>
            </a:r>
            <a:endParaRPr lang="en-US"/>
          </a:p>
        </p:txBody>
      </p:sp>
      <p:sp>
        <p:nvSpPr>
          <p:cNvPr id="22" name="Text Placeholder 41">
            <a:extLst>
              <a:ext uri="{FF2B5EF4-FFF2-40B4-BE49-F238E27FC236}">
                <a16:creationId xmlns:a16="http://schemas.microsoft.com/office/drawing/2014/main" id="{50056D35-DC61-4D0F-B0C2-B062F0DD56A4}"/>
              </a:ext>
            </a:extLst>
          </p:cNvPr>
          <p:cNvSpPr>
            <a:spLocks noGrp="1"/>
          </p:cNvSpPr>
          <p:nvPr>
            <p:ph type="body" sz="quarter" idx="24" hasCustomPrompt="1"/>
          </p:nvPr>
        </p:nvSpPr>
        <p:spPr>
          <a:xfrm>
            <a:off x="444500" y="2410216"/>
            <a:ext cx="839889" cy="553998"/>
          </a:xfrm>
          <a:prstGeom prst="rect">
            <a:avLst/>
          </a:prstGeom>
        </p:spPr>
        <p:txBody>
          <a:bodyPr wrap="square" tIns="0" bIns="0">
            <a:normAutofit/>
          </a:bodyPr>
          <a:lstStyle>
            <a:lvl1pPr algn="l">
              <a:lnSpc>
                <a:spcPct val="100000"/>
              </a:lnSpc>
              <a:spcBef>
                <a:spcPts val="0"/>
              </a:spcBef>
              <a:spcAft>
                <a:spcPts val="0"/>
              </a:spcAft>
              <a:defRPr lang="en-US" sz="3600" b="1" kern="1200" dirty="0">
                <a:solidFill>
                  <a:schemeClr val="accent1"/>
                </a:solidFill>
                <a:latin typeface="+mj-lt"/>
                <a:ea typeface="+mn-ea"/>
                <a:cs typeface="+mn-cs"/>
              </a:defRPr>
            </a:lvl1pPr>
            <a:lvl2pPr algn="l">
              <a:lnSpc>
                <a:spcPct val="100000"/>
              </a:lnSpc>
              <a:spcBef>
                <a:spcPts val="0"/>
              </a:spcBef>
              <a:spcAft>
                <a:spcPts val="0"/>
              </a:spcAft>
              <a:defRPr lang="en-US" sz="1400" b="0" kern="1200" dirty="0">
                <a:solidFill>
                  <a:schemeClr val="tx1"/>
                </a:solidFill>
                <a:latin typeface="Graphik" panose="020B0503030202060203" pitchFamily="34" charset="77"/>
                <a:ea typeface="+mn-ea"/>
                <a:cs typeface="+mn-cs"/>
              </a:defRPr>
            </a:lvl2pPr>
          </a:lstStyle>
          <a:p>
            <a:pPr lvl="0"/>
            <a:r>
              <a:rPr lang="en-US"/>
              <a:t>#</a:t>
            </a:r>
          </a:p>
        </p:txBody>
      </p:sp>
      <p:sp>
        <p:nvSpPr>
          <p:cNvPr id="23" name="Text Placeholder 41">
            <a:extLst>
              <a:ext uri="{FF2B5EF4-FFF2-40B4-BE49-F238E27FC236}">
                <a16:creationId xmlns:a16="http://schemas.microsoft.com/office/drawing/2014/main" id="{4F54E055-BFC8-4967-AD47-F082AF139F1D}"/>
              </a:ext>
            </a:extLst>
          </p:cNvPr>
          <p:cNvSpPr>
            <a:spLocks noGrp="1"/>
          </p:cNvSpPr>
          <p:nvPr>
            <p:ph type="body" sz="quarter" idx="25" hasCustomPrompt="1"/>
          </p:nvPr>
        </p:nvSpPr>
        <p:spPr>
          <a:xfrm>
            <a:off x="1480215" y="3635687"/>
            <a:ext cx="4243162" cy="879766"/>
          </a:xfrm>
          <a:prstGeom prst="rect">
            <a:avLst/>
          </a:prstGeom>
        </p:spPr>
        <p:txBody>
          <a:bodyPr wrap="square" tIns="0" bIns="0">
            <a:normAutofit/>
          </a:bodyPr>
          <a:lstStyle>
            <a:lvl1pPr algn="l">
              <a:lnSpc>
                <a:spcPct val="100000"/>
              </a:lnSpc>
              <a:spcBef>
                <a:spcPts val="0"/>
              </a:spcBef>
              <a:spcAft>
                <a:spcPts val="600"/>
              </a:spcAft>
              <a:defRPr lang="en-US" sz="1400" b="0" kern="1200" cap="none" dirty="0">
                <a:solidFill>
                  <a:schemeClr val="tx1"/>
                </a:solidFill>
                <a:latin typeface="+mn-lt"/>
                <a:ea typeface="+mn-ea"/>
                <a:cs typeface="+mn-cs"/>
              </a:defRPr>
            </a:lvl1pPr>
            <a:lvl2pPr algn="l">
              <a:lnSpc>
                <a:spcPct val="100000"/>
              </a:lnSpc>
              <a:spcBef>
                <a:spcPts val="0"/>
              </a:spcBef>
              <a:spcAft>
                <a:spcPts val="0"/>
              </a:spcAft>
              <a:defRPr lang="en-US" sz="1400" b="0" kern="1200" dirty="0">
                <a:solidFill>
                  <a:schemeClr val="tx1"/>
                </a:solidFill>
                <a:latin typeface="Graphik" panose="020B0503030202060203" pitchFamily="34" charset="77"/>
                <a:ea typeface="+mn-ea"/>
                <a:cs typeface="+mn-cs"/>
              </a:defRPr>
            </a:lvl2pPr>
          </a:lstStyle>
          <a:p>
            <a:pPr lvl="0"/>
            <a:r>
              <a:rPr lang="da-DK"/>
              <a:t>Lorem ipsum dolor sit amet</a:t>
            </a:r>
          </a:p>
        </p:txBody>
      </p:sp>
      <p:sp>
        <p:nvSpPr>
          <p:cNvPr id="24" name="Text Placeholder 41">
            <a:extLst>
              <a:ext uri="{FF2B5EF4-FFF2-40B4-BE49-F238E27FC236}">
                <a16:creationId xmlns:a16="http://schemas.microsoft.com/office/drawing/2014/main" id="{17A9C8F1-2B45-4232-AB93-26450C462582}"/>
              </a:ext>
            </a:extLst>
          </p:cNvPr>
          <p:cNvSpPr>
            <a:spLocks noGrp="1"/>
          </p:cNvSpPr>
          <p:nvPr>
            <p:ph type="body" sz="quarter" idx="26" hasCustomPrompt="1"/>
          </p:nvPr>
        </p:nvSpPr>
        <p:spPr>
          <a:xfrm>
            <a:off x="444501" y="3635687"/>
            <a:ext cx="839888" cy="553998"/>
          </a:xfrm>
          <a:prstGeom prst="rect">
            <a:avLst/>
          </a:prstGeom>
        </p:spPr>
        <p:txBody>
          <a:bodyPr wrap="square" tIns="0" bIns="0">
            <a:normAutofit/>
          </a:bodyPr>
          <a:lstStyle>
            <a:lvl1pPr algn="l">
              <a:lnSpc>
                <a:spcPct val="100000"/>
              </a:lnSpc>
              <a:spcBef>
                <a:spcPts val="0"/>
              </a:spcBef>
              <a:spcAft>
                <a:spcPts val="0"/>
              </a:spcAft>
              <a:defRPr lang="en-US" sz="3600" b="1" kern="1200" dirty="0">
                <a:solidFill>
                  <a:schemeClr val="accent1"/>
                </a:solidFill>
                <a:latin typeface="+mj-lt"/>
                <a:ea typeface="+mn-ea"/>
                <a:cs typeface="+mn-cs"/>
              </a:defRPr>
            </a:lvl1pPr>
            <a:lvl2pPr algn="l">
              <a:lnSpc>
                <a:spcPct val="100000"/>
              </a:lnSpc>
              <a:spcBef>
                <a:spcPts val="0"/>
              </a:spcBef>
              <a:spcAft>
                <a:spcPts val="0"/>
              </a:spcAft>
              <a:defRPr lang="en-US" sz="1400" b="0" kern="1200" dirty="0">
                <a:solidFill>
                  <a:schemeClr val="tx1"/>
                </a:solidFill>
                <a:latin typeface="Graphik" panose="020B0503030202060203" pitchFamily="34" charset="77"/>
                <a:ea typeface="+mn-ea"/>
                <a:cs typeface="+mn-cs"/>
              </a:defRPr>
            </a:lvl2pPr>
          </a:lstStyle>
          <a:p>
            <a:pPr lvl="0"/>
            <a:r>
              <a:rPr lang="en-US"/>
              <a:t>#</a:t>
            </a:r>
          </a:p>
        </p:txBody>
      </p:sp>
      <p:sp>
        <p:nvSpPr>
          <p:cNvPr id="25" name="Text Placeholder 41">
            <a:extLst>
              <a:ext uri="{FF2B5EF4-FFF2-40B4-BE49-F238E27FC236}">
                <a16:creationId xmlns:a16="http://schemas.microsoft.com/office/drawing/2014/main" id="{D7F2FA40-8443-415A-BCEC-57907AD7C3D2}"/>
              </a:ext>
            </a:extLst>
          </p:cNvPr>
          <p:cNvSpPr>
            <a:spLocks noGrp="1"/>
          </p:cNvSpPr>
          <p:nvPr>
            <p:ph type="body" sz="quarter" idx="27" hasCustomPrompt="1"/>
          </p:nvPr>
        </p:nvSpPr>
        <p:spPr>
          <a:xfrm>
            <a:off x="1480215" y="4861158"/>
            <a:ext cx="4243162" cy="879766"/>
          </a:xfrm>
          <a:prstGeom prst="rect">
            <a:avLst/>
          </a:prstGeom>
        </p:spPr>
        <p:txBody>
          <a:bodyPr wrap="square" tIns="0" bIns="0">
            <a:normAutofit/>
          </a:bodyPr>
          <a:lstStyle>
            <a:lvl1pPr algn="l">
              <a:lnSpc>
                <a:spcPct val="100000"/>
              </a:lnSpc>
              <a:spcBef>
                <a:spcPts val="0"/>
              </a:spcBef>
              <a:spcAft>
                <a:spcPts val="600"/>
              </a:spcAft>
              <a:defRPr lang="en-US" sz="1400" b="0" kern="1200" cap="none" dirty="0">
                <a:solidFill>
                  <a:schemeClr val="tx1"/>
                </a:solidFill>
                <a:latin typeface="+mn-lt"/>
                <a:ea typeface="+mn-ea"/>
                <a:cs typeface="+mn-cs"/>
              </a:defRPr>
            </a:lvl1pPr>
            <a:lvl2pPr algn="l">
              <a:lnSpc>
                <a:spcPct val="100000"/>
              </a:lnSpc>
              <a:spcBef>
                <a:spcPts val="0"/>
              </a:spcBef>
              <a:spcAft>
                <a:spcPts val="0"/>
              </a:spcAft>
              <a:defRPr lang="en-US" sz="1400" b="0" kern="1200" dirty="0">
                <a:solidFill>
                  <a:schemeClr val="tx1"/>
                </a:solidFill>
                <a:latin typeface="Graphik" panose="020B0503030202060203" pitchFamily="34" charset="77"/>
                <a:ea typeface="+mn-ea"/>
                <a:cs typeface="+mn-cs"/>
              </a:defRPr>
            </a:lvl2pPr>
          </a:lstStyle>
          <a:p>
            <a:pPr lvl="0"/>
            <a:r>
              <a:rPr lang="da-DK"/>
              <a:t>Lorem ipsum dolor sit amet</a:t>
            </a:r>
          </a:p>
        </p:txBody>
      </p:sp>
      <p:sp>
        <p:nvSpPr>
          <p:cNvPr id="26" name="Text Placeholder 41">
            <a:extLst>
              <a:ext uri="{FF2B5EF4-FFF2-40B4-BE49-F238E27FC236}">
                <a16:creationId xmlns:a16="http://schemas.microsoft.com/office/drawing/2014/main" id="{4DFB22B2-7DED-4F30-9EEB-FB3AE9BC7459}"/>
              </a:ext>
            </a:extLst>
          </p:cNvPr>
          <p:cNvSpPr>
            <a:spLocks noGrp="1"/>
          </p:cNvSpPr>
          <p:nvPr>
            <p:ph type="body" sz="quarter" idx="28" hasCustomPrompt="1"/>
          </p:nvPr>
        </p:nvSpPr>
        <p:spPr>
          <a:xfrm>
            <a:off x="444501" y="4861158"/>
            <a:ext cx="839888" cy="553998"/>
          </a:xfrm>
          <a:prstGeom prst="rect">
            <a:avLst/>
          </a:prstGeom>
        </p:spPr>
        <p:txBody>
          <a:bodyPr wrap="square" tIns="0" bIns="0">
            <a:normAutofit/>
          </a:bodyPr>
          <a:lstStyle>
            <a:lvl1pPr algn="l">
              <a:lnSpc>
                <a:spcPct val="100000"/>
              </a:lnSpc>
              <a:spcBef>
                <a:spcPts val="0"/>
              </a:spcBef>
              <a:spcAft>
                <a:spcPts val="0"/>
              </a:spcAft>
              <a:defRPr lang="en-US" sz="3600" b="1" kern="1200" dirty="0">
                <a:solidFill>
                  <a:schemeClr val="accent1"/>
                </a:solidFill>
                <a:latin typeface="+mj-lt"/>
                <a:ea typeface="+mn-ea"/>
                <a:cs typeface="+mn-cs"/>
              </a:defRPr>
            </a:lvl1pPr>
            <a:lvl2pPr algn="l">
              <a:lnSpc>
                <a:spcPct val="100000"/>
              </a:lnSpc>
              <a:spcBef>
                <a:spcPts val="0"/>
              </a:spcBef>
              <a:spcAft>
                <a:spcPts val="0"/>
              </a:spcAft>
              <a:defRPr lang="en-US" sz="1400" b="0" kern="1200" dirty="0">
                <a:solidFill>
                  <a:schemeClr val="tx1"/>
                </a:solidFill>
                <a:latin typeface="Graphik" panose="020B0503030202060203" pitchFamily="34" charset="77"/>
                <a:ea typeface="+mn-ea"/>
                <a:cs typeface="+mn-cs"/>
              </a:defRPr>
            </a:lvl2pPr>
          </a:lstStyle>
          <a:p>
            <a:pPr lvl="0"/>
            <a:r>
              <a:rPr lang="en-US"/>
              <a:t>#</a:t>
            </a:r>
          </a:p>
        </p:txBody>
      </p:sp>
      <p:sp>
        <p:nvSpPr>
          <p:cNvPr id="33" name="Text Placeholder 41">
            <a:extLst>
              <a:ext uri="{FF2B5EF4-FFF2-40B4-BE49-F238E27FC236}">
                <a16:creationId xmlns:a16="http://schemas.microsoft.com/office/drawing/2014/main" id="{80618C3C-6BED-4F24-8BC3-0BA6574D0AA9}"/>
              </a:ext>
            </a:extLst>
          </p:cNvPr>
          <p:cNvSpPr>
            <a:spLocks noGrp="1"/>
          </p:cNvSpPr>
          <p:nvPr>
            <p:ph type="body" sz="quarter" idx="29" hasCustomPrompt="1"/>
          </p:nvPr>
        </p:nvSpPr>
        <p:spPr>
          <a:xfrm>
            <a:off x="7131715" y="2410216"/>
            <a:ext cx="4243162" cy="879766"/>
          </a:xfrm>
          <a:prstGeom prst="rect">
            <a:avLst/>
          </a:prstGeom>
        </p:spPr>
        <p:txBody>
          <a:bodyPr wrap="square" tIns="0" bIns="0">
            <a:normAutofit/>
          </a:bodyPr>
          <a:lstStyle>
            <a:lvl1pPr algn="l">
              <a:lnSpc>
                <a:spcPct val="100000"/>
              </a:lnSpc>
              <a:spcBef>
                <a:spcPts val="0"/>
              </a:spcBef>
              <a:spcAft>
                <a:spcPts val="600"/>
              </a:spcAft>
              <a:defRPr lang="en-US" sz="1400" b="0" kern="1200" cap="none" dirty="0">
                <a:solidFill>
                  <a:schemeClr val="tx1"/>
                </a:solidFill>
                <a:latin typeface="+mn-lt"/>
                <a:ea typeface="+mn-ea"/>
                <a:cs typeface="+mn-cs"/>
              </a:defRPr>
            </a:lvl1pPr>
            <a:lvl2pPr algn="l">
              <a:lnSpc>
                <a:spcPct val="100000"/>
              </a:lnSpc>
              <a:spcBef>
                <a:spcPts val="0"/>
              </a:spcBef>
              <a:spcAft>
                <a:spcPts val="0"/>
              </a:spcAft>
              <a:defRPr lang="en-US" sz="1400" b="0" kern="1200" dirty="0">
                <a:solidFill>
                  <a:schemeClr val="tx1"/>
                </a:solidFill>
                <a:latin typeface="Graphik" panose="020B0503030202060203" pitchFamily="34" charset="77"/>
                <a:ea typeface="+mn-ea"/>
                <a:cs typeface="+mn-cs"/>
              </a:defRPr>
            </a:lvl2pPr>
          </a:lstStyle>
          <a:p>
            <a:pPr lvl="0"/>
            <a:r>
              <a:rPr lang="da-DK"/>
              <a:t>Lorem ipsum dolor sit amet</a:t>
            </a:r>
          </a:p>
        </p:txBody>
      </p:sp>
      <p:sp>
        <p:nvSpPr>
          <p:cNvPr id="34" name="Text Placeholder 41">
            <a:extLst>
              <a:ext uri="{FF2B5EF4-FFF2-40B4-BE49-F238E27FC236}">
                <a16:creationId xmlns:a16="http://schemas.microsoft.com/office/drawing/2014/main" id="{18039CC1-2EA8-4C41-979B-4D20FB6809F8}"/>
              </a:ext>
            </a:extLst>
          </p:cNvPr>
          <p:cNvSpPr>
            <a:spLocks noGrp="1"/>
          </p:cNvSpPr>
          <p:nvPr>
            <p:ph type="body" sz="quarter" idx="30" hasCustomPrompt="1"/>
          </p:nvPr>
        </p:nvSpPr>
        <p:spPr>
          <a:xfrm>
            <a:off x="6096000" y="2410216"/>
            <a:ext cx="839889" cy="553998"/>
          </a:xfrm>
          <a:prstGeom prst="rect">
            <a:avLst/>
          </a:prstGeom>
        </p:spPr>
        <p:txBody>
          <a:bodyPr wrap="square" tIns="0" bIns="0">
            <a:normAutofit/>
          </a:bodyPr>
          <a:lstStyle>
            <a:lvl1pPr algn="l">
              <a:lnSpc>
                <a:spcPct val="100000"/>
              </a:lnSpc>
              <a:spcBef>
                <a:spcPts val="0"/>
              </a:spcBef>
              <a:spcAft>
                <a:spcPts val="0"/>
              </a:spcAft>
              <a:defRPr lang="en-US" sz="3600" b="1" kern="1200" dirty="0">
                <a:solidFill>
                  <a:schemeClr val="accent1"/>
                </a:solidFill>
                <a:latin typeface="+mj-lt"/>
                <a:ea typeface="+mn-ea"/>
                <a:cs typeface="+mn-cs"/>
              </a:defRPr>
            </a:lvl1pPr>
            <a:lvl2pPr algn="l">
              <a:lnSpc>
                <a:spcPct val="100000"/>
              </a:lnSpc>
              <a:spcBef>
                <a:spcPts val="0"/>
              </a:spcBef>
              <a:spcAft>
                <a:spcPts val="0"/>
              </a:spcAft>
              <a:defRPr lang="en-US" sz="1400" b="0" kern="1200" dirty="0">
                <a:solidFill>
                  <a:schemeClr val="tx1"/>
                </a:solidFill>
                <a:latin typeface="Graphik" panose="020B0503030202060203" pitchFamily="34" charset="77"/>
                <a:ea typeface="+mn-ea"/>
                <a:cs typeface="+mn-cs"/>
              </a:defRPr>
            </a:lvl2pPr>
          </a:lstStyle>
          <a:p>
            <a:pPr lvl="0"/>
            <a:r>
              <a:rPr lang="en-US"/>
              <a:t>#</a:t>
            </a:r>
          </a:p>
        </p:txBody>
      </p:sp>
      <p:sp>
        <p:nvSpPr>
          <p:cNvPr id="35" name="Text Placeholder 41">
            <a:extLst>
              <a:ext uri="{FF2B5EF4-FFF2-40B4-BE49-F238E27FC236}">
                <a16:creationId xmlns:a16="http://schemas.microsoft.com/office/drawing/2014/main" id="{5A1FF5E6-3D7C-4087-AFF1-48A99E04CE23}"/>
              </a:ext>
            </a:extLst>
          </p:cNvPr>
          <p:cNvSpPr>
            <a:spLocks noGrp="1"/>
          </p:cNvSpPr>
          <p:nvPr>
            <p:ph type="body" sz="quarter" idx="31" hasCustomPrompt="1"/>
          </p:nvPr>
        </p:nvSpPr>
        <p:spPr>
          <a:xfrm>
            <a:off x="7131715" y="3635687"/>
            <a:ext cx="4243162" cy="879766"/>
          </a:xfrm>
          <a:prstGeom prst="rect">
            <a:avLst/>
          </a:prstGeom>
        </p:spPr>
        <p:txBody>
          <a:bodyPr wrap="square" tIns="0" bIns="0">
            <a:normAutofit/>
          </a:bodyPr>
          <a:lstStyle>
            <a:lvl1pPr algn="l">
              <a:lnSpc>
                <a:spcPct val="100000"/>
              </a:lnSpc>
              <a:spcBef>
                <a:spcPts val="0"/>
              </a:spcBef>
              <a:spcAft>
                <a:spcPts val="600"/>
              </a:spcAft>
              <a:defRPr lang="en-US" sz="1400" b="0" kern="1200" cap="none" dirty="0">
                <a:solidFill>
                  <a:schemeClr val="tx1"/>
                </a:solidFill>
                <a:latin typeface="+mn-lt"/>
                <a:ea typeface="+mn-ea"/>
                <a:cs typeface="+mn-cs"/>
              </a:defRPr>
            </a:lvl1pPr>
            <a:lvl2pPr algn="l">
              <a:lnSpc>
                <a:spcPct val="100000"/>
              </a:lnSpc>
              <a:spcBef>
                <a:spcPts val="0"/>
              </a:spcBef>
              <a:spcAft>
                <a:spcPts val="0"/>
              </a:spcAft>
              <a:defRPr lang="en-US" sz="1400" b="0" kern="1200" dirty="0">
                <a:solidFill>
                  <a:schemeClr val="tx1"/>
                </a:solidFill>
                <a:latin typeface="Graphik" panose="020B0503030202060203" pitchFamily="34" charset="77"/>
                <a:ea typeface="+mn-ea"/>
                <a:cs typeface="+mn-cs"/>
              </a:defRPr>
            </a:lvl2pPr>
          </a:lstStyle>
          <a:p>
            <a:pPr lvl="0"/>
            <a:r>
              <a:rPr lang="da-DK"/>
              <a:t>Lorem ipsum dolor sit amet</a:t>
            </a:r>
          </a:p>
        </p:txBody>
      </p:sp>
      <p:sp>
        <p:nvSpPr>
          <p:cNvPr id="36" name="Text Placeholder 41">
            <a:extLst>
              <a:ext uri="{FF2B5EF4-FFF2-40B4-BE49-F238E27FC236}">
                <a16:creationId xmlns:a16="http://schemas.microsoft.com/office/drawing/2014/main" id="{BB2C9A29-68E9-4B62-8688-F3255D0DC6FC}"/>
              </a:ext>
            </a:extLst>
          </p:cNvPr>
          <p:cNvSpPr>
            <a:spLocks noGrp="1"/>
          </p:cNvSpPr>
          <p:nvPr>
            <p:ph type="body" sz="quarter" idx="32" hasCustomPrompt="1"/>
          </p:nvPr>
        </p:nvSpPr>
        <p:spPr>
          <a:xfrm>
            <a:off x="6096001" y="3635687"/>
            <a:ext cx="839888" cy="553998"/>
          </a:xfrm>
          <a:prstGeom prst="rect">
            <a:avLst/>
          </a:prstGeom>
        </p:spPr>
        <p:txBody>
          <a:bodyPr wrap="square" tIns="0" bIns="0">
            <a:normAutofit/>
          </a:bodyPr>
          <a:lstStyle>
            <a:lvl1pPr algn="l">
              <a:lnSpc>
                <a:spcPct val="100000"/>
              </a:lnSpc>
              <a:spcBef>
                <a:spcPts val="0"/>
              </a:spcBef>
              <a:spcAft>
                <a:spcPts val="0"/>
              </a:spcAft>
              <a:defRPr lang="en-US" sz="3600" b="1" kern="1200" dirty="0">
                <a:solidFill>
                  <a:schemeClr val="accent1"/>
                </a:solidFill>
                <a:latin typeface="+mj-lt"/>
                <a:ea typeface="+mn-ea"/>
                <a:cs typeface="+mn-cs"/>
              </a:defRPr>
            </a:lvl1pPr>
            <a:lvl2pPr algn="l">
              <a:lnSpc>
                <a:spcPct val="100000"/>
              </a:lnSpc>
              <a:spcBef>
                <a:spcPts val="0"/>
              </a:spcBef>
              <a:spcAft>
                <a:spcPts val="0"/>
              </a:spcAft>
              <a:defRPr lang="en-US" sz="1400" b="0" kern="1200" dirty="0">
                <a:solidFill>
                  <a:schemeClr val="tx1"/>
                </a:solidFill>
                <a:latin typeface="Graphik" panose="020B0503030202060203" pitchFamily="34" charset="77"/>
                <a:ea typeface="+mn-ea"/>
                <a:cs typeface="+mn-cs"/>
              </a:defRPr>
            </a:lvl2pPr>
          </a:lstStyle>
          <a:p>
            <a:pPr lvl="0"/>
            <a:r>
              <a:rPr lang="en-US"/>
              <a:t>#</a:t>
            </a:r>
          </a:p>
        </p:txBody>
      </p:sp>
      <p:sp>
        <p:nvSpPr>
          <p:cNvPr id="37" name="Text Placeholder 41">
            <a:extLst>
              <a:ext uri="{FF2B5EF4-FFF2-40B4-BE49-F238E27FC236}">
                <a16:creationId xmlns:a16="http://schemas.microsoft.com/office/drawing/2014/main" id="{353E4163-5423-4488-93B4-72E261A04E01}"/>
              </a:ext>
            </a:extLst>
          </p:cNvPr>
          <p:cNvSpPr>
            <a:spLocks noGrp="1"/>
          </p:cNvSpPr>
          <p:nvPr>
            <p:ph type="body" sz="quarter" idx="33" hasCustomPrompt="1"/>
          </p:nvPr>
        </p:nvSpPr>
        <p:spPr>
          <a:xfrm>
            <a:off x="7131715" y="4861158"/>
            <a:ext cx="4243162" cy="879766"/>
          </a:xfrm>
          <a:prstGeom prst="rect">
            <a:avLst/>
          </a:prstGeom>
        </p:spPr>
        <p:txBody>
          <a:bodyPr wrap="square" tIns="0" bIns="0">
            <a:normAutofit/>
          </a:bodyPr>
          <a:lstStyle>
            <a:lvl1pPr algn="l">
              <a:lnSpc>
                <a:spcPct val="100000"/>
              </a:lnSpc>
              <a:spcBef>
                <a:spcPts val="0"/>
              </a:spcBef>
              <a:spcAft>
                <a:spcPts val="600"/>
              </a:spcAft>
              <a:defRPr lang="en-US" sz="1400" b="0" kern="1200" cap="none" dirty="0">
                <a:solidFill>
                  <a:schemeClr val="tx1"/>
                </a:solidFill>
                <a:latin typeface="+mn-lt"/>
                <a:ea typeface="+mn-ea"/>
                <a:cs typeface="+mn-cs"/>
              </a:defRPr>
            </a:lvl1pPr>
            <a:lvl2pPr algn="l">
              <a:lnSpc>
                <a:spcPct val="100000"/>
              </a:lnSpc>
              <a:spcBef>
                <a:spcPts val="0"/>
              </a:spcBef>
              <a:spcAft>
                <a:spcPts val="0"/>
              </a:spcAft>
              <a:defRPr lang="en-US" sz="1400" b="0" kern="1200" dirty="0">
                <a:solidFill>
                  <a:schemeClr val="tx1"/>
                </a:solidFill>
                <a:latin typeface="Graphik" panose="020B0503030202060203" pitchFamily="34" charset="77"/>
                <a:ea typeface="+mn-ea"/>
                <a:cs typeface="+mn-cs"/>
              </a:defRPr>
            </a:lvl2pPr>
          </a:lstStyle>
          <a:p>
            <a:pPr lvl="0"/>
            <a:r>
              <a:rPr lang="da-DK"/>
              <a:t>Lorem ipsum dolor sit amet</a:t>
            </a:r>
          </a:p>
        </p:txBody>
      </p:sp>
      <p:sp>
        <p:nvSpPr>
          <p:cNvPr id="38" name="Text Placeholder 41">
            <a:extLst>
              <a:ext uri="{FF2B5EF4-FFF2-40B4-BE49-F238E27FC236}">
                <a16:creationId xmlns:a16="http://schemas.microsoft.com/office/drawing/2014/main" id="{EC5DB573-F8E8-4DEA-AEA6-9E4D218638CE}"/>
              </a:ext>
            </a:extLst>
          </p:cNvPr>
          <p:cNvSpPr>
            <a:spLocks noGrp="1"/>
          </p:cNvSpPr>
          <p:nvPr>
            <p:ph type="body" sz="quarter" idx="34" hasCustomPrompt="1"/>
          </p:nvPr>
        </p:nvSpPr>
        <p:spPr>
          <a:xfrm>
            <a:off x="6096001" y="4861158"/>
            <a:ext cx="839888" cy="553998"/>
          </a:xfrm>
          <a:prstGeom prst="rect">
            <a:avLst/>
          </a:prstGeom>
        </p:spPr>
        <p:txBody>
          <a:bodyPr wrap="square" tIns="0" bIns="0">
            <a:normAutofit/>
          </a:bodyPr>
          <a:lstStyle>
            <a:lvl1pPr algn="l">
              <a:lnSpc>
                <a:spcPct val="100000"/>
              </a:lnSpc>
              <a:spcBef>
                <a:spcPts val="0"/>
              </a:spcBef>
              <a:spcAft>
                <a:spcPts val="0"/>
              </a:spcAft>
              <a:defRPr lang="en-US" sz="3600" b="1" kern="1200" dirty="0">
                <a:solidFill>
                  <a:schemeClr val="accent1"/>
                </a:solidFill>
                <a:latin typeface="+mj-lt"/>
                <a:ea typeface="+mn-ea"/>
                <a:cs typeface="+mn-cs"/>
              </a:defRPr>
            </a:lvl1pPr>
            <a:lvl2pPr algn="l">
              <a:lnSpc>
                <a:spcPct val="100000"/>
              </a:lnSpc>
              <a:spcBef>
                <a:spcPts val="0"/>
              </a:spcBef>
              <a:spcAft>
                <a:spcPts val="0"/>
              </a:spcAft>
              <a:defRPr lang="en-US" sz="1400" b="0" kern="1200" dirty="0">
                <a:solidFill>
                  <a:schemeClr val="tx1"/>
                </a:solidFill>
                <a:latin typeface="Graphik" panose="020B0503030202060203" pitchFamily="34" charset="77"/>
                <a:ea typeface="+mn-ea"/>
                <a:cs typeface="+mn-cs"/>
              </a:defRPr>
            </a:lvl2pPr>
          </a:lstStyle>
          <a:p>
            <a:pPr lvl="0"/>
            <a:r>
              <a:rPr lang="en-US"/>
              <a:t>#</a:t>
            </a:r>
          </a:p>
        </p:txBody>
      </p:sp>
      <p:sp>
        <p:nvSpPr>
          <p:cNvPr id="18" name="Footer Placeholder 6">
            <a:extLst>
              <a:ext uri="{FF2B5EF4-FFF2-40B4-BE49-F238E27FC236}">
                <a16:creationId xmlns:a16="http://schemas.microsoft.com/office/drawing/2014/main" id="{1409C984-F547-42F7-B88C-526E030405E3}"/>
              </a:ext>
            </a:extLst>
          </p:cNvPr>
          <p:cNvSpPr>
            <a:spLocks noGrp="1"/>
          </p:cNvSpPr>
          <p:nvPr>
            <p:ph type="ftr" sz="quarter" idx="16"/>
          </p:nvPr>
        </p:nvSpPr>
        <p:spPr>
          <a:xfrm>
            <a:off x="381002" y="6519009"/>
            <a:ext cx="5714999" cy="206375"/>
          </a:xfrm>
          <a:prstGeom prst="rect">
            <a:avLst/>
          </a:prstGeom>
        </p:spPr>
        <p:txBody>
          <a:bodyPr lIns="0"/>
          <a:lstStyle>
            <a:lvl1pPr>
              <a:defRPr sz="800">
                <a:solidFill>
                  <a:schemeClr val="tx1">
                    <a:alpha val="40000"/>
                  </a:schemeClr>
                </a:solidFill>
              </a:defRPr>
            </a:lvl1pPr>
          </a:lstStyle>
          <a:p>
            <a:r>
              <a:rPr lang="en-US" dirty="0"/>
              <a:t>Copyright © 2020 Accenture. All rights reserved.</a:t>
            </a:r>
          </a:p>
        </p:txBody>
      </p:sp>
      <p:sp>
        <p:nvSpPr>
          <p:cNvPr id="28" name="Slide Number Placeholder 9">
            <a:extLst>
              <a:ext uri="{FF2B5EF4-FFF2-40B4-BE49-F238E27FC236}">
                <a16:creationId xmlns:a16="http://schemas.microsoft.com/office/drawing/2014/main" id="{829B10C9-5B15-4D0E-BE03-A02D6DD428A6}"/>
              </a:ext>
            </a:extLst>
          </p:cNvPr>
          <p:cNvSpPr>
            <a:spLocks noGrp="1"/>
          </p:cNvSpPr>
          <p:nvPr>
            <p:ph type="sldNum" sz="quarter" idx="17"/>
          </p:nvPr>
        </p:nvSpPr>
        <p:spPr>
          <a:xfrm>
            <a:off x="11506202" y="6519009"/>
            <a:ext cx="385711" cy="206375"/>
          </a:xfrm>
          <a:prstGeom prst="rect">
            <a:avLst/>
          </a:prstGeom>
        </p:spPr>
        <p:txBody>
          <a:bodyPr/>
          <a:lstStyle>
            <a:lvl1pPr>
              <a:defRPr sz="800">
                <a:solidFill>
                  <a:schemeClr val="tx1">
                    <a:alpha val="40000"/>
                  </a:schemeClr>
                </a:solidFill>
              </a:defRPr>
            </a:lvl1pPr>
          </a:lstStyle>
          <a:p>
            <a:fld id="{4F9AC08D-23A9-440E-BCB9-AA1E9877CC38}" type="slidenum">
              <a:rPr lang="en-US" smtClean="0"/>
              <a:pPr/>
              <a:t>‹#›</a:t>
            </a:fld>
            <a:endParaRPr lang="en-US" dirty="0"/>
          </a:p>
        </p:txBody>
      </p:sp>
      <p:sp>
        <p:nvSpPr>
          <p:cNvPr id="19" name="Title Placeholder 1">
            <a:extLst>
              <a:ext uri="{FF2B5EF4-FFF2-40B4-BE49-F238E27FC236}">
                <a16:creationId xmlns:a16="http://schemas.microsoft.com/office/drawing/2014/main" id="{A822CE51-5843-4191-8C13-33C560880596}"/>
              </a:ext>
            </a:extLst>
          </p:cNvPr>
          <p:cNvSpPr>
            <a:spLocks noGrp="1"/>
          </p:cNvSpPr>
          <p:nvPr>
            <p:ph type="title" hasCustomPrompt="1"/>
          </p:nvPr>
        </p:nvSpPr>
        <p:spPr>
          <a:xfrm>
            <a:off x="381000" y="381002"/>
            <a:ext cx="11430000" cy="983263"/>
          </a:xfrm>
          <a:prstGeom prst="rect">
            <a:avLst/>
          </a:prstGeom>
        </p:spPr>
        <p:txBody>
          <a:bodyPr vert="horz" lIns="0" tIns="45720" rIns="0" bIns="0" rtlCol="0" anchor="t" anchorCtr="0">
            <a:normAutofit/>
          </a:bodyPr>
          <a:lstStyle>
            <a:lvl1pPr>
              <a:defRPr/>
            </a:lvl1pPr>
          </a:lstStyle>
          <a:p>
            <a:r>
              <a:rPr lang="en-US"/>
              <a:t>Insert Main Title at 36pt min 30pt</a:t>
            </a:r>
          </a:p>
        </p:txBody>
      </p:sp>
    </p:spTree>
    <p:extLst>
      <p:ext uri="{BB962C8B-B14F-4D97-AF65-F5344CB8AC3E}">
        <p14:creationId xmlns:p14="http://schemas.microsoft.com/office/powerpoint/2010/main" val="3946602674"/>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Bullets Option 5">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11BE77C-A095-46CD-A1E6-D35129200CF4}"/>
              </a:ext>
            </a:extLst>
          </p:cNvPr>
          <p:cNvSpPr/>
          <p:nvPr/>
        </p:nvSpPr>
        <p:spPr>
          <a:xfrm>
            <a:off x="1" y="1754996"/>
            <a:ext cx="12191998" cy="4578452"/>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18" name="Footer Placeholder 6">
            <a:extLst>
              <a:ext uri="{FF2B5EF4-FFF2-40B4-BE49-F238E27FC236}">
                <a16:creationId xmlns:a16="http://schemas.microsoft.com/office/drawing/2014/main" id="{1409C984-F547-42F7-B88C-526E030405E3}"/>
              </a:ext>
            </a:extLst>
          </p:cNvPr>
          <p:cNvSpPr>
            <a:spLocks noGrp="1"/>
          </p:cNvSpPr>
          <p:nvPr>
            <p:ph type="ftr" sz="quarter" idx="16"/>
          </p:nvPr>
        </p:nvSpPr>
        <p:spPr>
          <a:xfrm>
            <a:off x="381002" y="6519009"/>
            <a:ext cx="5714999" cy="206375"/>
          </a:xfrm>
          <a:prstGeom prst="rect">
            <a:avLst/>
          </a:prstGeom>
        </p:spPr>
        <p:txBody>
          <a:bodyPr lIns="0"/>
          <a:lstStyle>
            <a:lvl1pPr>
              <a:defRPr sz="800">
                <a:solidFill>
                  <a:schemeClr val="tx1">
                    <a:alpha val="40000"/>
                  </a:schemeClr>
                </a:solidFill>
              </a:defRPr>
            </a:lvl1pPr>
          </a:lstStyle>
          <a:p>
            <a:r>
              <a:rPr lang="en-US" dirty="0"/>
              <a:t>Copyright © 2020 Accenture. All rights reserved.</a:t>
            </a:r>
          </a:p>
        </p:txBody>
      </p:sp>
      <p:sp>
        <p:nvSpPr>
          <p:cNvPr id="28" name="Slide Number Placeholder 9">
            <a:extLst>
              <a:ext uri="{FF2B5EF4-FFF2-40B4-BE49-F238E27FC236}">
                <a16:creationId xmlns:a16="http://schemas.microsoft.com/office/drawing/2014/main" id="{829B10C9-5B15-4D0E-BE03-A02D6DD428A6}"/>
              </a:ext>
            </a:extLst>
          </p:cNvPr>
          <p:cNvSpPr>
            <a:spLocks noGrp="1"/>
          </p:cNvSpPr>
          <p:nvPr>
            <p:ph type="sldNum" sz="quarter" idx="17"/>
          </p:nvPr>
        </p:nvSpPr>
        <p:spPr>
          <a:xfrm>
            <a:off x="11506202" y="6519009"/>
            <a:ext cx="385711" cy="206375"/>
          </a:xfrm>
          <a:prstGeom prst="rect">
            <a:avLst/>
          </a:prstGeom>
        </p:spPr>
        <p:txBody>
          <a:bodyPr/>
          <a:lstStyle>
            <a:lvl1pPr>
              <a:defRPr sz="800">
                <a:solidFill>
                  <a:schemeClr val="tx1">
                    <a:alpha val="40000"/>
                  </a:schemeClr>
                </a:solidFill>
              </a:defRPr>
            </a:lvl1pPr>
          </a:lstStyle>
          <a:p>
            <a:fld id="{4F9AC08D-23A9-440E-BCB9-AA1E9877CC38}" type="slidenum">
              <a:rPr lang="en-US" smtClean="0"/>
              <a:pPr/>
              <a:t>‹#›</a:t>
            </a:fld>
            <a:endParaRPr lang="en-US" dirty="0"/>
          </a:p>
        </p:txBody>
      </p:sp>
      <p:sp>
        <p:nvSpPr>
          <p:cNvPr id="19" name="Title Placeholder 1">
            <a:extLst>
              <a:ext uri="{FF2B5EF4-FFF2-40B4-BE49-F238E27FC236}">
                <a16:creationId xmlns:a16="http://schemas.microsoft.com/office/drawing/2014/main" id="{FFD4091F-4540-47D0-9D89-6BCB0291E505}"/>
              </a:ext>
            </a:extLst>
          </p:cNvPr>
          <p:cNvSpPr>
            <a:spLocks noGrp="1"/>
          </p:cNvSpPr>
          <p:nvPr>
            <p:ph type="title" hasCustomPrompt="1"/>
          </p:nvPr>
        </p:nvSpPr>
        <p:spPr>
          <a:xfrm>
            <a:off x="381000" y="381002"/>
            <a:ext cx="11430000" cy="983263"/>
          </a:xfrm>
          <a:prstGeom prst="rect">
            <a:avLst/>
          </a:prstGeom>
        </p:spPr>
        <p:txBody>
          <a:bodyPr vert="horz" lIns="0" tIns="45720" rIns="0" bIns="0" rtlCol="0" anchor="t" anchorCtr="0">
            <a:normAutofit/>
          </a:bodyPr>
          <a:lstStyle>
            <a:lvl1pPr>
              <a:defRPr/>
            </a:lvl1pPr>
          </a:lstStyle>
          <a:p>
            <a:r>
              <a:rPr lang="en-US"/>
              <a:t>Insert Main Title at 36pt min 30pt</a:t>
            </a:r>
          </a:p>
        </p:txBody>
      </p:sp>
      <p:sp>
        <p:nvSpPr>
          <p:cNvPr id="32" name="Text Placeholder 41">
            <a:extLst>
              <a:ext uri="{FF2B5EF4-FFF2-40B4-BE49-F238E27FC236}">
                <a16:creationId xmlns:a16="http://schemas.microsoft.com/office/drawing/2014/main" id="{53346DC2-FD7B-49C4-8AAB-B359175B7BF5}"/>
              </a:ext>
            </a:extLst>
          </p:cNvPr>
          <p:cNvSpPr>
            <a:spLocks noGrp="1"/>
          </p:cNvSpPr>
          <p:nvPr>
            <p:ph type="body" sz="quarter" idx="24" hasCustomPrompt="1"/>
          </p:nvPr>
        </p:nvSpPr>
        <p:spPr>
          <a:xfrm>
            <a:off x="381001" y="2104386"/>
            <a:ext cx="5400000" cy="1162464"/>
          </a:xfrm>
          <a:prstGeom prst="rect">
            <a:avLst/>
          </a:prstGeom>
        </p:spPr>
        <p:txBody>
          <a:bodyPr wrap="square" tIns="0" bIns="0" anchor="t">
            <a:normAutofit/>
          </a:bodyPr>
          <a:lstStyle>
            <a:lvl1pPr marL="0" marR="0" indent="0" algn="l" defTabSz="914377" rtl="0" eaLnBrk="1" fontAlgn="auto" latinLnBrk="0" hangingPunct="1">
              <a:lnSpc>
                <a:spcPct val="100000"/>
              </a:lnSpc>
              <a:spcBef>
                <a:spcPts val="0"/>
              </a:spcBef>
              <a:spcAft>
                <a:spcPts val="1200"/>
              </a:spcAft>
              <a:buClrTx/>
              <a:buSzTx/>
              <a:buFont typeface="Arial" panose="020B0604020202020204" pitchFamily="34" charset="0"/>
              <a:buNone/>
              <a:tabLst/>
              <a:defRPr lang="en-US" sz="1800" b="1" kern="1200" dirty="0">
                <a:solidFill>
                  <a:schemeClr val="accent1"/>
                </a:solidFill>
                <a:latin typeface="+mj-lt"/>
                <a:ea typeface="+mn-ea"/>
                <a:cs typeface="+mn-cs"/>
              </a:defRPr>
            </a:lvl1pPr>
            <a:lvl2pPr algn="l">
              <a:lnSpc>
                <a:spcPct val="100000"/>
              </a:lnSpc>
              <a:spcBef>
                <a:spcPts val="0"/>
              </a:spcBef>
              <a:spcAft>
                <a:spcPts val="0"/>
              </a:spcAft>
              <a:defRPr lang="en-US" sz="1400" b="0" kern="1200" dirty="0">
                <a:solidFill>
                  <a:schemeClr val="tx1"/>
                </a:solidFill>
                <a:latin typeface="+mn-lt"/>
                <a:ea typeface="+mn-ea"/>
                <a:cs typeface="+mn-cs"/>
              </a:defRPr>
            </a:lvl2pPr>
          </a:lstStyle>
          <a:p>
            <a:pPr lvl="0"/>
            <a:r>
              <a:rPr lang="en-US"/>
              <a:t>Click to add subtitle</a:t>
            </a:r>
          </a:p>
          <a:p>
            <a:pPr marL="0" marR="0" lvl="1" indent="0" algn="l" defTabSz="914377" rtl="0" eaLnBrk="1" fontAlgn="auto" latinLnBrk="0" hangingPunct="1">
              <a:lnSpc>
                <a:spcPct val="100000"/>
              </a:lnSpc>
              <a:spcBef>
                <a:spcPts val="0"/>
              </a:spcBef>
              <a:spcAft>
                <a:spcPts val="0"/>
              </a:spcAft>
              <a:buClrTx/>
              <a:buSzTx/>
              <a:buFont typeface="Arial" panose="020B0604020202020204" pitchFamily="34" charset="0"/>
              <a:buNone/>
              <a:tabLst/>
              <a:defRPr/>
            </a:pPr>
            <a:r>
              <a:rPr lang="da-DK"/>
              <a:t>Lorem ipsum dolor sit amet</a:t>
            </a:r>
            <a:endParaRPr lang="en-US"/>
          </a:p>
          <a:p>
            <a:pPr lvl="0"/>
            <a:endParaRPr lang="en-US"/>
          </a:p>
        </p:txBody>
      </p:sp>
      <p:sp>
        <p:nvSpPr>
          <p:cNvPr id="33" name="Text Placeholder 41">
            <a:extLst>
              <a:ext uri="{FF2B5EF4-FFF2-40B4-BE49-F238E27FC236}">
                <a16:creationId xmlns:a16="http://schemas.microsoft.com/office/drawing/2014/main" id="{AC42A312-9979-4A01-9158-57CD4C8CA33D}"/>
              </a:ext>
            </a:extLst>
          </p:cNvPr>
          <p:cNvSpPr>
            <a:spLocks noGrp="1"/>
          </p:cNvSpPr>
          <p:nvPr>
            <p:ph type="body" sz="quarter" idx="45" hasCustomPrompt="1"/>
          </p:nvPr>
        </p:nvSpPr>
        <p:spPr>
          <a:xfrm>
            <a:off x="381000" y="3532780"/>
            <a:ext cx="5400000" cy="1162464"/>
          </a:xfrm>
          <a:prstGeom prst="rect">
            <a:avLst/>
          </a:prstGeom>
        </p:spPr>
        <p:txBody>
          <a:bodyPr wrap="square" tIns="0" bIns="0" anchor="t">
            <a:normAutofit/>
          </a:bodyPr>
          <a:lstStyle>
            <a:lvl1pPr marL="0" marR="0" indent="0" algn="l" defTabSz="914377" rtl="0" eaLnBrk="1" fontAlgn="auto" latinLnBrk="0" hangingPunct="1">
              <a:lnSpc>
                <a:spcPct val="100000"/>
              </a:lnSpc>
              <a:spcBef>
                <a:spcPts val="0"/>
              </a:spcBef>
              <a:spcAft>
                <a:spcPts val="1200"/>
              </a:spcAft>
              <a:buClrTx/>
              <a:buSzTx/>
              <a:buFont typeface="Arial" panose="020B0604020202020204" pitchFamily="34" charset="0"/>
              <a:buNone/>
              <a:tabLst/>
              <a:defRPr lang="en-US" sz="1800" b="1" kern="1200" dirty="0">
                <a:solidFill>
                  <a:schemeClr val="accent1"/>
                </a:solidFill>
                <a:latin typeface="+mj-lt"/>
                <a:ea typeface="+mn-ea"/>
                <a:cs typeface="+mn-cs"/>
              </a:defRPr>
            </a:lvl1pPr>
            <a:lvl2pPr algn="l">
              <a:lnSpc>
                <a:spcPct val="100000"/>
              </a:lnSpc>
              <a:spcBef>
                <a:spcPts val="0"/>
              </a:spcBef>
              <a:spcAft>
                <a:spcPts val="0"/>
              </a:spcAft>
              <a:defRPr lang="en-US" sz="1400" b="0" kern="1200" dirty="0">
                <a:solidFill>
                  <a:schemeClr val="tx1"/>
                </a:solidFill>
                <a:latin typeface="+mn-lt"/>
                <a:ea typeface="+mn-ea"/>
                <a:cs typeface="+mn-cs"/>
              </a:defRPr>
            </a:lvl2pPr>
          </a:lstStyle>
          <a:p>
            <a:pPr lvl="0"/>
            <a:r>
              <a:rPr lang="en-US"/>
              <a:t>Click to add subtitle</a:t>
            </a:r>
          </a:p>
          <a:p>
            <a:pPr marL="0" marR="0" lvl="1" indent="0" algn="l" defTabSz="914377" rtl="0" eaLnBrk="1" fontAlgn="auto" latinLnBrk="0" hangingPunct="1">
              <a:lnSpc>
                <a:spcPct val="100000"/>
              </a:lnSpc>
              <a:spcBef>
                <a:spcPts val="0"/>
              </a:spcBef>
              <a:spcAft>
                <a:spcPts val="0"/>
              </a:spcAft>
              <a:buClrTx/>
              <a:buSzTx/>
              <a:buFont typeface="Arial" panose="020B0604020202020204" pitchFamily="34" charset="0"/>
              <a:buNone/>
              <a:tabLst/>
              <a:defRPr/>
            </a:pPr>
            <a:r>
              <a:rPr lang="da-DK"/>
              <a:t>Lorem ipsum dolor sit amet</a:t>
            </a:r>
            <a:endParaRPr lang="en-US"/>
          </a:p>
          <a:p>
            <a:pPr lvl="0"/>
            <a:endParaRPr lang="en-US"/>
          </a:p>
        </p:txBody>
      </p:sp>
      <p:sp>
        <p:nvSpPr>
          <p:cNvPr id="34" name="Text Placeholder 41">
            <a:extLst>
              <a:ext uri="{FF2B5EF4-FFF2-40B4-BE49-F238E27FC236}">
                <a16:creationId xmlns:a16="http://schemas.microsoft.com/office/drawing/2014/main" id="{E6AD4056-7137-4DCF-A115-E508E36FD57C}"/>
              </a:ext>
            </a:extLst>
          </p:cNvPr>
          <p:cNvSpPr>
            <a:spLocks noGrp="1"/>
          </p:cNvSpPr>
          <p:nvPr>
            <p:ph type="body" sz="quarter" idx="46" hasCustomPrompt="1"/>
          </p:nvPr>
        </p:nvSpPr>
        <p:spPr>
          <a:xfrm>
            <a:off x="380999" y="4965814"/>
            <a:ext cx="5400000" cy="1162464"/>
          </a:xfrm>
          <a:prstGeom prst="rect">
            <a:avLst/>
          </a:prstGeom>
        </p:spPr>
        <p:txBody>
          <a:bodyPr wrap="square" tIns="0" bIns="0" anchor="t">
            <a:normAutofit/>
          </a:bodyPr>
          <a:lstStyle>
            <a:lvl1pPr marL="0" marR="0" indent="0" algn="l" defTabSz="914377" rtl="0" eaLnBrk="1" fontAlgn="auto" latinLnBrk="0" hangingPunct="1">
              <a:lnSpc>
                <a:spcPct val="100000"/>
              </a:lnSpc>
              <a:spcBef>
                <a:spcPts val="0"/>
              </a:spcBef>
              <a:spcAft>
                <a:spcPts val="1200"/>
              </a:spcAft>
              <a:buClrTx/>
              <a:buSzTx/>
              <a:buFont typeface="Arial" panose="020B0604020202020204" pitchFamily="34" charset="0"/>
              <a:buNone/>
              <a:tabLst/>
              <a:defRPr lang="en-US" sz="1800" b="1" kern="1200" dirty="0">
                <a:solidFill>
                  <a:schemeClr val="accent1"/>
                </a:solidFill>
                <a:latin typeface="+mj-lt"/>
                <a:ea typeface="+mn-ea"/>
                <a:cs typeface="+mn-cs"/>
              </a:defRPr>
            </a:lvl1pPr>
            <a:lvl2pPr algn="l">
              <a:lnSpc>
                <a:spcPct val="100000"/>
              </a:lnSpc>
              <a:spcBef>
                <a:spcPts val="0"/>
              </a:spcBef>
              <a:spcAft>
                <a:spcPts val="0"/>
              </a:spcAft>
              <a:defRPr lang="en-US" sz="1400" b="0" kern="1200" dirty="0">
                <a:solidFill>
                  <a:schemeClr val="tx1"/>
                </a:solidFill>
                <a:latin typeface="+mn-lt"/>
                <a:ea typeface="+mn-ea"/>
                <a:cs typeface="+mn-cs"/>
              </a:defRPr>
            </a:lvl2pPr>
          </a:lstStyle>
          <a:p>
            <a:pPr lvl="0"/>
            <a:r>
              <a:rPr lang="en-US"/>
              <a:t>Click to add subtitle</a:t>
            </a:r>
          </a:p>
          <a:p>
            <a:pPr marL="0" marR="0" lvl="1" indent="0" algn="l" defTabSz="914377" rtl="0" eaLnBrk="1" fontAlgn="auto" latinLnBrk="0" hangingPunct="1">
              <a:lnSpc>
                <a:spcPct val="100000"/>
              </a:lnSpc>
              <a:spcBef>
                <a:spcPts val="0"/>
              </a:spcBef>
              <a:spcAft>
                <a:spcPts val="0"/>
              </a:spcAft>
              <a:buClrTx/>
              <a:buSzTx/>
              <a:buFont typeface="Arial" panose="020B0604020202020204" pitchFamily="34" charset="0"/>
              <a:buNone/>
              <a:tabLst/>
              <a:defRPr/>
            </a:pPr>
            <a:r>
              <a:rPr lang="da-DK"/>
              <a:t>Lorem ipsum dolor sit amet</a:t>
            </a:r>
            <a:endParaRPr lang="en-US"/>
          </a:p>
          <a:p>
            <a:pPr lvl="0"/>
            <a:endParaRPr lang="en-US"/>
          </a:p>
        </p:txBody>
      </p:sp>
      <p:sp>
        <p:nvSpPr>
          <p:cNvPr id="35" name="Text Placeholder 41">
            <a:extLst>
              <a:ext uri="{FF2B5EF4-FFF2-40B4-BE49-F238E27FC236}">
                <a16:creationId xmlns:a16="http://schemas.microsoft.com/office/drawing/2014/main" id="{C209F1A0-3F27-4F19-87B3-B17D5D0FF7A5}"/>
              </a:ext>
            </a:extLst>
          </p:cNvPr>
          <p:cNvSpPr>
            <a:spLocks noGrp="1"/>
          </p:cNvSpPr>
          <p:nvPr>
            <p:ph type="body" sz="quarter" idx="47" hasCustomPrompt="1"/>
          </p:nvPr>
        </p:nvSpPr>
        <p:spPr>
          <a:xfrm>
            <a:off x="6103436" y="2104386"/>
            <a:ext cx="5400000" cy="1162464"/>
          </a:xfrm>
          <a:prstGeom prst="rect">
            <a:avLst/>
          </a:prstGeom>
        </p:spPr>
        <p:txBody>
          <a:bodyPr wrap="square" tIns="0" bIns="0" anchor="t">
            <a:normAutofit/>
          </a:bodyPr>
          <a:lstStyle>
            <a:lvl1pPr marL="0" marR="0" indent="0" algn="l" defTabSz="914377" rtl="0" eaLnBrk="1" fontAlgn="auto" latinLnBrk="0" hangingPunct="1">
              <a:lnSpc>
                <a:spcPct val="100000"/>
              </a:lnSpc>
              <a:spcBef>
                <a:spcPts val="0"/>
              </a:spcBef>
              <a:spcAft>
                <a:spcPts val="1200"/>
              </a:spcAft>
              <a:buClrTx/>
              <a:buSzTx/>
              <a:buFont typeface="Arial" panose="020B0604020202020204" pitchFamily="34" charset="0"/>
              <a:buNone/>
              <a:tabLst/>
              <a:defRPr lang="en-US" sz="1800" b="1" kern="1200" dirty="0">
                <a:solidFill>
                  <a:schemeClr val="accent1"/>
                </a:solidFill>
                <a:latin typeface="+mj-lt"/>
                <a:ea typeface="+mn-ea"/>
                <a:cs typeface="+mn-cs"/>
              </a:defRPr>
            </a:lvl1pPr>
            <a:lvl2pPr algn="l">
              <a:lnSpc>
                <a:spcPct val="100000"/>
              </a:lnSpc>
              <a:spcBef>
                <a:spcPts val="0"/>
              </a:spcBef>
              <a:spcAft>
                <a:spcPts val="0"/>
              </a:spcAft>
              <a:defRPr lang="en-US" sz="1400" b="0" kern="1200" dirty="0">
                <a:solidFill>
                  <a:schemeClr val="tx1"/>
                </a:solidFill>
                <a:latin typeface="+mn-lt"/>
                <a:ea typeface="+mn-ea"/>
                <a:cs typeface="+mn-cs"/>
              </a:defRPr>
            </a:lvl2pPr>
          </a:lstStyle>
          <a:p>
            <a:pPr lvl="0"/>
            <a:r>
              <a:rPr lang="en-US"/>
              <a:t>Click to add subtitle</a:t>
            </a:r>
          </a:p>
          <a:p>
            <a:pPr marL="0" marR="0" lvl="1" indent="0" algn="l" defTabSz="914377" rtl="0" eaLnBrk="1" fontAlgn="auto" latinLnBrk="0" hangingPunct="1">
              <a:lnSpc>
                <a:spcPct val="100000"/>
              </a:lnSpc>
              <a:spcBef>
                <a:spcPts val="0"/>
              </a:spcBef>
              <a:spcAft>
                <a:spcPts val="0"/>
              </a:spcAft>
              <a:buClrTx/>
              <a:buSzTx/>
              <a:buFont typeface="Arial" panose="020B0604020202020204" pitchFamily="34" charset="0"/>
              <a:buNone/>
              <a:tabLst/>
              <a:defRPr/>
            </a:pPr>
            <a:r>
              <a:rPr lang="da-DK"/>
              <a:t>Lorem ipsum dolor sit amet</a:t>
            </a:r>
            <a:endParaRPr lang="en-US"/>
          </a:p>
          <a:p>
            <a:pPr lvl="0"/>
            <a:endParaRPr lang="en-US"/>
          </a:p>
        </p:txBody>
      </p:sp>
      <p:sp>
        <p:nvSpPr>
          <p:cNvPr id="36" name="Text Placeholder 41">
            <a:extLst>
              <a:ext uri="{FF2B5EF4-FFF2-40B4-BE49-F238E27FC236}">
                <a16:creationId xmlns:a16="http://schemas.microsoft.com/office/drawing/2014/main" id="{8FD5C041-A388-41EA-ABD7-248D2E8C55D3}"/>
              </a:ext>
            </a:extLst>
          </p:cNvPr>
          <p:cNvSpPr>
            <a:spLocks noGrp="1"/>
          </p:cNvSpPr>
          <p:nvPr>
            <p:ph type="body" sz="quarter" idx="48" hasCustomPrompt="1"/>
          </p:nvPr>
        </p:nvSpPr>
        <p:spPr>
          <a:xfrm>
            <a:off x="6103435" y="3532780"/>
            <a:ext cx="5400000" cy="1162464"/>
          </a:xfrm>
          <a:prstGeom prst="rect">
            <a:avLst/>
          </a:prstGeom>
        </p:spPr>
        <p:txBody>
          <a:bodyPr wrap="square" tIns="0" bIns="0" anchor="t">
            <a:normAutofit/>
          </a:bodyPr>
          <a:lstStyle>
            <a:lvl1pPr marL="0" marR="0" indent="0" algn="l" defTabSz="914377" rtl="0" eaLnBrk="1" fontAlgn="auto" latinLnBrk="0" hangingPunct="1">
              <a:lnSpc>
                <a:spcPct val="100000"/>
              </a:lnSpc>
              <a:spcBef>
                <a:spcPts val="0"/>
              </a:spcBef>
              <a:spcAft>
                <a:spcPts val="1200"/>
              </a:spcAft>
              <a:buClrTx/>
              <a:buSzTx/>
              <a:buFont typeface="Arial" panose="020B0604020202020204" pitchFamily="34" charset="0"/>
              <a:buNone/>
              <a:tabLst/>
              <a:defRPr lang="en-US" sz="1800" b="1" kern="1200" dirty="0">
                <a:solidFill>
                  <a:schemeClr val="accent1"/>
                </a:solidFill>
                <a:latin typeface="+mj-lt"/>
                <a:ea typeface="+mn-ea"/>
                <a:cs typeface="+mn-cs"/>
              </a:defRPr>
            </a:lvl1pPr>
            <a:lvl2pPr algn="l">
              <a:lnSpc>
                <a:spcPct val="100000"/>
              </a:lnSpc>
              <a:spcBef>
                <a:spcPts val="0"/>
              </a:spcBef>
              <a:spcAft>
                <a:spcPts val="0"/>
              </a:spcAft>
              <a:defRPr lang="en-US" sz="1400" b="0" kern="1200" dirty="0">
                <a:solidFill>
                  <a:schemeClr val="tx1"/>
                </a:solidFill>
                <a:latin typeface="+mn-lt"/>
                <a:ea typeface="+mn-ea"/>
                <a:cs typeface="+mn-cs"/>
              </a:defRPr>
            </a:lvl2pPr>
          </a:lstStyle>
          <a:p>
            <a:pPr lvl="0"/>
            <a:r>
              <a:rPr lang="en-US"/>
              <a:t>Click to add subtitle</a:t>
            </a:r>
          </a:p>
          <a:p>
            <a:pPr marL="0" marR="0" lvl="1" indent="0" algn="l" defTabSz="914377" rtl="0" eaLnBrk="1" fontAlgn="auto" latinLnBrk="0" hangingPunct="1">
              <a:lnSpc>
                <a:spcPct val="100000"/>
              </a:lnSpc>
              <a:spcBef>
                <a:spcPts val="0"/>
              </a:spcBef>
              <a:spcAft>
                <a:spcPts val="0"/>
              </a:spcAft>
              <a:buClrTx/>
              <a:buSzTx/>
              <a:buFont typeface="Arial" panose="020B0604020202020204" pitchFamily="34" charset="0"/>
              <a:buNone/>
              <a:tabLst/>
              <a:defRPr/>
            </a:pPr>
            <a:r>
              <a:rPr lang="da-DK"/>
              <a:t>Lorem ipsum dolor sit amet</a:t>
            </a:r>
            <a:endParaRPr lang="en-US"/>
          </a:p>
          <a:p>
            <a:pPr lvl="0"/>
            <a:endParaRPr lang="en-US"/>
          </a:p>
        </p:txBody>
      </p:sp>
      <p:sp>
        <p:nvSpPr>
          <p:cNvPr id="37" name="Text Placeholder 41">
            <a:extLst>
              <a:ext uri="{FF2B5EF4-FFF2-40B4-BE49-F238E27FC236}">
                <a16:creationId xmlns:a16="http://schemas.microsoft.com/office/drawing/2014/main" id="{C81EE5FD-7567-45E7-B11B-1CDE922D19C1}"/>
              </a:ext>
            </a:extLst>
          </p:cNvPr>
          <p:cNvSpPr>
            <a:spLocks noGrp="1"/>
          </p:cNvSpPr>
          <p:nvPr>
            <p:ph type="body" sz="quarter" idx="49" hasCustomPrompt="1"/>
          </p:nvPr>
        </p:nvSpPr>
        <p:spPr>
          <a:xfrm>
            <a:off x="6103434" y="4965814"/>
            <a:ext cx="5400000" cy="1162464"/>
          </a:xfrm>
          <a:prstGeom prst="rect">
            <a:avLst/>
          </a:prstGeom>
        </p:spPr>
        <p:txBody>
          <a:bodyPr wrap="square" tIns="0" bIns="0" anchor="t">
            <a:normAutofit/>
          </a:bodyPr>
          <a:lstStyle>
            <a:lvl1pPr marL="0" marR="0" indent="0" algn="l" defTabSz="914377" rtl="0" eaLnBrk="1" fontAlgn="auto" latinLnBrk="0" hangingPunct="1">
              <a:lnSpc>
                <a:spcPct val="100000"/>
              </a:lnSpc>
              <a:spcBef>
                <a:spcPts val="0"/>
              </a:spcBef>
              <a:spcAft>
                <a:spcPts val="1200"/>
              </a:spcAft>
              <a:buClrTx/>
              <a:buSzTx/>
              <a:buFont typeface="Arial" panose="020B0604020202020204" pitchFamily="34" charset="0"/>
              <a:buNone/>
              <a:tabLst/>
              <a:defRPr lang="en-US" sz="1800" b="1" kern="1200" dirty="0">
                <a:solidFill>
                  <a:schemeClr val="accent1"/>
                </a:solidFill>
                <a:latin typeface="+mj-lt"/>
                <a:ea typeface="+mn-ea"/>
                <a:cs typeface="+mn-cs"/>
              </a:defRPr>
            </a:lvl1pPr>
            <a:lvl2pPr algn="l">
              <a:lnSpc>
                <a:spcPct val="100000"/>
              </a:lnSpc>
              <a:spcBef>
                <a:spcPts val="0"/>
              </a:spcBef>
              <a:spcAft>
                <a:spcPts val="0"/>
              </a:spcAft>
              <a:defRPr lang="en-US" sz="1400" b="0" kern="1200" dirty="0">
                <a:solidFill>
                  <a:schemeClr val="tx1"/>
                </a:solidFill>
                <a:latin typeface="+mn-lt"/>
                <a:ea typeface="+mn-ea"/>
                <a:cs typeface="+mn-cs"/>
              </a:defRPr>
            </a:lvl2pPr>
          </a:lstStyle>
          <a:p>
            <a:pPr lvl="0"/>
            <a:r>
              <a:rPr lang="en-US"/>
              <a:t>Click to add subtitle</a:t>
            </a:r>
          </a:p>
          <a:p>
            <a:pPr marL="0" marR="0" lvl="1" indent="0" algn="l" defTabSz="914377" rtl="0" eaLnBrk="1" fontAlgn="auto" latinLnBrk="0" hangingPunct="1">
              <a:lnSpc>
                <a:spcPct val="100000"/>
              </a:lnSpc>
              <a:spcBef>
                <a:spcPts val="0"/>
              </a:spcBef>
              <a:spcAft>
                <a:spcPts val="0"/>
              </a:spcAft>
              <a:buClrTx/>
              <a:buSzTx/>
              <a:buFont typeface="Arial" panose="020B0604020202020204" pitchFamily="34" charset="0"/>
              <a:buNone/>
              <a:tabLst/>
              <a:defRPr/>
            </a:pPr>
            <a:r>
              <a:rPr lang="da-DK"/>
              <a:t>Lorem ipsum dolor sit amet</a:t>
            </a:r>
            <a:endParaRPr lang="en-US"/>
          </a:p>
          <a:p>
            <a:pPr lvl="0"/>
            <a:endParaRPr lang="en-US"/>
          </a:p>
        </p:txBody>
      </p:sp>
    </p:spTree>
    <p:extLst>
      <p:ext uri="{BB962C8B-B14F-4D97-AF65-F5344CB8AC3E}">
        <p14:creationId xmlns:p14="http://schemas.microsoft.com/office/powerpoint/2010/main" val="3579895385"/>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Bullets Option 6">
    <p:spTree>
      <p:nvGrpSpPr>
        <p:cNvPr id="1" name=""/>
        <p:cNvGrpSpPr/>
        <p:nvPr/>
      </p:nvGrpSpPr>
      <p:grpSpPr>
        <a:xfrm>
          <a:off x="0" y="0"/>
          <a:ext cx="0" cy="0"/>
          <a:chOff x="0" y="0"/>
          <a:chExt cx="0" cy="0"/>
        </a:xfrm>
      </p:grpSpPr>
      <p:sp>
        <p:nvSpPr>
          <p:cNvPr id="18" name="Text Placeholder 3">
            <a:extLst>
              <a:ext uri="{FF2B5EF4-FFF2-40B4-BE49-F238E27FC236}">
                <a16:creationId xmlns:a16="http://schemas.microsoft.com/office/drawing/2014/main" id="{59EABE65-FD93-400B-BAEB-2365B18C1003}"/>
              </a:ext>
            </a:extLst>
          </p:cNvPr>
          <p:cNvSpPr>
            <a:spLocks noGrp="1"/>
          </p:cNvSpPr>
          <p:nvPr>
            <p:ph type="body" sz="quarter" idx="11" hasCustomPrompt="1"/>
          </p:nvPr>
        </p:nvSpPr>
        <p:spPr>
          <a:xfrm>
            <a:off x="409575" y="1467048"/>
            <a:ext cx="3243135" cy="1568380"/>
          </a:xfrm>
        </p:spPr>
        <p:txBody>
          <a:bodyPr anchor="b">
            <a:normAutofit/>
          </a:bodyPr>
          <a:lstStyle>
            <a:lvl1pPr>
              <a:defRPr lang="en-US" sz="3600" b="1" kern="1200" dirty="0" smtClean="0">
                <a:solidFill>
                  <a:srgbClr val="A100FF"/>
                </a:solidFill>
                <a:latin typeface="+mj-lt"/>
                <a:ea typeface="+mn-ea"/>
                <a:cs typeface="+mn-cs"/>
              </a:defRPr>
            </a:lvl1pPr>
          </a:lstStyle>
          <a:p>
            <a:pPr lvl="0"/>
            <a:r>
              <a:rPr lang="en-US"/>
              <a:t>#</a:t>
            </a:r>
          </a:p>
        </p:txBody>
      </p:sp>
      <p:sp>
        <p:nvSpPr>
          <p:cNvPr id="19" name="Text Placeholder 3">
            <a:extLst>
              <a:ext uri="{FF2B5EF4-FFF2-40B4-BE49-F238E27FC236}">
                <a16:creationId xmlns:a16="http://schemas.microsoft.com/office/drawing/2014/main" id="{047176E6-F8F4-49FC-A12D-CEB5CA6D6075}"/>
              </a:ext>
            </a:extLst>
          </p:cNvPr>
          <p:cNvSpPr>
            <a:spLocks noGrp="1"/>
          </p:cNvSpPr>
          <p:nvPr>
            <p:ph type="body" sz="quarter" idx="12" hasCustomPrompt="1"/>
          </p:nvPr>
        </p:nvSpPr>
        <p:spPr>
          <a:xfrm>
            <a:off x="409575" y="3256510"/>
            <a:ext cx="3243135" cy="2159189"/>
          </a:xfrm>
        </p:spPr>
        <p:txBody>
          <a:bodyPr>
            <a:normAutofit/>
          </a:bodyPr>
          <a:lstStyle>
            <a:lvl1pPr>
              <a:lnSpc>
                <a:spcPct val="100000"/>
              </a:lnSpc>
              <a:defRPr sz="1400" b="0" cap="none">
                <a:latin typeface="+mn-lt"/>
              </a:defRPr>
            </a:lvl1pPr>
          </a:lstStyle>
          <a:p>
            <a:pPr lvl="0"/>
            <a:r>
              <a:rPr lang="en-US"/>
              <a:t>Click to edit master text styles</a:t>
            </a:r>
          </a:p>
        </p:txBody>
      </p:sp>
      <p:sp>
        <p:nvSpPr>
          <p:cNvPr id="20" name="Text Placeholder 3">
            <a:extLst>
              <a:ext uri="{FF2B5EF4-FFF2-40B4-BE49-F238E27FC236}">
                <a16:creationId xmlns:a16="http://schemas.microsoft.com/office/drawing/2014/main" id="{7AF73BDE-319D-4219-A5C1-DEB579218903}"/>
              </a:ext>
            </a:extLst>
          </p:cNvPr>
          <p:cNvSpPr>
            <a:spLocks noGrp="1"/>
          </p:cNvSpPr>
          <p:nvPr>
            <p:ph type="body" sz="quarter" idx="13" hasCustomPrompt="1"/>
          </p:nvPr>
        </p:nvSpPr>
        <p:spPr>
          <a:xfrm>
            <a:off x="4497451" y="1467048"/>
            <a:ext cx="3243135" cy="1568380"/>
          </a:xfrm>
        </p:spPr>
        <p:txBody>
          <a:bodyPr anchor="b">
            <a:normAutofit/>
          </a:bodyPr>
          <a:lstStyle>
            <a:lvl1pPr>
              <a:defRPr lang="en-US" sz="3600" b="1" kern="1200" dirty="0" smtClean="0">
                <a:solidFill>
                  <a:srgbClr val="A100FF"/>
                </a:solidFill>
                <a:latin typeface="+mj-lt"/>
                <a:ea typeface="+mn-ea"/>
                <a:cs typeface="+mn-cs"/>
              </a:defRPr>
            </a:lvl1pPr>
          </a:lstStyle>
          <a:p>
            <a:pPr lvl="0"/>
            <a:r>
              <a:rPr lang="en-US"/>
              <a:t>#</a:t>
            </a:r>
          </a:p>
        </p:txBody>
      </p:sp>
      <p:sp>
        <p:nvSpPr>
          <p:cNvPr id="21" name="Text Placeholder 3">
            <a:extLst>
              <a:ext uri="{FF2B5EF4-FFF2-40B4-BE49-F238E27FC236}">
                <a16:creationId xmlns:a16="http://schemas.microsoft.com/office/drawing/2014/main" id="{60DF4D03-0BE8-4D31-82A4-F39747E4BF98}"/>
              </a:ext>
            </a:extLst>
          </p:cNvPr>
          <p:cNvSpPr>
            <a:spLocks noGrp="1"/>
          </p:cNvSpPr>
          <p:nvPr>
            <p:ph type="body" sz="quarter" idx="14" hasCustomPrompt="1"/>
          </p:nvPr>
        </p:nvSpPr>
        <p:spPr>
          <a:xfrm>
            <a:off x="4497451" y="3256510"/>
            <a:ext cx="3243135" cy="2159189"/>
          </a:xfrm>
        </p:spPr>
        <p:txBody>
          <a:bodyPr>
            <a:normAutofit/>
          </a:bodyPr>
          <a:lstStyle>
            <a:lvl1pPr>
              <a:lnSpc>
                <a:spcPct val="100000"/>
              </a:lnSpc>
              <a:defRPr sz="1400" b="0" cap="none">
                <a:latin typeface="+mn-lt"/>
              </a:defRPr>
            </a:lvl1pPr>
          </a:lstStyle>
          <a:p>
            <a:pPr lvl="0"/>
            <a:r>
              <a:rPr lang="en-US"/>
              <a:t>Click to edit master text styles</a:t>
            </a:r>
          </a:p>
        </p:txBody>
      </p:sp>
      <p:sp>
        <p:nvSpPr>
          <p:cNvPr id="22" name="Text Placeholder 3">
            <a:extLst>
              <a:ext uri="{FF2B5EF4-FFF2-40B4-BE49-F238E27FC236}">
                <a16:creationId xmlns:a16="http://schemas.microsoft.com/office/drawing/2014/main" id="{112886E8-E82B-4DDD-A8BC-ECFC852D3930}"/>
              </a:ext>
            </a:extLst>
          </p:cNvPr>
          <p:cNvSpPr>
            <a:spLocks noGrp="1"/>
          </p:cNvSpPr>
          <p:nvPr>
            <p:ph type="body" sz="quarter" idx="15" hasCustomPrompt="1"/>
          </p:nvPr>
        </p:nvSpPr>
        <p:spPr>
          <a:xfrm>
            <a:off x="8585328" y="1467048"/>
            <a:ext cx="3243135" cy="1568380"/>
          </a:xfrm>
        </p:spPr>
        <p:txBody>
          <a:bodyPr anchor="b">
            <a:normAutofit/>
          </a:bodyPr>
          <a:lstStyle>
            <a:lvl1pPr>
              <a:defRPr lang="en-US" sz="3600" b="1" kern="1200" dirty="0" smtClean="0">
                <a:solidFill>
                  <a:srgbClr val="A100FF"/>
                </a:solidFill>
                <a:latin typeface="+mj-lt"/>
                <a:ea typeface="+mn-ea"/>
                <a:cs typeface="+mn-cs"/>
              </a:defRPr>
            </a:lvl1pPr>
          </a:lstStyle>
          <a:p>
            <a:pPr lvl="0"/>
            <a:r>
              <a:rPr lang="en-US"/>
              <a:t>#</a:t>
            </a:r>
          </a:p>
        </p:txBody>
      </p:sp>
      <p:sp>
        <p:nvSpPr>
          <p:cNvPr id="23" name="Text Placeholder 3">
            <a:extLst>
              <a:ext uri="{FF2B5EF4-FFF2-40B4-BE49-F238E27FC236}">
                <a16:creationId xmlns:a16="http://schemas.microsoft.com/office/drawing/2014/main" id="{FB202F5B-10E0-4D04-965B-2D05E3CD180C}"/>
              </a:ext>
            </a:extLst>
          </p:cNvPr>
          <p:cNvSpPr>
            <a:spLocks noGrp="1"/>
          </p:cNvSpPr>
          <p:nvPr>
            <p:ph type="body" sz="quarter" idx="16" hasCustomPrompt="1"/>
          </p:nvPr>
        </p:nvSpPr>
        <p:spPr>
          <a:xfrm>
            <a:off x="8585328" y="3256510"/>
            <a:ext cx="3243135" cy="2159189"/>
          </a:xfrm>
        </p:spPr>
        <p:txBody>
          <a:bodyPr>
            <a:normAutofit/>
          </a:bodyPr>
          <a:lstStyle>
            <a:lvl1pPr>
              <a:lnSpc>
                <a:spcPct val="100000"/>
              </a:lnSpc>
              <a:defRPr sz="1400" b="0" cap="none">
                <a:latin typeface="+mn-lt"/>
              </a:defRPr>
            </a:lvl1pPr>
          </a:lstStyle>
          <a:p>
            <a:pPr lvl="0"/>
            <a:r>
              <a:rPr lang="en-US"/>
              <a:t>Click to edit master text styles</a:t>
            </a:r>
          </a:p>
        </p:txBody>
      </p:sp>
      <p:sp>
        <p:nvSpPr>
          <p:cNvPr id="13" name="Footer Placeholder 6">
            <a:extLst>
              <a:ext uri="{FF2B5EF4-FFF2-40B4-BE49-F238E27FC236}">
                <a16:creationId xmlns:a16="http://schemas.microsoft.com/office/drawing/2014/main" id="{6B25A7F6-703D-4F00-A0EC-1566C7F2D3DB}"/>
              </a:ext>
            </a:extLst>
          </p:cNvPr>
          <p:cNvSpPr>
            <a:spLocks noGrp="1"/>
          </p:cNvSpPr>
          <p:nvPr>
            <p:ph type="ftr" sz="quarter" idx="17"/>
          </p:nvPr>
        </p:nvSpPr>
        <p:spPr>
          <a:xfrm>
            <a:off x="381002" y="6519009"/>
            <a:ext cx="5714999" cy="206375"/>
          </a:xfrm>
          <a:prstGeom prst="rect">
            <a:avLst/>
          </a:prstGeom>
        </p:spPr>
        <p:txBody>
          <a:bodyPr lIns="0"/>
          <a:lstStyle>
            <a:lvl1pPr>
              <a:defRPr sz="800">
                <a:solidFill>
                  <a:schemeClr val="tx1">
                    <a:alpha val="40000"/>
                  </a:schemeClr>
                </a:solidFill>
              </a:defRPr>
            </a:lvl1pPr>
          </a:lstStyle>
          <a:p>
            <a:r>
              <a:rPr lang="en-US" dirty="0"/>
              <a:t>Copyright © 2020 Accenture. All rights reserved.</a:t>
            </a:r>
          </a:p>
        </p:txBody>
      </p:sp>
      <p:sp>
        <p:nvSpPr>
          <p:cNvPr id="14" name="Slide Number Placeholder 9">
            <a:extLst>
              <a:ext uri="{FF2B5EF4-FFF2-40B4-BE49-F238E27FC236}">
                <a16:creationId xmlns:a16="http://schemas.microsoft.com/office/drawing/2014/main" id="{26FD1142-0F2D-45CB-946D-E52751A238A6}"/>
              </a:ext>
            </a:extLst>
          </p:cNvPr>
          <p:cNvSpPr>
            <a:spLocks noGrp="1"/>
          </p:cNvSpPr>
          <p:nvPr>
            <p:ph type="sldNum" sz="quarter" idx="18"/>
          </p:nvPr>
        </p:nvSpPr>
        <p:spPr>
          <a:xfrm>
            <a:off x="11506202" y="6519009"/>
            <a:ext cx="385711" cy="206375"/>
          </a:xfrm>
          <a:prstGeom prst="rect">
            <a:avLst/>
          </a:prstGeom>
        </p:spPr>
        <p:txBody>
          <a:bodyPr/>
          <a:lstStyle>
            <a:lvl1pPr>
              <a:defRPr sz="800">
                <a:solidFill>
                  <a:schemeClr val="tx1">
                    <a:alpha val="40000"/>
                  </a:schemeClr>
                </a:solidFill>
              </a:defRPr>
            </a:lvl1pPr>
          </a:lstStyle>
          <a:p>
            <a:fld id="{4F9AC08D-23A9-440E-BCB9-AA1E9877CC38}" type="slidenum">
              <a:rPr lang="en-US" smtClean="0"/>
              <a:pPr/>
              <a:t>‹#›</a:t>
            </a:fld>
            <a:endParaRPr lang="en-US" dirty="0"/>
          </a:p>
        </p:txBody>
      </p:sp>
      <p:sp>
        <p:nvSpPr>
          <p:cNvPr id="16" name="Title 1">
            <a:extLst>
              <a:ext uri="{FF2B5EF4-FFF2-40B4-BE49-F238E27FC236}">
                <a16:creationId xmlns:a16="http://schemas.microsoft.com/office/drawing/2014/main" id="{1104290A-1E04-4AF8-82EA-4BADC574788C}"/>
              </a:ext>
            </a:extLst>
          </p:cNvPr>
          <p:cNvSpPr>
            <a:spLocks noGrp="1"/>
          </p:cNvSpPr>
          <p:nvPr>
            <p:ph type="title" hasCustomPrompt="1"/>
          </p:nvPr>
        </p:nvSpPr>
        <p:spPr>
          <a:xfrm>
            <a:off x="381000" y="381001"/>
            <a:ext cx="11430000" cy="726439"/>
          </a:xfrm>
          <a:prstGeom prst="rect">
            <a:avLst/>
          </a:prstGeom>
        </p:spPr>
        <p:txBody>
          <a:bodyPr>
            <a:normAutofit/>
          </a:bodyPr>
          <a:lstStyle>
            <a:lvl1pPr>
              <a:lnSpc>
                <a:spcPct val="80000"/>
              </a:lnSpc>
              <a:defRPr/>
            </a:lvl1pPr>
          </a:lstStyle>
          <a:p>
            <a:r>
              <a:rPr lang="en-US"/>
              <a:t>Insert Main Title at 36pt min 30pt</a:t>
            </a:r>
          </a:p>
        </p:txBody>
      </p:sp>
    </p:spTree>
    <p:extLst>
      <p:ext uri="{BB962C8B-B14F-4D97-AF65-F5344CB8AC3E}">
        <p14:creationId xmlns:p14="http://schemas.microsoft.com/office/powerpoint/2010/main" val="1332369128"/>
      </p:ext>
    </p:extLst>
  </p:cSld>
  <p:clrMapOvr>
    <a:masterClrMapping/>
  </p:clrMapOvr>
  <p:hf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Bullets Option 7">
    <p:spTree>
      <p:nvGrpSpPr>
        <p:cNvPr id="1" name=""/>
        <p:cNvGrpSpPr/>
        <p:nvPr/>
      </p:nvGrpSpPr>
      <p:grpSpPr>
        <a:xfrm>
          <a:off x="0" y="0"/>
          <a:ext cx="0" cy="0"/>
          <a:chOff x="0" y="0"/>
          <a:chExt cx="0" cy="0"/>
        </a:xfrm>
      </p:grpSpPr>
      <p:sp>
        <p:nvSpPr>
          <p:cNvPr id="16" name="Text Placeholder 41">
            <a:extLst>
              <a:ext uri="{FF2B5EF4-FFF2-40B4-BE49-F238E27FC236}">
                <a16:creationId xmlns:a16="http://schemas.microsoft.com/office/drawing/2014/main" id="{9DFDC4DC-01F9-4BD6-BF0E-69725B783A06}"/>
              </a:ext>
            </a:extLst>
          </p:cNvPr>
          <p:cNvSpPr>
            <a:spLocks noGrp="1"/>
          </p:cNvSpPr>
          <p:nvPr>
            <p:ph type="body" sz="quarter" idx="25" hasCustomPrompt="1"/>
          </p:nvPr>
        </p:nvSpPr>
        <p:spPr>
          <a:xfrm>
            <a:off x="381000" y="4068348"/>
            <a:ext cx="2479000" cy="1969520"/>
          </a:xfrm>
          <a:prstGeom prst="rect">
            <a:avLst/>
          </a:prstGeom>
        </p:spPr>
        <p:txBody>
          <a:bodyPr wrap="square" tIns="0" bIns="0">
            <a:normAutofit/>
          </a:bodyPr>
          <a:lstStyle>
            <a:lvl1pPr algn="l">
              <a:lnSpc>
                <a:spcPct val="100000"/>
              </a:lnSpc>
              <a:spcBef>
                <a:spcPts val="0"/>
              </a:spcBef>
              <a:spcAft>
                <a:spcPts val="600"/>
              </a:spcAft>
              <a:defRPr lang="en-US" sz="1400" b="0" kern="1200" cap="none" dirty="0">
                <a:solidFill>
                  <a:schemeClr val="tx1"/>
                </a:solidFill>
                <a:latin typeface="+mn-lt"/>
                <a:ea typeface="+mn-ea"/>
                <a:cs typeface="+mn-cs"/>
              </a:defRPr>
            </a:lvl1pPr>
            <a:lvl2pPr algn="l">
              <a:lnSpc>
                <a:spcPct val="100000"/>
              </a:lnSpc>
              <a:spcBef>
                <a:spcPts val="0"/>
              </a:spcBef>
              <a:spcAft>
                <a:spcPts val="0"/>
              </a:spcAft>
              <a:defRPr lang="en-US" sz="1400" b="0" kern="1200" dirty="0">
                <a:solidFill>
                  <a:schemeClr val="tx1"/>
                </a:solidFill>
                <a:latin typeface="Graphik" panose="020B0503030202060203" pitchFamily="34" charset="77"/>
                <a:ea typeface="+mn-ea"/>
                <a:cs typeface="+mn-cs"/>
              </a:defRPr>
            </a:lvl2pPr>
          </a:lstStyle>
          <a:p>
            <a:pPr lvl="0"/>
            <a:r>
              <a:rPr lang="da-DK"/>
              <a:t>Add description of the figure</a:t>
            </a:r>
          </a:p>
        </p:txBody>
      </p:sp>
      <p:sp>
        <p:nvSpPr>
          <p:cNvPr id="17" name="Text Placeholder 41">
            <a:extLst>
              <a:ext uri="{FF2B5EF4-FFF2-40B4-BE49-F238E27FC236}">
                <a16:creationId xmlns:a16="http://schemas.microsoft.com/office/drawing/2014/main" id="{24432DF7-B547-40FF-A825-45A78D2CB852}"/>
              </a:ext>
            </a:extLst>
          </p:cNvPr>
          <p:cNvSpPr>
            <a:spLocks noGrp="1"/>
          </p:cNvSpPr>
          <p:nvPr>
            <p:ph type="body" sz="quarter" idx="24" hasCustomPrompt="1"/>
          </p:nvPr>
        </p:nvSpPr>
        <p:spPr>
          <a:xfrm>
            <a:off x="381000" y="3429000"/>
            <a:ext cx="2479000" cy="553998"/>
          </a:xfrm>
          <a:prstGeom prst="rect">
            <a:avLst/>
          </a:prstGeom>
        </p:spPr>
        <p:txBody>
          <a:bodyPr wrap="square" tIns="0" bIns="0" anchor="b">
            <a:normAutofit/>
          </a:bodyPr>
          <a:lstStyle>
            <a:lvl1pPr algn="l">
              <a:lnSpc>
                <a:spcPct val="100000"/>
              </a:lnSpc>
              <a:spcBef>
                <a:spcPts val="0"/>
              </a:spcBef>
              <a:spcAft>
                <a:spcPts val="0"/>
              </a:spcAft>
              <a:defRPr lang="en-US" sz="3600" b="1" kern="1200" dirty="0">
                <a:solidFill>
                  <a:schemeClr val="accent1"/>
                </a:solidFill>
                <a:latin typeface="+mj-lt"/>
                <a:ea typeface="+mn-ea"/>
                <a:cs typeface="+mn-cs"/>
              </a:defRPr>
            </a:lvl1pPr>
            <a:lvl2pPr algn="l">
              <a:lnSpc>
                <a:spcPct val="100000"/>
              </a:lnSpc>
              <a:spcBef>
                <a:spcPts val="0"/>
              </a:spcBef>
              <a:spcAft>
                <a:spcPts val="0"/>
              </a:spcAft>
              <a:defRPr lang="en-US" sz="1400" b="0" kern="1200" dirty="0">
                <a:solidFill>
                  <a:schemeClr val="tx1"/>
                </a:solidFill>
                <a:latin typeface="Graphik" panose="020B0503030202060203" pitchFamily="34" charset="77"/>
                <a:ea typeface="+mn-ea"/>
                <a:cs typeface="+mn-cs"/>
              </a:defRPr>
            </a:lvl2pPr>
          </a:lstStyle>
          <a:p>
            <a:pPr lvl="0"/>
            <a:r>
              <a:rPr lang="en-US"/>
              <a:t>#</a:t>
            </a:r>
          </a:p>
        </p:txBody>
      </p:sp>
      <p:sp>
        <p:nvSpPr>
          <p:cNvPr id="18" name="Text Placeholder 41">
            <a:extLst>
              <a:ext uri="{FF2B5EF4-FFF2-40B4-BE49-F238E27FC236}">
                <a16:creationId xmlns:a16="http://schemas.microsoft.com/office/drawing/2014/main" id="{233FEC15-78F4-43A2-A63C-053354C12341}"/>
              </a:ext>
            </a:extLst>
          </p:cNvPr>
          <p:cNvSpPr>
            <a:spLocks noGrp="1"/>
          </p:cNvSpPr>
          <p:nvPr>
            <p:ph type="body" sz="quarter" idx="36" hasCustomPrompt="1"/>
          </p:nvPr>
        </p:nvSpPr>
        <p:spPr>
          <a:xfrm>
            <a:off x="3243456" y="4068348"/>
            <a:ext cx="2479000" cy="1969520"/>
          </a:xfrm>
          <a:prstGeom prst="rect">
            <a:avLst/>
          </a:prstGeom>
        </p:spPr>
        <p:txBody>
          <a:bodyPr wrap="square" tIns="0" bIns="0">
            <a:normAutofit/>
          </a:bodyPr>
          <a:lstStyle>
            <a:lvl1pPr algn="l">
              <a:lnSpc>
                <a:spcPct val="100000"/>
              </a:lnSpc>
              <a:spcBef>
                <a:spcPts val="0"/>
              </a:spcBef>
              <a:spcAft>
                <a:spcPts val="600"/>
              </a:spcAft>
              <a:defRPr lang="en-US" sz="1400" b="0" kern="1200" cap="none" dirty="0">
                <a:solidFill>
                  <a:schemeClr val="tx1"/>
                </a:solidFill>
                <a:latin typeface="+mn-lt"/>
                <a:ea typeface="+mn-ea"/>
                <a:cs typeface="+mn-cs"/>
              </a:defRPr>
            </a:lvl1pPr>
            <a:lvl2pPr algn="l">
              <a:lnSpc>
                <a:spcPct val="100000"/>
              </a:lnSpc>
              <a:spcBef>
                <a:spcPts val="0"/>
              </a:spcBef>
              <a:spcAft>
                <a:spcPts val="0"/>
              </a:spcAft>
              <a:defRPr lang="en-US" sz="1400" b="0" kern="1200" dirty="0">
                <a:solidFill>
                  <a:schemeClr val="tx1"/>
                </a:solidFill>
                <a:latin typeface="Graphik" panose="020B0503030202060203" pitchFamily="34" charset="77"/>
                <a:ea typeface="+mn-ea"/>
                <a:cs typeface="+mn-cs"/>
              </a:defRPr>
            </a:lvl2pPr>
          </a:lstStyle>
          <a:p>
            <a:pPr lvl="0"/>
            <a:r>
              <a:rPr lang="da-DK"/>
              <a:t>Add description of the figure</a:t>
            </a:r>
          </a:p>
        </p:txBody>
      </p:sp>
      <p:sp>
        <p:nvSpPr>
          <p:cNvPr id="19" name="Text Placeholder 41">
            <a:extLst>
              <a:ext uri="{FF2B5EF4-FFF2-40B4-BE49-F238E27FC236}">
                <a16:creationId xmlns:a16="http://schemas.microsoft.com/office/drawing/2014/main" id="{5EA5DC18-5421-48CE-8B85-A27A2B4A5041}"/>
              </a:ext>
            </a:extLst>
          </p:cNvPr>
          <p:cNvSpPr>
            <a:spLocks noGrp="1"/>
          </p:cNvSpPr>
          <p:nvPr>
            <p:ph type="body" sz="quarter" idx="37" hasCustomPrompt="1"/>
          </p:nvPr>
        </p:nvSpPr>
        <p:spPr>
          <a:xfrm>
            <a:off x="3243456" y="3429000"/>
            <a:ext cx="2479000" cy="553998"/>
          </a:xfrm>
          <a:prstGeom prst="rect">
            <a:avLst/>
          </a:prstGeom>
        </p:spPr>
        <p:txBody>
          <a:bodyPr wrap="square" tIns="0" bIns="0" anchor="b">
            <a:normAutofit/>
          </a:bodyPr>
          <a:lstStyle>
            <a:lvl1pPr algn="l">
              <a:lnSpc>
                <a:spcPct val="100000"/>
              </a:lnSpc>
              <a:spcBef>
                <a:spcPts val="0"/>
              </a:spcBef>
              <a:spcAft>
                <a:spcPts val="0"/>
              </a:spcAft>
              <a:defRPr lang="en-US" sz="3600" b="1" kern="1200" dirty="0">
                <a:solidFill>
                  <a:schemeClr val="accent1"/>
                </a:solidFill>
                <a:latin typeface="+mj-lt"/>
                <a:ea typeface="+mn-ea"/>
                <a:cs typeface="+mn-cs"/>
              </a:defRPr>
            </a:lvl1pPr>
            <a:lvl2pPr algn="l">
              <a:lnSpc>
                <a:spcPct val="100000"/>
              </a:lnSpc>
              <a:spcBef>
                <a:spcPts val="0"/>
              </a:spcBef>
              <a:spcAft>
                <a:spcPts val="0"/>
              </a:spcAft>
              <a:defRPr lang="en-US" sz="1400" b="0" kern="1200" dirty="0">
                <a:solidFill>
                  <a:schemeClr val="tx1"/>
                </a:solidFill>
                <a:latin typeface="Graphik" panose="020B0503030202060203" pitchFamily="34" charset="77"/>
                <a:ea typeface="+mn-ea"/>
                <a:cs typeface="+mn-cs"/>
              </a:defRPr>
            </a:lvl2pPr>
          </a:lstStyle>
          <a:p>
            <a:pPr lvl="0"/>
            <a:r>
              <a:rPr lang="en-US"/>
              <a:t>#</a:t>
            </a:r>
          </a:p>
        </p:txBody>
      </p:sp>
      <p:sp>
        <p:nvSpPr>
          <p:cNvPr id="20" name="Text Placeholder 41">
            <a:extLst>
              <a:ext uri="{FF2B5EF4-FFF2-40B4-BE49-F238E27FC236}">
                <a16:creationId xmlns:a16="http://schemas.microsoft.com/office/drawing/2014/main" id="{B0E58F9C-D684-471B-BFF1-044DDB7AB07F}"/>
              </a:ext>
            </a:extLst>
          </p:cNvPr>
          <p:cNvSpPr>
            <a:spLocks noGrp="1"/>
          </p:cNvSpPr>
          <p:nvPr>
            <p:ph type="body" sz="quarter" idx="38" hasCustomPrompt="1"/>
          </p:nvPr>
        </p:nvSpPr>
        <p:spPr>
          <a:xfrm>
            <a:off x="6105912" y="4068348"/>
            <a:ext cx="2479000" cy="1969520"/>
          </a:xfrm>
          <a:prstGeom prst="rect">
            <a:avLst/>
          </a:prstGeom>
        </p:spPr>
        <p:txBody>
          <a:bodyPr wrap="square" tIns="0" bIns="0">
            <a:normAutofit/>
          </a:bodyPr>
          <a:lstStyle>
            <a:lvl1pPr algn="l">
              <a:lnSpc>
                <a:spcPct val="100000"/>
              </a:lnSpc>
              <a:spcBef>
                <a:spcPts val="0"/>
              </a:spcBef>
              <a:spcAft>
                <a:spcPts val="600"/>
              </a:spcAft>
              <a:defRPr lang="en-US" sz="1400" b="0" kern="1200" cap="none" dirty="0">
                <a:solidFill>
                  <a:schemeClr val="tx1"/>
                </a:solidFill>
                <a:latin typeface="+mn-lt"/>
                <a:ea typeface="+mn-ea"/>
                <a:cs typeface="+mn-cs"/>
              </a:defRPr>
            </a:lvl1pPr>
            <a:lvl2pPr algn="l">
              <a:lnSpc>
                <a:spcPct val="100000"/>
              </a:lnSpc>
              <a:spcBef>
                <a:spcPts val="0"/>
              </a:spcBef>
              <a:spcAft>
                <a:spcPts val="0"/>
              </a:spcAft>
              <a:defRPr lang="en-US" sz="1400" b="0" kern="1200" dirty="0">
                <a:solidFill>
                  <a:schemeClr val="tx1"/>
                </a:solidFill>
                <a:latin typeface="Graphik" panose="020B0503030202060203" pitchFamily="34" charset="77"/>
                <a:ea typeface="+mn-ea"/>
                <a:cs typeface="+mn-cs"/>
              </a:defRPr>
            </a:lvl2pPr>
          </a:lstStyle>
          <a:p>
            <a:pPr lvl="0"/>
            <a:r>
              <a:rPr lang="da-DK"/>
              <a:t>Add description of the figure</a:t>
            </a:r>
          </a:p>
        </p:txBody>
      </p:sp>
      <p:sp>
        <p:nvSpPr>
          <p:cNvPr id="21" name="Text Placeholder 41">
            <a:extLst>
              <a:ext uri="{FF2B5EF4-FFF2-40B4-BE49-F238E27FC236}">
                <a16:creationId xmlns:a16="http://schemas.microsoft.com/office/drawing/2014/main" id="{4FEA6FC0-ADA0-43DC-9D26-5E114F073723}"/>
              </a:ext>
            </a:extLst>
          </p:cNvPr>
          <p:cNvSpPr>
            <a:spLocks noGrp="1"/>
          </p:cNvSpPr>
          <p:nvPr>
            <p:ph type="body" sz="quarter" idx="39" hasCustomPrompt="1"/>
          </p:nvPr>
        </p:nvSpPr>
        <p:spPr>
          <a:xfrm>
            <a:off x="6105912" y="3429000"/>
            <a:ext cx="2479000" cy="553998"/>
          </a:xfrm>
          <a:prstGeom prst="rect">
            <a:avLst/>
          </a:prstGeom>
        </p:spPr>
        <p:txBody>
          <a:bodyPr wrap="square" tIns="0" bIns="0" anchor="b">
            <a:normAutofit/>
          </a:bodyPr>
          <a:lstStyle>
            <a:lvl1pPr algn="l">
              <a:lnSpc>
                <a:spcPct val="100000"/>
              </a:lnSpc>
              <a:spcBef>
                <a:spcPts val="0"/>
              </a:spcBef>
              <a:spcAft>
                <a:spcPts val="0"/>
              </a:spcAft>
              <a:defRPr lang="en-US" sz="3600" b="1" kern="1200" dirty="0">
                <a:solidFill>
                  <a:schemeClr val="accent1"/>
                </a:solidFill>
                <a:latin typeface="+mj-lt"/>
                <a:ea typeface="+mn-ea"/>
                <a:cs typeface="+mn-cs"/>
              </a:defRPr>
            </a:lvl1pPr>
            <a:lvl2pPr algn="l">
              <a:lnSpc>
                <a:spcPct val="100000"/>
              </a:lnSpc>
              <a:spcBef>
                <a:spcPts val="0"/>
              </a:spcBef>
              <a:spcAft>
                <a:spcPts val="0"/>
              </a:spcAft>
              <a:defRPr lang="en-US" sz="1400" b="0" kern="1200" dirty="0">
                <a:solidFill>
                  <a:schemeClr val="tx1"/>
                </a:solidFill>
                <a:latin typeface="Graphik" panose="020B0503030202060203" pitchFamily="34" charset="77"/>
                <a:ea typeface="+mn-ea"/>
                <a:cs typeface="+mn-cs"/>
              </a:defRPr>
            </a:lvl2pPr>
          </a:lstStyle>
          <a:p>
            <a:pPr lvl="0"/>
            <a:r>
              <a:rPr lang="en-US"/>
              <a:t>#</a:t>
            </a:r>
          </a:p>
        </p:txBody>
      </p:sp>
      <p:sp>
        <p:nvSpPr>
          <p:cNvPr id="22" name="Text Placeholder 41">
            <a:extLst>
              <a:ext uri="{FF2B5EF4-FFF2-40B4-BE49-F238E27FC236}">
                <a16:creationId xmlns:a16="http://schemas.microsoft.com/office/drawing/2014/main" id="{8F8EE1D1-37AE-4F77-B057-69366C5878FE}"/>
              </a:ext>
            </a:extLst>
          </p:cNvPr>
          <p:cNvSpPr>
            <a:spLocks noGrp="1"/>
          </p:cNvSpPr>
          <p:nvPr>
            <p:ph type="body" sz="quarter" idx="40" hasCustomPrompt="1"/>
          </p:nvPr>
        </p:nvSpPr>
        <p:spPr>
          <a:xfrm>
            <a:off x="8968368" y="4068348"/>
            <a:ext cx="2479000" cy="1969520"/>
          </a:xfrm>
          <a:prstGeom prst="rect">
            <a:avLst/>
          </a:prstGeom>
        </p:spPr>
        <p:txBody>
          <a:bodyPr wrap="square" tIns="0" bIns="0">
            <a:normAutofit/>
          </a:bodyPr>
          <a:lstStyle>
            <a:lvl1pPr algn="l">
              <a:lnSpc>
                <a:spcPct val="100000"/>
              </a:lnSpc>
              <a:spcBef>
                <a:spcPts val="0"/>
              </a:spcBef>
              <a:spcAft>
                <a:spcPts val="600"/>
              </a:spcAft>
              <a:defRPr lang="en-US" sz="1400" b="0" kern="1200" cap="none" dirty="0">
                <a:solidFill>
                  <a:schemeClr val="tx1"/>
                </a:solidFill>
                <a:latin typeface="+mn-lt"/>
                <a:ea typeface="+mn-ea"/>
                <a:cs typeface="+mn-cs"/>
              </a:defRPr>
            </a:lvl1pPr>
            <a:lvl2pPr algn="l">
              <a:lnSpc>
                <a:spcPct val="100000"/>
              </a:lnSpc>
              <a:spcBef>
                <a:spcPts val="0"/>
              </a:spcBef>
              <a:spcAft>
                <a:spcPts val="0"/>
              </a:spcAft>
              <a:defRPr lang="en-US" sz="1400" b="0" kern="1200" dirty="0">
                <a:solidFill>
                  <a:schemeClr val="tx1"/>
                </a:solidFill>
                <a:latin typeface="Graphik" panose="020B0503030202060203" pitchFamily="34" charset="77"/>
                <a:ea typeface="+mn-ea"/>
                <a:cs typeface="+mn-cs"/>
              </a:defRPr>
            </a:lvl2pPr>
          </a:lstStyle>
          <a:p>
            <a:pPr lvl="0"/>
            <a:r>
              <a:rPr lang="da-DK"/>
              <a:t>Add description of the figure</a:t>
            </a:r>
          </a:p>
        </p:txBody>
      </p:sp>
      <p:sp>
        <p:nvSpPr>
          <p:cNvPr id="23" name="Text Placeholder 41">
            <a:extLst>
              <a:ext uri="{FF2B5EF4-FFF2-40B4-BE49-F238E27FC236}">
                <a16:creationId xmlns:a16="http://schemas.microsoft.com/office/drawing/2014/main" id="{91797188-BDCB-4CC5-BCBE-30AD9A4C4508}"/>
              </a:ext>
            </a:extLst>
          </p:cNvPr>
          <p:cNvSpPr>
            <a:spLocks noGrp="1"/>
          </p:cNvSpPr>
          <p:nvPr>
            <p:ph type="body" sz="quarter" idx="41" hasCustomPrompt="1"/>
          </p:nvPr>
        </p:nvSpPr>
        <p:spPr>
          <a:xfrm>
            <a:off x="8968368" y="3429000"/>
            <a:ext cx="2479000" cy="553998"/>
          </a:xfrm>
          <a:prstGeom prst="rect">
            <a:avLst/>
          </a:prstGeom>
        </p:spPr>
        <p:txBody>
          <a:bodyPr wrap="square" tIns="0" bIns="0" anchor="b">
            <a:normAutofit/>
          </a:bodyPr>
          <a:lstStyle>
            <a:lvl1pPr algn="l">
              <a:lnSpc>
                <a:spcPct val="100000"/>
              </a:lnSpc>
              <a:spcBef>
                <a:spcPts val="0"/>
              </a:spcBef>
              <a:spcAft>
                <a:spcPts val="0"/>
              </a:spcAft>
              <a:defRPr lang="en-US" sz="3600" b="1" kern="1200" dirty="0">
                <a:solidFill>
                  <a:schemeClr val="accent1"/>
                </a:solidFill>
                <a:latin typeface="+mj-lt"/>
                <a:ea typeface="+mn-ea"/>
                <a:cs typeface="+mn-cs"/>
              </a:defRPr>
            </a:lvl1pPr>
            <a:lvl2pPr algn="l">
              <a:lnSpc>
                <a:spcPct val="100000"/>
              </a:lnSpc>
              <a:spcBef>
                <a:spcPts val="0"/>
              </a:spcBef>
              <a:spcAft>
                <a:spcPts val="0"/>
              </a:spcAft>
              <a:defRPr lang="en-US" sz="1400" b="0" kern="1200" dirty="0">
                <a:solidFill>
                  <a:schemeClr val="tx1"/>
                </a:solidFill>
                <a:latin typeface="Graphik" panose="020B0503030202060203" pitchFamily="34" charset="77"/>
                <a:ea typeface="+mn-ea"/>
                <a:cs typeface="+mn-cs"/>
              </a:defRPr>
            </a:lvl2pPr>
          </a:lstStyle>
          <a:p>
            <a:pPr lvl="0"/>
            <a:r>
              <a:rPr lang="en-US"/>
              <a:t>#</a:t>
            </a:r>
          </a:p>
        </p:txBody>
      </p:sp>
      <p:sp>
        <p:nvSpPr>
          <p:cNvPr id="13" name="Footer Placeholder 6">
            <a:extLst>
              <a:ext uri="{FF2B5EF4-FFF2-40B4-BE49-F238E27FC236}">
                <a16:creationId xmlns:a16="http://schemas.microsoft.com/office/drawing/2014/main" id="{9D5BE5DC-7FFD-494C-891B-8A475F26F4EE}"/>
              </a:ext>
            </a:extLst>
          </p:cNvPr>
          <p:cNvSpPr>
            <a:spLocks noGrp="1"/>
          </p:cNvSpPr>
          <p:nvPr>
            <p:ph type="ftr" sz="quarter" idx="16"/>
          </p:nvPr>
        </p:nvSpPr>
        <p:spPr>
          <a:xfrm>
            <a:off x="381002" y="6519009"/>
            <a:ext cx="5714999" cy="206375"/>
          </a:xfrm>
          <a:prstGeom prst="rect">
            <a:avLst/>
          </a:prstGeom>
        </p:spPr>
        <p:txBody>
          <a:bodyPr lIns="0"/>
          <a:lstStyle>
            <a:lvl1pPr>
              <a:defRPr sz="800">
                <a:solidFill>
                  <a:schemeClr val="tx1">
                    <a:alpha val="40000"/>
                  </a:schemeClr>
                </a:solidFill>
              </a:defRPr>
            </a:lvl1pPr>
          </a:lstStyle>
          <a:p>
            <a:r>
              <a:rPr lang="en-US" dirty="0"/>
              <a:t>Copyright © 2020 Accenture. All rights reserved.</a:t>
            </a:r>
          </a:p>
        </p:txBody>
      </p:sp>
      <p:sp>
        <p:nvSpPr>
          <p:cNvPr id="14" name="Slide Number Placeholder 9">
            <a:extLst>
              <a:ext uri="{FF2B5EF4-FFF2-40B4-BE49-F238E27FC236}">
                <a16:creationId xmlns:a16="http://schemas.microsoft.com/office/drawing/2014/main" id="{3A863DAF-BB89-4865-8063-7F6B6BAB4533}"/>
              </a:ext>
            </a:extLst>
          </p:cNvPr>
          <p:cNvSpPr>
            <a:spLocks noGrp="1"/>
          </p:cNvSpPr>
          <p:nvPr>
            <p:ph type="sldNum" sz="quarter" idx="17"/>
          </p:nvPr>
        </p:nvSpPr>
        <p:spPr>
          <a:xfrm>
            <a:off x="11506202" y="6519009"/>
            <a:ext cx="385711" cy="206375"/>
          </a:xfrm>
          <a:prstGeom prst="rect">
            <a:avLst/>
          </a:prstGeom>
        </p:spPr>
        <p:txBody>
          <a:bodyPr/>
          <a:lstStyle>
            <a:lvl1pPr>
              <a:defRPr sz="800">
                <a:solidFill>
                  <a:schemeClr val="tx1">
                    <a:alpha val="40000"/>
                  </a:schemeClr>
                </a:solidFill>
              </a:defRPr>
            </a:lvl1pPr>
          </a:lstStyle>
          <a:p>
            <a:fld id="{4F9AC08D-23A9-440E-BCB9-AA1E9877CC38}" type="slidenum">
              <a:rPr lang="en-US" smtClean="0"/>
              <a:pPr/>
              <a:t>‹#›</a:t>
            </a:fld>
            <a:endParaRPr lang="en-US" dirty="0"/>
          </a:p>
        </p:txBody>
      </p:sp>
      <p:sp>
        <p:nvSpPr>
          <p:cNvPr id="15" name="Title Placeholder 1">
            <a:extLst>
              <a:ext uri="{FF2B5EF4-FFF2-40B4-BE49-F238E27FC236}">
                <a16:creationId xmlns:a16="http://schemas.microsoft.com/office/drawing/2014/main" id="{C770A387-6C5D-4E48-960C-8587FDB8AC83}"/>
              </a:ext>
            </a:extLst>
          </p:cNvPr>
          <p:cNvSpPr>
            <a:spLocks noGrp="1"/>
          </p:cNvSpPr>
          <p:nvPr>
            <p:ph type="title" hasCustomPrompt="1"/>
          </p:nvPr>
        </p:nvSpPr>
        <p:spPr>
          <a:xfrm>
            <a:off x="381000" y="381002"/>
            <a:ext cx="11430000" cy="983263"/>
          </a:xfrm>
          <a:prstGeom prst="rect">
            <a:avLst/>
          </a:prstGeom>
        </p:spPr>
        <p:txBody>
          <a:bodyPr vert="horz" lIns="0" tIns="45720" rIns="0" bIns="0" rtlCol="0" anchor="t" anchorCtr="0">
            <a:normAutofit/>
          </a:bodyPr>
          <a:lstStyle>
            <a:lvl1pPr>
              <a:defRPr/>
            </a:lvl1pPr>
          </a:lstStyle>
          <a:p>
            <a:r>
              <a:rPr lang="en-US"/>
              <a:t>Insert Main Title at 36pt min 30pt</a:t>
            </a:r>
          </a:p>
        </p:txBody>
      </p:sp>
    </p:spTree>
    <p:extLst>
      <p:ext uri="{BB962C8B-B14F-4D97-AF65-F5344CB8AC3E}">
        <p14:creationId xmlns:p14="http://schemas.microsoft.com/office/powerpoint/2010/main" val="4062992953"/>
      </p:ext>
    </p:extLst>
  </p:cSld>
  <p:clrMapOvr>
    <a:masterClrMapping/>
  </p:clrMapOvr>
  <p:hf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People opt 2">
    <p:bg>
      <p:bgPr>
        <a:solidFill>
          <a:schemeClr val="bg1"/>
        </a:solidFill>
        <a:effectLst/>
      </p:bgPr>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7E061C87-E253-4832-BFB5-F70B539C6454}"/>
              </a:ext>
            </a:extLst>
          </p:cNvPr>
          <p:cNvSpPr>
            <a:spLocks noGrp="1"/>
          </p:cNvSpPr>
          <p:nvPr>
            <p:ph type="pic" sz="quarter" idx="12" hasCustomPrompt="1"/>
          </p:nvPr>
        </p:nvSpPr>
        <p:spPr>
          <a:xfrm>
            <a:off x="1147889" y="2192171"/>
            <a:ext cx="1858845" cy="1858845"/>
          </a:xfrm>
          <a:prstGeom prst="ellipse">
            <a:avLst/>
          </a:prstGeom>
          <a:pattFill prst="pct40">
            <a:fgClr>
              <a:srgbClr val="C0C0C0"/>
            </a:fgClr>
            <a:bgClr>
              <a:schemeClr val="bg1"/>
            </a:bgClr>
          </a:pattFill>
        </p:spPr>
        <p:txBody>
          <a:bodyPr lIns="0" tIns="108000" rIns="0" anchor="ctr">
            <a:normAutofit/>
          </a:bodyPr>
          <a:lstStyle>
            <a:lvl1pPr algn="ctr">
              <a:defRPr sz="1100" b="0" i="0">
                <a:latin typeface="+mn-lt"/>
              </a:defRPr>
            </a:lvl1pPr>
          </a:lstStyle>
          <a:p>
            <a:r>
              <a:rPr lang="en-AU" dirty="0"/>
              <a:t>Insert picture here</a:t>
            </a:r>
          </a:p>
        </p:txBody>
      </p:sp>
      <p:sp>
        <p:nvSpPr>
          <p:cNvPr id="22" name="Picture Placeholder 6">
            <a:extLst>
              <a:ext uri="{FF2B5EF4-FFF2-40B4-BE49-F238E27FC236}">
                <a16:creationId xmlns:a16="http://schemas.microsoft.com/office/drawing/2014/main" id="{9A86D32D-DCCA-FB41-AD6B-6114273CE677}"/>
              </a:ext>
            </a:extLst>
          </p:cNvPr>
          <p:cNvSpPr>
            <a:spLocks noGrp="1"/>
          </p:cNvSpPr>
          <p:nvPr>
            <p:ph type="pic" sz="quarter" idx="38" hasCustomPrompt="1"/>
          </p:nvPr>
        </p:nvSpPr>
        <p:spPr>
          <a:xfrm>
            <a:off x="3815262" y="2192171"/>
            <a:ext cx="1858845" cy="1858845"/>
          </a:xfrm>
          <a:prstGeom prst="ellipse">
            <a:avLst/>
          </a:prstGeom>
          <a:pattFill prst="pct40">
            <a:fgClr>
              <a:srgbClr val="C0C0C0"/>
            </a:fgClr>
            <a:bgClr>
              <a:schemeClr val="bg1"/>
            </a:bgClr>
          </a:pattFill>
        </p:spPr>
        <p:txBody>
          <a:bodyPr lIns="0" tIns="108000" rIns="0" anchor="ctr">
            <a:normAutofit/>
          </a:bodyPr>
          <a:lstStyle>
            <a:lvl1pPr algn="ctr">
              <a:defRPr sz="1100" b="0" i="0">
                <a:latin typeface="+mn-lt"/>
              </a:defRPr>
            </a:lvl1pPr>
          </a:lstStyle>
          <a:p>
            <a:r>
              <a:rPr lang="en-AU" dirty="0"/>
              <a:t>Insert picture here</a:t>
            </a:r>
          </a:p>
        </p:txBody>
      </p:sp>
      <p:sp>
        <p:nvSpPr>
          <p:cNvPr id="24" name="Picture Placeholder 6">
            <a:extLst>
              <a:ext uri="{FF2B5EF4-FFF2-40B4-BE49-F238E27FC236}">
                <a16:creationId xmlns:a16="http://schemas.microsoft.com/office/drawing/2014/main" id="{B3FA79AB-3280-3942-8811-1F447CF932F4}"/>
              </a:ext>
            </a:extLst>
          </p:cNvPr>
          <p:cNvSpPr>
            <a:spLocks noGrp="1"/>
          </p:cNvSpPr>
          <p:nvPr>
            <p:ph type="pic" sz="quarter" idx="40" hasCustomPrompt="1"/>
          </p:nvPr>
        </p:nvSpPr>
        <p:spPr>
          <a:xfrm>
            <a:off x="6482635" y="2192171"/>
            <a:ext cx="1858845" cy="1858845"/>
          </a:xfrm>
          <a:prstGeom prst="ellipse">
            <a:avLst/>
          </a:prstGeom>
          <a:pattFill prst="pct40">
            <a:fgClr>
              <a:srgbClr val="C0C0C0"/>
            </a:fgClr>
            <a:bgClr>
              <a:schemeClr val="bg1"/>
            </a:bgClr>
          </a:pattFill>
        </p:spPr>
        <p:txBody>
          <a:bodyPr lIns="0" tIns="108000" rIns="0" anchor="ctr">
            <a:normAutofit/>
          </a:bodyPr>
          <a:lstStyle>
            <a:lvl1pPr algn="ctr">
              <a:defRPr sz="1100" b="0" i="0">
                <a:latin typeface="+mn-lt"/>
              </a:defRPr>
            </a:lvl1pPr>
          </a:lstStyle>
          <a:p>
            <a:r>
              <a:rPr lang="en-AU" dirty="0"/>
              <a:t>Insert picture here</a:t>
            </a:r>
          </a:p>
        </p:txBody>
      </p:sp>
      <p:sp>
        <p:nvSpPr>
          <p:cNvPr id="27" name="Picture Placeholder 6">
            <a:extLst>
              <a:ext uri="{FF2B5EF4-FFF2-40B4-BE49-F238E27FC236}">
                <a16:creationId xmlns:a16="http://schemas.microsoft.com/office/drawing/2014/main" id="{F226A25B-26CF-1C41-961E-12B3F363E009}"/>
              </a:ext>
            </a:extLst>
          </p:cNvPr>
          <p:cNvSpPr>
            <a:spLocks noGrp="1"/>
          </p:cNvSpPr>
          <p:nvPr>
            <p:ph type="pic" sz="quarter" idx="42" hasCustomPrompt="1"/>
          </p:nvPr>
        </p:nvSpPr>
        <p:spPr>
          <a:xfrm>
            <a:off x="9150007" y="2192171"/>
            <a:ext cx="1858845" cy="1858845"/>
          </a:xfrm>
          <a:prstGeom prst="ellipse">
            <a:avLst/>
          </a:prstGeom>
          <a:pattFill prst="pct40">
            <a:fgClr>
              <a:srgbClr val="C0C0C0"/>
            </a:fgClr>
            <a:bgClr>
              <a:schemeClr val="bg1"/>
            </a:bgClr>
          </a:pattFill>
        </p:spPr>
        <p:txBody>
          <a:bodyPr lIns="0" tIns="108000" rIns="0" anchor="ctr">
            <a:normAutofit/>
          </a:bodyPr>
          <a:lstStyle>
            <a:lvl1pPr algn="ctr">
              <a:defRPr sz="1100" b="0" i="0">
                <a:latin typeface="+mn-lt"/>
              </a:defRPr>
            </a:lvl1pPr>
          </a:lstStyle>
          <a:p>
            <a:r>
              <a:rPr lang="en-AU" dirty="0"/>
              <a:t>Insert picture here</a:t>
            </a:r>
          </a:p>
        </p:txBody>
      </p:sp>
      <p:sp>
        <p:nvSpPr>
          <p:cNvPr id="28" name="Title 1">
            <a:extLst>
              <a:ext uri="{FF2B5EF4-FFF2-40B4-BE49-F238E27FC236}">
                <a16:creationId xmlns:a16="http://schemas.microsoft.com/office/drawing/2014/main" id="{06B7DA53-39E1-40DB-8E3D-AC55EE3B9DC3}"/>
              </a:ext>
            </a:extLst>
          </p:cNvPr>
          <p:cNvSpPr>
            <a:spLocks noGrp="1"/>
          </p:cNvSpPr>
          <p:nvPr>
            <p:ph type="title" hasCustomPrompt="1"/>
          </p:nvPr>
        </p:nvSpPr>
        <p:spPr>
          <a:xfrm>
            <a:off x="381000" y="381001"/>
            <a:ext cx="11430000" cy="726439"/>
          </a:xfrm>
          <a:prstGeom prst="rect">
            <a:avLst/>
          </a:prstGeom>
        </p:spPr>
        <p:txBody>
          <a:bodyPr/>
          <a:lstStyle>
            <a:lvl1pPr>
              <a:lnSpc>
                <a:spcPct val="80000"/>
              </a:lnSpc>
              <a:defRPr/>
            </a:lvl1pPr>
          </a:lstStyle>
          <a:p>
            <a:r>
              <a:rPr lang="en-US"/>
              <a:t>Insert Main Title at 36pt min 30pt</a:t>
            </a:r>
          </a:p>
        </p:txBody>
      </p:sp>
      <p:sp>
        <p:nvSpPr>
          <p:cNvPr id="13" name="Footer Placeholder 6">
            <a:extLst>
              <a:ext uri="{FF2B5EF4-FFF2-40B4-BE49-F238E27FC236}">
                <a16:creationId xmlns:a16="http://schemas.microsoft.com/office/drawing/2014/main" id="{29D22D92-75BB-4297-B843-557296E6CB80}"/>
              </a:ext>
            </a:extLst>
          </p:cNvPr>
          <p:cNvSpPr>
            <a:spLocks noGrp="1"/>
          </p:cNvSpPr>
          <p:nvPr>
            <p:ph type="ftr" sz="quarter" idx="16"/>
          </p:nvPr>
        </p:nvSpPr>
        <p:spPr>
          <a:xfrm>
            <a:off x="381002" y="6519009"/>
            <a:ext cx="5714999" cy="206375"/>
          </a:xfrm>
          <a:prstGeom prst="rect">
            <a:avLst/>
          </a:prstGeom>
        </p:spPr>
        <p:txBody>
          <a:bodyPr lIns="0"/>
          <a:lstStyle>
            <a:lvl1pPr>
              <a:defRPr sz="800">
                <a:solidFill>
                  <a:schemeClr val="tx1">
                    <a:alpha val="40000"/>
                  </a:schemeClr>
                </a:solidFill>
              </a:defRPr>
            </a:lvl1pPr>
          </a:lstStyle>
          <a:p>
            <a:r>
              <a:rPr lang="en-US" dirty="0"/>
              <a:t>Copyright © 2020 Accenture. All rights reserved.</a:t>
            </a:r>
          </a:p>
        </p:txBody>
      </p:sp>
      <p:sp>
        <p:nvSpPr>
          <p:cNvPr id="14" name="Slide Number Placeholder 9">
            <a:extLst>
              <a:ext uri="{FF2B5EF4-FFF2-40B4-BE49-F238E27FC236}">
                <a16:creationId xmlns:a16="http://schemas.microsoft.com/office/drawing/2014/main" id="{E4BED6B8-7C00-4120-ABBA-D82093551AC7}"/>
              </a:ext>
            </a:extLst>
          </p:cNvPr>
          <p:cNvSpPr>
            <a:spLocks noGrp="1"/>
          </p:cNvSpPr>
          <p:nvPr>
            <p:ph type="sldNum" sz="quarter" idx="17"/>
          </p:nvPr>
        </p:nvSpPr>
        <p:spPr>
          <a:xfrm>
            <a:off x="11506202" y="6519009"/>
            <a:ext cx="385711" cy="206375"/>
          </a:xfrm>
          <a:prstGeom prst="rect">
            <a:avLst/>
          </a:prstGeom>
        </p:spPr>
        <p:txBody>
          <a:bodyPr/>
          <a:lstStyle>
            <a:lvl1pPr>
              <a:defRPr sz="800">
                <a:solidFill>
                  <a:schemeClr val="tx1">
                    <a:alpha val="40000"/>
                  </a:schemeClr>
                </a:solidFill>
              </a:defRPr>
            </a:lvl1pPr>
          </a:lstStyle>
          <a:p>
            <a:fld id="{4F9AC08D-23A9-440E-BCB9-AA1E9877CC38}" type="slidenum">
              <a:rPr lang="en-US" smtClean="0"/>
              <a:pPr/>
              <a:t>‹#›</a:t>
            </a:fld>
            <a:endParaRPr lang="en-US" dirty="0"/>
          </a:p>
        </p:txBody>
      </p:sp>
      <p:sp>
        <p:nvSpPr>
          <p:cNvPr id="32" name="Text Placeholder 41">
            <a:extLst>
              <a:ext uri="{FF2B5EF4-FFF2-40B4-BE49-F238E27FC236}">
                <a16:creationId xmlns:a16="http://schemas.microsoft.com/office/drawing/2014/main" id="{7E68CA9F-EC78-418D-9A6B-0239F68A44BC}"/>
              </a:ext>
            </a:extLst>
          </p:cNvPr>
          <p:cNvSpPr>
            <a:spLocks noGrp="1"/>
          </p:cNvSpPr>
          <p:nvPr>
            <p:ph type="body" sz="quarter" idx="52" hasCustomPrompt="1"/>
          </p:nvPr>
        </p:nvSpPr>
        <p:spPr>
          <a:xfrm>
            <a:off x="989295" y="4165807"/>
            <a:ext cx="2187251" cy="1379271"/>
          </a:xfrm>
        </p:spPr>
        <p:txBody>
          <a:bodyPr wrap="square">
            <a:normAutofit/>
          </a:bodyPr>
          <a:lstStyle>
            <a:lvl1pPr algn="ctr">
              <a:lnSpc>
                <a:spcPct val="100000"/>
              </a:lnSpc>
              <a:spcAft>
                <a:spcPts val="0"/>
              </a:spcAft>
              <a:defRPr sz="1600" b="1" i="0">
                <a:solidFill>
                  <a:schemeClr val="tx1"/>
                </a:solidFill>
                <a:latin typeface="+mn-lt"/>
              </a:defRPr>
            </a:lvl1pPr>
            <a:lvl2pPr marL="0" indent="0" algn="ctr">
              <a:lnSpc>
                <a:spcPct val="120000"/>
              </a:lnSpc>
              <a:spcBef>
                <a:spcPts val="0"/>
              </a:spcBef>
              <a:spcAft>
                <a:spcPts val="0"/>
              </a:spcAft>
              <a:buNone/>
              <a:defRPr sz="1400" b="0" i="0">
                <a:solidFill>
                  <a:schemeClr val="tx1"/>
                </a:solidFill>
                <a:latin typeface="+mn-lt"/>
              </a:defRPr>
            </a:lvl2pPr>
            <a:lvl3pPr marL="0" indent="0" algn="ctr">
              <a:lnSpc>
                <a:spcPct val="100000"/>
              </a:lnSpc>
              <a:spcBef>
                <a:spcPts val="600"/>
              </a:spcBef>
              <a:buNone/>
              <a:defRPr sz="1200"/>
            </a:lvl3pPr>
          </a:lstStyle>
          <a:p>
            <a:pPr lvl="0"/>
            <a:r>
              <a:rPr lang="en-US"/>
              <a:t>Insert name here</a:t>
            </a:r>
          </a:p>
          <a:p>
            <a:pPr lvl="1"/>
            <a:r>
              <a:rPr lang="en-US"/>
              <a:t>Job title here</a:t>
            </a:r>
          </a:p>
        </p:txBody>
      </p:sp>
      <p:sp>
        <p:nvSpPr>
          <p:cNvPr id="33" name="Text Placeholder 41">
            <a:extLst>
              <a:ext uri="{FF2B5EF4-FFF2-40B4-BE49-F238E27FC236}">
                <a16:creationId xmlns:a16="http://schemas.microsoft.com/office/drawing/2014/main" id="{9FBF1373-D4D2-4CA6-A203-BB25B6AE2313}"/>
              </a:ext>
            </a:extLst>
          </p:cNvPr>
          <p:cNvSpPr>
            <a:spLocks noGrp="1"/>
          </p:cNvSpPr>
          <p:nvPr>
            <p:ph type="body" sz="quarter" idx="53" hasCustomPrompt="1"/>
          </p:nvPr>
        </p:nvSpPr>
        <p:spPr>
          <a:xfrm>
            <a:off x="3656667" y="4165807"/>
            <a:ext cx="2187251" cy="1379271"/>
          </a:xfrm>
        </p:spPr>
        <p:txBody>
          <a:bodyPr wrap="square">
            <a:normAutofit/>
          </a:bodyPr>
          <a:lstStyle>
            <a:lvl1pPr algn="ctr">
              <a:lnSpc>
                <a:spcPct val="100000"/>
              </a:lnSpc>
              <a:spcAft>
                <a:spcPts val="0"/>
              </a:spcAft>
              <a:defRPr sz="1600" b="1" i="0">
                <a:solidFill>
                  <a:schemeClr val="tx1"/>
                </a:solidFill>
                <a:latin typeface="+mn-lt"/>
              </a:defRPr>
            </a:lvl1pPr>
            <a:lvl2pPr marL="0" indent="0" algn="ctr">
              <a:lnSpc>
                <a:spcPct val="120000"/>
              </a:lnSpc>
              <a:spcBef>
                <a:spcPts val="0"/>
              </a:spcBef>
              <a:spcAft>
                <a:spcPts val="0"/>
              </a:spcAft>
              <a:buNone/>
              <a:defRPr sz="1400" b="0" i="0">
                <a:solidFill>
                  <a:schemeClr val="tx1"/>
                </a:solidFill>
                <a:latin typeface="+mn-lt"/>
              </a:defRPr>
            </a:lvl2pPr>
            <a:lvl3pPr marL="0" indent="0" algn="ctr">
              <a:lnSpc>
                <a:spcPct val="100000"/>
              </a:lnSpc>
              <a:spcBef>
                <a:spcPts val="600"/>
              </a:spcBef>
              <a:buNone/>
              <a:defRPr sz="1200"/>
            </a:lvl3pPr>
          </a:lstStyle>
          <a:p>
            <a:pPr lvl="0"/>
            <a:r>
              <a:rPr lang="en-US"/>
              <a:t>Insert name here</a:t>
            </a:r>
          </a:p>
          <a:p>
            <a:pPr lvl="1"/>
            <a:r>
              <a:rPr lang="en-US"/>
              <a:t>Job title here</a:t>
            </a:r>
          </a:p>
        </p:txBody>
      </p:sp>
      <p:sp>
        <p:nvSpPr>
          <p:cNvPr id="35" name="Text Placeholder 41">
            <a:extLst>
              <a:ext uri="{FF2B5EF4-FFF2-40B4-BE49-F238E27FC236}">
                <a16:creationId xmlns:a16="http://schemas.microsoft.com/office/drawing/2014/main" id="{E87B3F04-4595-45EE-8C80-2D66D058FFB2}"/>
              </a:ext>
            </a:extLst>
          </p:cNvPr>
          <p:cNvSpPr>
            <a:spLocks noGrp="1"/>
          </p:cNvSpPr>
          <p:nvPr>
            <p:ph type="body" sz="quarter" idx="54" hasCustomPrompt="1"/>
          </p:nvPr>
        </p:nvSpPr>
        <p:spPr>
          <a:xfrm>
            <a:off x="6324039" y="4165807"/>
            <a:ext cx="2187251" cy="1379271"/>
          </a:xfrm>
        </p:spPr>
        <p:txBody>
          <a:bodyPr wrap="square">
            <a:normAutofit/>
          </a:bodyPr>
          <a:lstStyle>
            <a:lvl1pPr algn="ctr">
              <a:lnSpc>
                <a:spcPct val="100000"/>
              </a:lnSpc>
              <a:spcAft>
                <a:spcPts val="0"/>
              </a:spcAft>
              <a:defRPr sz="1600" b="1" i="0">
                <a:solidFill>
                  <a:schemeClr val="tx1"/>
                </a:solidFill>
                <a:latin typeface="+mn-lt"/>
              </a:defRPr>
            </a:lvl1pPr>
            <a:lvl2pPr marL="0" indent="0" algn="ctr">
              <a:lnSpc>
                <a:spcPct val="120000"/>
              </a:lnSpc>
              <a:spcBef>
                <a:spcPts val="0"/>
              </a:spcBef>
              <a:spcAft>
                <a:spcPts val="0"/>
              </a:spcAft>
              <a:buNone/>
              <a:defRPr sz="1400" b="0" i="0">
                <a:solidFill>
                  <a:schemeClr val="tx1"/>
                </a:solidFill>
                <a:latin typeface="+mn-lt"/>
              </a:defRPr>
            </a:lvl2pPr>
            <a:lvl3pPr marL="0" indent="0" algn="ctr">
              <a:lnSpc>
                <a:spcPct val="100000"/>
              </a:lnSpc>
              <a:spcBef>
                <a:spcPts val="600"/>
              </a:spcBef>
              <a:buNone/>
              <a:defRPr sz="1200"/>
            </a:lvl3pPr>
          </a:lstStyle>
          <a:p>
            <a:pPr lvl="0"/>
            <a:r>
              <a:rPr lang="en-US"/>
              <a:t>Insert name here</a:t>
            </a:r>
          </a:p>
          <a:p>
            <a:pPr lvl="1"/>
            <a:r>
              <a:rPr lang="en-US"/>
              <a:t>Job title here</a:t>
            </a:r>
          </a:p>
        </p:txBody>
      </p:sp>
      <p:sp>
        <p:nvSpPr>
          <p:cNvPr id="36" name="Text Placeholder 41">
            <a:extLst>
              <a:ext uri="{FF2B5EF4-FFF2-40B4-BE49-F238E27FC236}">
                <a16:creationId xmlns:a16="http://schemas.microsoft.com/office/drawing/2014/main" id="{FAFD4B38-A351-4DBA-B2B5-067F273948E8}"/>
              </a:ext>
            </a:extLst>
          </p:cNvPr>
          <p:cNvSpPr>
            <a:spLocks noGrp="1"/>
          </p:cNvSpPr>
          <p:nvPr>
            <p:ph type="body" sz="quarter" idx="55" hasCustomPrompt="1"/>
          </p:nvPr>
        </p:nvSpPr>
        <p:spPr>
          <a:xfrm>
            <a:off x="8991412" y="4165807"/>
            <a:ext cx="2187251" cy="1379271"/>
          </a:xfrm>
        </p:spPr>
        <p:txBody>
          <a:bodyPr wrap="square">
            <a:normAutofit/>
          </a:bodyPr>
          <a:lstStyle>
            <a:lvl1pPr algn="ctr">
              <a:lnSpc>
                <a:spcPct val="100000"/>
              </a:lnSpc>
              <a:spcAft>
                <a:spcPts val="0"/>
              </a:spcAft>
              <a:defRPr sz="1600" b="1" i="0">
                <a:solidFill>
                  <a:schemeClr val="tx1"/>
                </a:solidFill>
                <a:latin typeface="+mn-lt"/>
              </a:defRPr>
            </a:lvl1pPr>
            <a:lvl2pPr marL="0" indent="0" algn="ctr">
              <a:lnSpc>
                <a:spcPct val="120000"/>
              </a:lnSpc>
              <a:spcBef>
                <a:spcPts val="0"/>
              </a:spcBef>
              <a:spcAft>
                <a:spcPts val="0"/>
              </a:spcAft>
              <a:buNone/>
              <a:defRPr sz="1400" b="0" i="0">
                <a:solidFill>
                  <a:schemeClr val="tx1"/>
                </a:solidFill>
                <a:latin typeface="+mn-lt"/>
              </a:defRPr>
            </a:lvl2pPr>
            <a:lvl3pPr marL="0" indent="0" algn="ctr">
              <a:lnSpc>
                <a:spcPct val="100000"/>
              </a:lnSpc>
              <a:spcBef>
                <a:spcPts val="600"/>
              </a:spcBef>
              <a:buNone/>
              <a:defRPr sz="1200"/>
            </a:lvl3pPr>
          </a:lstStyle>
          <a:p>
            <a:pPr lvl="0"/>
            <a:r>
              <a:rPr lang="en-US"/>
              <a:t>Insert name here</a:t>
            </a:r>
          </a:p>
          <a:p>
            <a:pPr lvl="1"/>
            <a:r>
              <a:rPr lang="en-US"/>
              <a:t>Job title here</a:t>
            </a:r>
          </a:p>
        </p:txBody>
      </p:sp>
    </p:spTree>
    <p:extLst>
      <p:ext uri="{BB962C8B-B14F-4D97-AF65-F5344CB8AC3E}">
        <p14:creationId xmlns:p14="http://schemas.microsoft.com/office/powerpoint/2010/main" val="4123792965"/>
      </p:ext>
    </p:extLst>
  </p:cSld>
  <p:clrMapOvr>
    <a:masterClrMapping/>
  </p:clrMapOvr>
  <p:hf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Table and copy">
    <p:spTree>
      <p:nvGrpSpPr>
        <p:cNvPr id="1" name=""/>
        <p:cNvGrpSpPr/>
        <p:nvPr/>
      </p:nvGrpSpPr>
      <p:grpSpPr>
        <a:xfrm>
          <a:off x="0" y="0"/>
          <a:ext cx="0" cy="0"/>
          <a:chOff x="0" y="0"/>
          <a:chExt cx="0" cy="0"/>
        </a:xfrm>
      </p:grpSpPr>
      <p:sp>
        <p:nvSpPr>
          <p:cNvPr id="5" name="Footer Placeholder 6">
            <a:extLst>
              <a:ext uri="{FF2B5EF4-FFF2-40B4-BE49-F238E27FC236}">
                <a16:creationId xmlns:a16="http://schemas.microsoft.com/office/drawing/2014/main" id="{A5F06FFC-7F24-4240-9C48-7066B776C943}"/>
              </a:ext>
            </a:extLst>
          </p:cNvPr>
          <p:cNvSpPr>
            <a:spLocks noGrp="1"/>
          </p:cNvSpPr>
          <p:nvPr>
            <p:ph type="ftr" sz="quarter" idx="16"/>
          </p:nvPr>
        </p:nvSpPr>
        <p:spPr>
          <a:xfrm>
            <a:off x="381002" y="6519009"/>
            <a:ext cx="5714999" cy="206375"/>
          </a:xfrm>
          <a:prstGeom prst="rect">
            <a:avLst/>
          </a:prstGeom>
        </p:spPr>
        <p:txBody>
          <a:bodyPr lIns="0"/>
          <a:lstStyle>
            <a:lvl1pPr>
              <a:defRPr sz="800">
                <a:solidFill>
                  <a:schemeClr val="tx1">
                    <a:alpha val="40000"/>
                  </a:schemeClr>
                </a:solidFill>
              </a:defRPr>
            </a:lvl1pPr>
          </a:lstStyle>
          <a:p>
            <a:r>
              <a:rPr lang="en-US" dirty="0"/>
              <a:t>Copyright © 2020 Accenture. All rights reserved.</a:t>
            </a:r>
          </a:p>
        </p:txBody>
      </p:sp>
      <p:sp>
        <p:nvSpPr>
          <p:cNvPr id="6" name="Slide Number Placeholder 9">
            <a:extLst>
              <a:ext uri="{FF2B5EF4-FFF2-40B4-BE49-F238E27FC236}">
                <a16:creationId xmlns:a16="http://schemas.microsoft.com/office/drawing/2014/main" id="{0FCF244E-2D87-4DAB-B529-36E1AA8CB99B}"/>
              </a:ext>
            </a:extLst>
          </p:cNvPr>
          <p:cNvSpPr>
            <a:spLocks noGrp="1"/>
          </p:cNvSpPr>
          <p:nvPr>
            <p:ph type="sldNum" sz="quarter" idx="17"/>
          </p:nvPr>
        </p:nvSpPr>
        <p:spPr>
          <a:xfrm>
            <a:off x="11506202" y="6519009"/>
            <a:ext cx="385711" cy="206375"/>
          </a:xfrm>
          <a:prstGeom prst="rect">
            <a:avLst/>
          </a:prstGeom>
        </p:spPr>
        <p:txBody>
          <a:bodyPr/>
          <a:lstStyle>
            <a:lvl1pPr>
              <a:defRPr sz="800">
                <a:solidFill>
                  <a:schemeClr val="tx1">
                    <a:alpha val="40000"/>
                  </a:schemeClr>
                </a:solidFill>
              </a:defRPr>
            </a:lvl1pPr>
          </a:lstStyle>
          <a:p>
            <a:fld id="{4F9AC08D-23A9-440E-BCB9-AA1E9877CC38}" type="slidenum">
              <a:rPr lang="en-US" smtClean="0"/>
              <a:pPr/>
              <a:t>‹#›</a:t>
            </a:fld>
            <a:endParaRPr lang="en-US" dirty="0"/>
          </a:p>
        </p:txBody>
      </p:sp>
      <p:sp>
        <p:nvSpPr>
          <p:cNvPr id="7" name="Title Placeholder 1">
            <a:extLst>
              <a:ext uri="{FF2B5EF4-FFF2-40B4-BE49-F238E27FC236}">
                <a16:creationId xmlns:a16="http://schemas.microsoft.com/office/drawing/2014/main" id="{06D6E342-7CEB-4142-85CE-07746AED5646}"/>
              </a:ext>
            </a:extLst>
          </p:cNvPr>
          <p:cNvSpPr>
            <a:spLocks noGrp="1"/>
          </p:cNvSpPr>
          <p:nvPr>
            <p:ph type="title" hasCustomPrompt="1"/>
          </p:nvPr>
        </p:nvSpPr>
        <p:spPr>
          <a:xfrm>
            <a:off x="381000" y="381002"/>
            <a:ext cx="11430000" cy="983263"/>
          </a:xfrm>
          <a:prstGeom prst="rect">
            <a:avLst/>
          </a:prstGeom>
        </p:spPr>
        <p:txBody>
          <a:bodyPr vert="horz" lIns="0" tIns="45720" rIns="0" bIns="0" rtlCol="0" anchor="t" anchorCtr="0">
            <a:normAutofit/>
          </a:bodyPr>
          <a:lstStyle>
            <a:lvl1pPr>
              <a:defRPr/>
            </a:lvl1pPr>
          </a:lstStyle>
          <a:p>
            <a:r>
              <a:rPr lang="en-US"/>
              <a:t>Insert Main Title at 36pt min 30pt</a:t>
            </a:r>
          </a:p>
        </p:txBody>
      </p:sp>
      <p:sp>
        <p:nvSpPr>
          <p:cNvPr id="3" name="Table Placeholder 2">
            <a:extLst>
              <a:ext uri="{FF2B5EF4-FFF2-40B4-BE49-F238E27FC236}">
                <a16:creationId xmlns:a16="http://schemas.microsoft.com/office/drawing/2014/main" id="{1DBBD251-FD95-4A5E-9AAB-5656E1085BB7}"/>
              </a:ext>
            </a:extLst>
          </p:cNvPr>
          <p:cNvSpPr>
            <a:spLocks noGrp="1"/>
          </p:cNvSpPr>
          <p:nvPr>
            <p:ph type="tbl" sz="quarter" idx="18"/>
          </p:nvPr>
        </p:nvSpPr>
        <p:spPr>
          <a:xfrm>
            <a:off x="381000" y="2756647"/>
            <a:ext cx="11430000" cy="3404441"/>
          </a:xfrm>
        </p:spPr>
        <p:txBody>
          <a:bodyPr anchor="ctr">
            <a:normAutofit/>
          </a:bodyPr>
          <a:lstStyle>
            <a:lvl1pPr algn="ctr">
              <a:defRPr sz="1200" b="0">
                <a:latin typeface="+mn-lt"/>
              </a:defRPr>
            </a:lvl1pPr>
          </a:lstStyle>
          <a:p>
            <a:r>
              <a:rPr lang="en-US" dirty="0"/>
              <a:t>Click icon to add table</a:t>
            </a:r>
            <a:endParaRPr lang="en-GB" dirty="0"/>
          </a:p>
        </p:txBody>
      </p:sp>
      <p:sp>
        <p:nvSpPr>
          <p:cNvPr id="8" name="Text Placeholder 41">
            <a:extLst>
              <a:ext uri="{FF2B5EF4-FFF2-40B4-BE49-F238E27FC236}">
                <a16:creationId xmlns:a16="http://schemas.microsoft.com/office/drawing/2014/main" id="{675CFBC7-8550-4627-B678-91E938DCAAF1}"/>
              </a:ext>
            </a:extLst>
          </p:cNvPr>
          <p:cNvSpPr>
            <a:spLocks noGrp="1"/>
          </p:cNvSpPr>
          <p:nvPr>
            <p:ph type="body" sz="quarter" idx="23" hasCustomPrompt="1"/>
          </p:nvPr>
        </p:nvSpPr>
        <p:spPr>
          <a:xfrm>
            <a:off x="381000" y="1943955"/>
            <a:ext cx="11430000" cy="631158"/>
          </a:xfrm>
        </p:spPr>
        <p:txBody>
          <a:bodyPr wrap="square" tIns="0" bIns="0">
            <a:normAutofit/>
          </a:bodyPr>
          <a:lstStyle>
            <a:lvl1pPr algn="l">
              <a:lnSpc>
                <a:spcPct val="100000"/>
              </a:lnSpc>
              <a:spcBef>
                <a:spcPts val="0"/>
              </a:spcBef>
              <a:spcAft>
                <a:spcPts val="0"/>
              </a:spcAft>
              <a:defRPr lang="en-US" sz="1800" b="0" kern="1200" cap="none" dirty="0">
                <a:solidFill>
                  <a:schemeClr val="tx1"/>
                </a:solidFill>
                <a:latin typeface="+mn-lt"/>
                <a:ea typeface="+mn-ea"/>
                <a:cs typeface="+mn-cs"/>
              </a:defRPr>
            </a:lvl1pPr>
            <a:lvl2pPr algn="l">
              <a:lnSpc>
                <a:spcPct val="100000"/>
              </a:lnSpc>
              <a:spcBef>
                <a:spcPts val="0"/>
              </a:spcBef>
              <a:spcAft>
                <a:spcPts val="0"/>
              </a:spcAft>
              <a:defRPr lang="en-US" sz="1400" b="0" kern="1200" dirty="0">
                <a:solidFill>
                  <a:schemeClr val="tx1"/>
                </a:solidFill>
                <a:latin typeface="Graphik" panose="020B0503030202060203" pitchFamily="34" charset="77"/>
                <a:ea typeface="+mn-ea"/>
                <a:cs typeface="+mn-cs"/>
              </a:defRPr>
            </a:lvl2pPr>
          </a:lstStyle>
          <a:p>
            <a:pPr lvl="0"/>
            <a:r>
              <a:rPr lang="da-DK"/>
              <a:t>Lorem ipsum dolor sit amet</a:t>
            </a:r>
            <a:endParaRPr lang="en-US"/>
          </a:p>
        </p:txBody>
      </p:sp>
    </p:spTree>
    <p:extLst>
      <p:ext uri="{BB962C8B-B14F-4D97-AF65-F5344CB8AC3E}">
        <p14:creationId xmlns:p14="http://schemas.microsoft.com/office/powerpoint/2010/main" val="3103595307"/>
      </p:ext>
    </p:extLst>
  </p:cSld>
  <p:clrMapOvr>
    <a:masterClrMapping/>
  </p:clrMapOvr>
  <p:hf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Table">
    <p:spTree>
      <p:nvGrpSpPr>
        <p:cNvPr id="1" name=""/>
        <p:cNvGrpSpPr/>
        <p:nvPr/>
      </p:nvGrpSpPr>
      <p:grpSpPr>
        <a:xfrm>
          <a:off x="0" y="0"/>
          <a:ext cx="0" cy="0"/>
          <a:chOff x="0" y="0"/>
          <a:chExt cx="0" cy="0"/>
        </a:xfrm>
      </p:grpSpPr>
      <p:sp>
        <p:nvSpPr>
          <p:cNvPr id="5" name="Footer Placeholder 6">
            <a:extLst>
              <a:ext uri="{FF2B5EF4-FFF2-40B4-BE49-F238E27FC236}">
                <a16:creationId xmlns:a16="http://schemas.microsoft.com/office/drawing/2014/main" id="{A5F06FFC-7F24-4240-9C48-7066B776C943}"/>
              </a:ext>
            </a:extLst>
          </p:cNvPr>
          <p:cNvSpPr>
            <a:spLocks noGrp="1"/>
          </p:cNvSpPr>
          <p:nvPr>
            <p:ph type="ftr" sz="quarter" idx="16"/>
          </p:nvPr>
        </p:nvSpPr>
        <p:spPr>
          <a:xfrm>
            <a:off x="381002" y="6519009"/>
            <a:ext cx="5714999" cy="206375"/>
          </a:xfrm>
          <a:prstGeom prst="rect">
            <a:avLst/>
          </a:prstGeom>
        </p:spPr>
        <p:txBody>
          <a:bodyPr lIns="0"/>
          <a:lstStyle>
            <a:lvl1pPr>
              <a:defRPr sz="800">
                <a:solidFill>
                  <a:schemeClr val="tx1">
                    <a:alpha val="40000"/>
                  </a:schemeClr>
                </a:solidFill>
              </a:defRPr>
            </a:lvl1pPr>
          </a:lstStyle>
          <a:p>
            <a:r>
              <a:rPr lang="en-US" dirty="0"/>
              <a:t>Copyright © 2020 Accenture. All rights reserved.</a:t>
            </a:r>
          </a:p>
        </p:txBody>
      </p:sp>
      <p:sp>
        <p:nvSpPr>
          <p:cNvPr id="6" name="Slide Number Placeholder 9">
            <a:extLst>
              <a:ext uri="{FF2B5EF4-FFF2-40B4-BE49-F238E27FC236}">
                <a16:creationId xmlns:a16="http://schemas.microsoft.com/office/drawing/2014/main" id="{0FCF244E-2D87-4DAB-B529-36E1AA8CB99B}"/>
              </a:ext>
            </a:extLst>
          </p:cNvPr>
          <p:cNvSpPr>
            <a:spLocks noGrp="1"/>
          </p:cNvSpPr>
          <p:nvPr>
            <p:ph type="sldNum" sz="quarter" idx="17"/>
          </p:nvPr>
        </p:nvSpPr>
        <p:spPr>
          <a:xfrm>
            <a:off x="11506202" y="6519009"/>
            <a:ext cx="385711" cy="206375"/>
          </a:xfrm>
          <a:prstGeom prst="rect">
            <a:avLst/>
          </a:prstGeom>
        </p:spPr>
        <p:txBody>
          <a:bodyPr/>
          <a:lstStyle>
            <a:lvl1pPr>
              <a:defRPr sz="800">
                <a:solidFill>
                  <a:schemeClr val="tx1">
                    <a:alpha val="40000"/>
                  </a:schemeClr>
                </a:solidFill>
              </a:defRPr>
            </a:lvl1pPr>
          </a:lstStyle>
          <a:p>
            <a:fld id="{4F9AC08D-23A9-440E-BCB9-AA1E9877CC38}" type="slidenum">
              <a:rPr lang="en-US" smtClean="0"/>
              <a:pPr/>
              <a:t>‹#›</a:t>
            </a:fld>
            <a:endParaRPr lang="en-US" dirty="0"/>
          </a:p>
        </p:txBody>
      </p:sp>
      <p:sp>
        <p:nvSpPr>
          <p:cNvPr id="7" name="Title Placeholder 1">
            <a:extLst>
              <a:ext uri="{FF2B5EF4-FFF2-40B4-BE49-F238E27FC236}">
                <a16:creationId xmlns:a16="http://schemas.microsoft.com/office/drawing/2014/main" id="{06D6E342-7CEB-4142-85CE-07746AED5646}"/>
              </a:ext>
            </a:extLst>
          </p:cNvPr>
          <p:cNvSpPr>
            <a:spLocks noGrp="1"/>
          </p:cNvSpPr>
          <p:nvPr>
            <p:ph type="title" hasCustomPrompt="1"/>
          </p:nvPr>
        </p:nvSpPr>
        <p:spPr>
          <a:xfrm>
            <a:off x="381000" y="381002"/>
            <a:ext cx="11430000" cy="983263"/>
          </a:xfrm>
          <a:prstGeom prst="rect">
            <a:avLst/>
          </a:prstGeom>
        </p:spPr>
        <p:txBody>
          <a:bodyPr vert="horz" lIns="0" tIns="45720" rIns="0" bIns="0" rtlCol="0" anchor="t" anchorCtr="0">
            <a:normAutofit/>
          </a:bodyPr>
          <a:lstStyle>
            <a:lvl1pPr>
              <a:defRPr/>
            </a:lvl1pPr>
          </a:lstStyle>
          <a:p>
            <a:r>
              <a:rPr lang="en-US"/>
              <a:t>Insert Main Title at 36pt min 30pt</a:t>
            </a:r>
          </a:p>
        </p:txBody>
      </p:sp>
      <p:sp>
        <p:nvSpPr>
          <p:cNvPr id="3" name="Table Placeholder 2">
            <a:extLst>
              <a:ext uri="{FF2B5EF4-FFF2-40B4-BE49-F238E27FC236}">
                <a16:creationId xmlns:a16="http://schemas.microsoft.com/office/drawing/2014/main" id="{1DBBD251-FD95-4A5E-9AAB-5656E1085BB7}"/>
              </a:ext>
            </a:extLst>
          </p:cNvPr>
          <p:cNvSpPr>
            <a:spLocks noGrp="1"/>
          </p:cNvSpPr>
          <p:nvPr>
            <p:ph type="tbl" sz="quarter" idx="18"/>
          </p:nvPr>
        </p:nvSpPr>
        <p:spPr>
          <a:xfrm>
            <a:off x="381000" y="1364265"/>
            <a:ext cx="11430000" cy="4796823"/>
          </a:xfrm>
        </p:spPr>
        <p:txBody>
          <a:bodyPr anchor="ctr">
            <a:normAutofit/>
          </a:bodyPr>
          <a:lstStyle>
            <a:lvl1pPr algn="ctr">
              <a:defRPr sz="1200" b="0">
                <a:latin typeface="+mn-lt"/>
              </a:defRPr>
            </a:lvl1pPr>
          </a:lstStyle>
          <a:p>
            <a:r>
              <a:rPr lang="en-US" dirty="0"/>
              <a:t>Click icon to add table</a:t>
            </a:r>
            <a:endParaRPr lang="en-GB" dirty="0"/>
          </a:p>
        </p:txBody>
      </p:sp>
    </p:spTree>
    <p:extLst>
      <p:ext uri="{BB962C8B-B14F-4D97-AF65-F5344CB8AC3E}">
        <p14:creationId xmlns:p14="http://schemas.microsoft.com/office/powerpoint/2010/main" val="4289787301"/>
      </p:ext>
    </p:extLst>
  </p:cSld>
  <p:clrMapOvr>
    <a:masterClrMapping/>
  </p:clrMapOvr>
  <p:hf hdr="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p:cSld name="Divider Slide opt 2">
    <p:bg>
      <p:bgPr>
        <a:solidFill>
          <a:schemeClr val="accent2"/>
        </a:solidFill>
        <a:effectLst/>
      </p:bgPr>
    </p:bg>
    <p:spTree>
      <p:nvGrpSpPr>
        <p:cNvPr id="1" name=""/>
        <p:cNvGrpSpPr/>
        <p:nvPr/>
      </p:nvGrpSpPr>
      <p:grpSpPr>
        <a:xfrm>
          <a:off x="0" y="0"/>
          <a:ext cx="0" cy="0"/>
          <a:chOff x="0" y="0"/>
          <a:chExt cx="0" cy="0"/>
        </a:xfrm>
      </p:grpSpPr>
      <p:pic>
        <p:nvPicPr>
          <p:cNvPr id="12" name="Acc_MobilityBLACK" hidden="1"/>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8194827" y="541385"/>
            <a:ext cx="3430214" cy="527557"/>
          </a:xfrm>
          <a:prstGeom prst="rect">
            <a:avLst/>
          </a:prstGeom>
        </p:spPr>
      </p:pic>
      <p:pic>
        <p:nvPicPr>
          <p:cNvPr id="13" name="Acc_InteractiveBLACK" hidden="1"/>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8194486" y="551413"/>
            <a:ext cx="3443260" cy="518866"/>
          </a:xfrm>
          <a:prstGeom prst="rect">
            <a:avLst/>
          </a:prstGeom>
        </p:spPr>
      </p:pic>
      <p:pic>
        <p:nvPicPr>
          <p:cNvPr id="14" name="Acc_AnalyticsBLACK" hidden="1"/>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8196099" y="541708"/>
            <a:ext cx="3428941" cy="528482"/>
          </a:xfrm>
          <a:prstGeom prst="rect">
            <a:avLst/>
          </a:prstGeom>
        </p:spPr>
      </p:pic>
      <p:sp>
        <p:nvSpPr>
          <p:cNvPr id="10" name="Text Placeholder 2">
            <a:extLst>
              <a:ext uri="{FF2B5EF4-FFF2-40B4-BE49-F238E27FC236}">
                <a16:creationId xmlns:a16="http://schemas.microsoft.com/office/drawing/2014/main" id="{90008FD0-AD04-4958-83B5-7F755546EE8B}"/>
              </a:ext>
            </a:extLst>
          </p:cNvPr>
          <p:cNvSpPr>
            <a:spLocks noGrp="1"/>
          </p:cNvSpPr>
          <p:nvPr>
            <p:ph type="body" sz="quarter" idx="10" hasCustomPrompt="1"/>
          </p:nvPr>
        </p:nvSpPr>
        <p:spPr>
          <a:xfrm>
            <a:off x="542021" y="1162878"/>
            <a:ext cx="8318714" cy="3761961"/>
          </a:xfrm>
        </p:spPr>
        <p:txBody>
          <a:bodyPr tIns="0" bIns="0" anchor="b">
            <a:normAutofit/>
          </a:bodyPr>
          <a:lstStyle>
            <a:lvl1pPr algn="l">
              <a:lnSpc>
                <a:spcPct val="75000"/>
              </a:lnSpc>
              <a:defRPr sz="8000" cap="none">
                <a:solidFill>
                  <a:schemeClr val="bg1"/>
                </a:solidFill>
              </a:defRPr>
            </a:lvl1pPr>
            <a:lvl2pPr>
              <a:defRPr sz="6000"/>
            </a:lvl2pPr>
            <a:lvl3pPr>
              <a:defRPr sz="6000"/>
            </a:lvl3pPr>
            <a:lvl4pPr>
              <a:defRPr sz="6000"/>
            </a:lvl4pPr>
            <a:lvl5pPr>
              <a:defRPr sz="6000"/>
            </a:lvl5pPr>
          </a:lstStyle>
          <a:p>
            <a:pPr lvl="0"/>
            <a:r>
              <a:rPr lang="en-US"/>
              <a:t>Section</a:t>
            </a:r>
            <a:br>
              <a:rPr lang="en-US"/>
            </a:br>
            <a:r>
              <a:rPr lang="en-US"/>
              <a:t>Divider</a:t>
            </a:r>
          </a:p>
        </p:txBody>
      </p:sp>
      <p:sp>
        <p:nvSpPr>
          <p:cNvPr id="11" name="Text Placeholder 2">
            <a:extLst>
              <a:ext uri="{FF2B5EF4-FFF2-40B4-BE49-F238E27FC236}">
                <a16:creationId xmlns:a16="http://schemas.microsoft.com/office/drawing/2014/main" id="{C7A752BD-0233-480F-B3CC-46DD91E93223}"/>
              </a:ext>
            </a:extLst>
          </p:cNvPr>
          <p:cNvSpPr>
            <a:spLocks noGrp="1"/>
          </p:cNvSpPr>
          <p:nvPr>
            <p:ph type="body" sz="quarter" idx="11"/>
          </p:nvPr>
        </p:nvSpPr>
        <p:spPr>
          <a:xfrm>
            <a:off x="542020" y="5034169"/>
            <a:ext cx="8318713" cy="1328521"/>
          </a:xfrm>
        </p:spPr>
        <p:txBody>
          <a:bodyPr tIns="0" bIns="0" anchor="t">
            <a:normAutofit/>
          </a:bodyPr>
          <a:lstStyle>
            <a:lvl1pPr algn="l">
              <a:lnSpc>
                <a:spcPct val="90000"/>
              </a:lnSpc>
              <a:defRPr sz="2400" b="0" cap="none">
                <a:solidFill>
                  <a:schemeClr val="bg1"/>
                </a:solidFill>
                <a:latin typeface="+mn-lt"/>
              </a:defRPr>
            </a:lvl1pPr>
            <a:lvl2pPr>
              <a:defRPr sz="6000"/>
            </a:lvl2pPr>
            <a:lvl3pPr>
              <a:defRPr sz="6000"/>
            </a:lvl3pPr>
            <a:lvl4pPr>
              <a:defRPr sz="6000"/>
            </a:lvl4pPr>
            <a:lvl5pPr>
              <a:defRPr sz="6000"/>
            </a:lvl5pPr>
          </a:lstStyle>
          <a:p>
            <a:pPr lvl="0"/>
            <a:r>
              <a:rPr lang="en-US"/>
              <a:t>Click to edit Master text styles</a:t>
            </a:r>
          </a:p>
        </p:txBody>
      </p:sp>
    </p:spTree>
    <p:extLst>
      <p:ext uri="{BB962C8B-B14F-4D97-AF65-F5344CB8AC3E}">
        <p14:creationId xmlns:p14="http://schemas.microsoft.com/office/powerpoint/2010/main" val="3506925786"/>
      </p:ext>
    </p:extLst>
  </p:cSld>
  <p:clrMapOvr>
    <a:masterClrMapping/>
  </p:clrMapOvr>
  <p:hf hdr="0" ftr="0" dt="0"/>
  <p:extLst>
    <p:ext uri="{DCECCB84-F9BA-43D5-87BE-67443E8EF086}">
      <p15:sldGuideLst xmlns:p15="http://schemas.microsoft.com/office/powerpoint/2012/main">
        <p15:guide id="1" pos="6968">
          <p15:clr>
            <a:srgbClr val="5ACBF0"/>
          </p15:clr>
        </p15:guide>
        <p15:guide id="2" pos="709">
          <p15:clr>
            <a:srgbClr val="5ACBF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Divider Slide opt 4">
    <p:bg>
      <p:bgPr>
        <a:solidFill>
          <a:schemeClr val="accent2"/>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60BC0154-8F01-45CA-849D-34E3AE00CF0F}"/>
              </a:ext>
            </a:extLst>
          </p:cNvPr>
          <p:cNvGrpSpPr>
            <a:grpSpLocks noChangeAspect="1"/>
          </p:cNvGrpSpPr>
          <p:nvPr/>
        </p:nvGrpSpPr>
        <p:grpSpPr>
          <a:xfrm>
            <a:off x="9554578" y="5833249"/>
            <a:ext cx="2256422" cy="605651"/>
            <a:chOff x="9638475" y="1219200"/>
            <a:chExt cx="1389888" cy="373063"/>
          </a:xfrm>
          <a:effectLst/>
        </p:grpSpPr>
        <p:pic>
          <p:nvPicPr>
            <p:cNvPr id="13" name="Picture 12">
              <a:extLst>
                <a:ext uri="{FF2B5EF4-FFF2-40B4-BE49-F238E27FC236}">
                  <a16:creationId xmlns:a16="http://schemas.microsoft.com/office/drawing/2014/main" id="{BAE479CA-D694-4F45-BD11-38BE36BB333E}"/>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9638475" y="1372165"/>
              <a:ext cx="1389888" cy="220098"/>
            </a:xfrm>
            <a:prstGeom prst="rect">
              <a:avLst/>
            </a:prstGeom>
          </p:spPr>
        </p:pic>
        <p:sp>
          <p:nvSpPr>
            <p:cNvPr id="16" name="Freeform 5">
              <a:extLst>
                <a:ext uri="{FF2B5EF4-FFF2-40B4-BE49-F238E27FC236}">
                  <a16:creationId xmlns:a16="http://schemas.microsoft.com/office/drawing/2014/main" id="{86BA3475-6F51-4B12-8741-D94FF0367CBF}"/>
                </a:ext>
              </a:extLst>
            </p:cNvPr>
            <p:cNvSpPr>
              <a:spLocks/>
            </p:cNvSpPr>
            <p:nvPr/>
          </p:nvSpPr>
          <p:spPr bwMode="auto">
            <a:xfrm>
              <a:off x="10448925" y="1219200"/>
              <a:ext cx="136525" cy="147638"/>
            </a:xfrm>
            <a:custGeom>
              <a:avLst/>
              <a:gdLst>
                <a:gd name="T0" fmla="*/ 0 w 86"/>
                <a:gd name="T1" fmla="*/ 66 h 93"/>
                <a:gd name="T2" fmla="*/ 50 w 86"/>
                <a:gd name="T3" fmla="*/ 47 h 93"/>
                <a:gd name="T4" fmla="*/ 0 w 86"/>
                <a:gd name="T5" fmla="*/ 27 h 93"/>
                <a:gd name="T6" fmla="*/ 0 w 86"/>
                <a:gd name="T7" fmla="*/ 0 h 93"/>
                <a:gd name="T8" fmla="*/ 86 w 86"/>
                <a:gd name="T9" fmla="*/ 35 h 93"/>
                <a:gd name="T10" fmla="*/ 86 w 86"/>
                <a:gd name="T11" fmla="*/ 57 h 93"/>
                <a:gd name="T12" fmla="*/ 0 w 86"/>
                <a:gd name="T13" fmla="*/ 93 h 93"/>
                <a:gd name="T14" fmla="*/ 0 w 86"/>
                <a:gd name="T15" fmla="*/ 66 h 9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6" h="93">
                  <a:moveTo>
                    <a:pt x="0" y="66"/>
                  </a:moveTo>
                  <a:lnTo>
                    <a:pt x="50" y="47"/>
                  </a:lnTo>
                  <a:lnTo>
                    <a:pt x="0" y="27"/>
                  </a:lnTo>
                  <a:lnTo>
                    <a:pt x="0" y="0"/>
                  </a:lnTo>
                  <a:lnTo>
                    <a:pt x="86" y="35"/>
                  </a:lnTo>
                  <a:lnTo>
                    <a:pt x="86" y="57"/>
                  </a:lnTo>
                  <a:lnTo>
                    <a:pt x="0" y="93"/>
                  </a:lnTo>
                  <a:lnTo>
                    <a:pt x="0" y="66"/>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8" name="Text Placeholder 2">
            <a:extLst>
              <a:ext uri="{FF2B5EF4-FFF2-40B4-BE49-F238E27FC236}">
                <a16:creationId xmlns:a16="http://schemas.microsoft.com/office/drawing/2014/main" id="{C91AB612-3710-45D4-9355-B422D880C8AE}"/>
              </a:ext>
            </a:extLst>
          </p:cNvPr>
          <p:cNvSpPr>
            <a:spLocks noGrp="1"/>
          </p:cNvSpPr>
          <p:nvPr>
            <p:ph type="body" sz="quarter" idx="10" hasCustomPrompt="1"/>
          </p:nvPr>
        </p:nvSpPr>
        <p:spPr>
          <a:xfrm>
            <a:off x="381000" y="2903537"/>
            <a:ext cx="11430000" cy="969963"/>
          </a:xfrm>
          <a:prstGeom prst="rect">
            <a:avLst/>
          </a:prstGeom>
        </p:spPr>
        <p:txBody>
          <a:bodyPr tIns="0" bIns="0" anchor="ctr">
            <a:normAutofit/>
          </a:bodyPr>
          <a:lstStyle>
            <a:lvl1pPr algn="ctr">
              <a:lnSpc>
                <a:spcPct val="80000"/>
              </a:lnSpc>
              <a:defRPr sz="3600" cap="none">
                <a:solidFill>
                  <a:schemeClr val="bg1"/>
                </a:solidFill>
              </a:defRPr>
            </a:lvl1pPr>
            <a:lvl2pPr>
              <a:defRPr sz="6000"/>
            </a:lvl2pPr>
            <a:lvl3pPr>
              <a:defRPr sz="6000"/>
            </a:lvl3pPr>
            <a:lvl4pPr>
              <a:defRPr sz="6000"/>
            </a:lvl4pPr>
            <a:lvl5pPr>
              <a:defRPr sz="6000"/>
            </a:lvl5pPr>
          </a:lstStyle>
          <a:p>
            <a:pPr lvl="0"/>
            <a:r>
              <a:rPr lang="en-US"/>
              <a:t>Insert title at 36pt, min 30pt</a:t>
            </a:r>
          </a:p>
        </p:txBody>
      </p:sp>
    </p:spTree>
    <p:extLst>
      <p:ext uri="{BB962C8B-B14F-4D97-AF65-F5344CB8AC3E}">
        <p14:creationId xmlns:p14="http://schemas.microsoft.com/office/powerpoint/2010/main" val="2009770318"/>
      </p:ext>
    </p:extLst>
  </p:cSld>
  <p:clrMapOvr>
    <a:masterClrMapping/>
  </p:clrMapOvr>
  <p:hf hdr="0" ftr="0" dt="0"/>
  <p:extLst>
    <p:ext uri="{DCECCB84-F9BA-43D5-87BE-67443E8EF086}">
      <p15:sldGuideLst xmlns:p15="http://schemas.microsoft.com/office/powerpoint/2012/main">
        <p15:guide id="1"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Blank with copyrights">
    <p:spTree>
      <p:nvGrpSpPr>
        <p:cNvPr id="1" name=""/>
        <p:cNvGrpSpPr/>
        <p:nvPr/>
      </p:nvGrpSpPr>
      <p:grpSpPr>
        <a:xfrm>
          <a:off x="0" y="0"/>
          <a:ext cx="0" cy="0"/>
          <a:chOff x="0" y="0"/>
          <a:chExt cx="0" cy="0"/>
        </a:xfrm>
      </p:grpSpPr>
      <p:sp>
        <p:nvSpPr>
          <p:cNvPr id="4" name="Footer Placeholder 6">
            <a:extLst>
              <a:ext uri="{FF2B5EF4-FFF2-40B4-BE49-F238E27FC236}">
                <a16:creationId xmlns:a16="http://schemas.microsoft.com/office/drawing/2014/main" id="{0404CCCA-4129-4663-91C0-1D86079B0986}"/>
              </a:ext>
            </a:extLst>
          </p:cNvPr>
          <p:cNvSpPr>
            <a:spLocks noGrp="1"/>
          </p:cNvSpPr>
          <p:nvPr>
            <p:ph type="ftr" sz="quarter" idx="16"/>
          </p:nvPr>
        </p:nvSpPr>
        <p:spPr>
          <a:xfrm>
            <a:off x="381002" y="6519009"/>
            <a:ext cx="5714999" cy="206375"/>
          </a:xfrm>
          <a:prstGeom prst="rect">
            <a:avLst/>
          </a:prstGeom>
        </p:spPr>
        <p:txBody>
          <a:bodyPr lIns="0"/>
          <a:lstStyle>
            <a:lvl1pPr>
              <a:defRPr sz="800">
                <a:solidFill>
                  <a:schemeClr val="tx1">
                    <a:alpha val="40000"/>
                  </a:schemeClr>
                </a:solidFill>
              </a:defRPr>
            </a:lvl1pPr>
          </a:lstStyle>
          <a:p>
            <a:r>
              <a:rPr lang="en-US" dirty="0"/>
              <a:t>Copyright © 2020 Accenture. All rights reserved.</a:t>
            </a:r>
          </a:p>
        </p:txBody>
      </p:sp>
      <p:sp>
        <p:nvSpPr>
          <p:cNvPr id="5" name="Slide Number Placeholder 9">
            <a:extLst>
              <a:ext uri="{FF2B5EF4-FFF2-40B4-BE49-F238E27FC236}">
                <a16:creationId xmlns:a16="http://schemas.microsoft.com/office/drawing/2014/main" id="{F848CCB8-4740-4B43-BCEF-5A546C119520}"/>
              </a:ext>
            </a:extLst>
          </p:cNvPr>
          <p:cNvSpPr>
            <a:spLocks noGrp="1"/>
          </p:cNvSpPr>
          <p:nvPr>
            <p:ph type="sldNum" sz="quarter" idx="17"/>
          </p:nvPr>
        </p:nvSpPr>
        <p:spPr>
          <a:xfrm>
            <a:off x="11506202" y="6519009"/>
            <a:ext cx="385711" cy="206375"/>
          </a:xfrm>
          <a:prstGeom prst="rect">
            <a:avLst/>
          </a:prstGeom>
        </p:spPr>
        <p:txBody>
          <a:bodyPr/>
          <a:lstStyle>
            <a:lvl1pPr>
              <a:defRPr sz="800">
                <a:solidFill>
                  <a:schemeClr val="tx1">
                    <a:alpha val="40000"/>
                  </a:schemeClr>
                </a:solidFill>
              </a:defRPr>
            </a:lvl1pPr>
          </a:lstStyle>
          <a:p>
            <a:fld id="{4F9AC08D-23A9-440E-BCB9-AA1E9877CC38}" type="slidenum">
              <a:rPr lang="en-US" smtClean="0"/>
              <a:pPr/>
              <a:t>‹#›</a:t>
            </a:fld>
            <a:endParaRPr lang="en-US" dirty="0"/>
          </a:p>
        </p:txBody>
      </p:sp>
    </p:spTree>
    <p:extLst>
      <p:ext uri="{BB962C8B-B14F-4D97-AF65-F5344CB8AC3E}">
        <p14:creationId xmlns:p14="http://schemas.microsoft.com/office/powerpoint/2010/main" val="848281575"/>
      </p:ext>
    </p:extLst>
  </p:cSld>
  <p:clrMapOvr>
    <a:masterClrMapping/>
  </p:clrMapOvr>
  <p:hf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p:cSld name="Purple blank">
    <p:bg>
      <p:bgPr>
        <a:solidFill>
          <a:schemeClr val="accent2"/>
        </a:solidFill>
        <a:effectLst/>
      </p:bgPr>
    </p:bg>
    <p:spTree>
      <p:nvGrpSpPr>
        <p:cNvPr id="1" name=""/>
        <p:cNvGrpSpPr/>
        <p:nvPr/>
      </p:nvGrpSpPr>
      <p:grpSpPr>
        <a:xfrm>
          <a:off x="0" y="0"/>
          <a:ext cx="0" cy="0"/>
          <a:chOff x="0" y="0"/>
          <a:chExt cx="0" cy="0"/>
        </a:xfrm>
      </p:grpSpPr>
      <p:pic>
        <p:nvPicPr>
          <p:cNvPr id="12" name="Acc_MobilityBLACK" hidden="1"/>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8194827" y="541385"/>
            <a:ext cx="3430214" cy="527557"/>
          </a:xfrm>
          <a:prstGeom prst="rect">
            <a:avLst/>
          </a:prstGeom>
        </p:spPr>
      </p:pic>
      <p:pic>
        <p:nvPicPr>
          <p:cNvPr id="13" name="Acc_InteractiveBLACK" hidden="1"/>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8194486" y="551413"/>
            <a:ext cx="3443260" cy="518866"/>
          </a:xfrm>
          <a:prstGeom prst="rect">
            <a:avLst/>
          </a:prstGeom>
        </p:spPr>
      </p:pic>
      <p:pic>
        <p:nvPicPr>
          <p:cNvPr id="14" name="Acc_AnalyticsBLACK" hidden="1"/>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8196099" y="541708"/>
            <a:ext cx="3428941" cy="528482"/>
          </a:xfrm>
          <a:prstGeom prst="rect">
            <a:avLst/>
          </a:prstGeom>
        </p:spPr>
      </p:pic>
      <p:sp>
        <p:nvSpPr>
          <p:cNvPr id="20" name="Slide Number Placeholder 2">
            <a:extLst>
              <a:ext uri="{FF2B5EF4-FFF2-40B4-BE49-F238E27FC236}">
                <a16:creationId xmlns:a16="http://schemas.microsoft.com/office/drawing/2014/main" id="{167B18B3-4437-9A40-B389-7901B78FAAA7}"/>
              </a:ext>
            </a:extLst>
          </p:cNvPr>
          <p:cNvSpPr>
            <a:spLocks noGrp="1"/>
          </p:cNvSpPr>
          <p:nvPr>
            <p:ph type="sldNum" sz="quarter" idx="32"/>
          </p:nvPr>
        </p:nvSpPr>
        <p:spPr>
          <a:xfrm flipH="1">
            <a:off x="11617001" y="6537474"/>
            <a:ext cx="216084" cy="161888"/>
          </a:xfrm>
        </p:spPr>
        <p:txBody>
          <a:bodyPr/>
          <a:lstStyle>
            <a:lvl1pPr>
              <a:defRPr>
                <a:solidFill>
                  <a:schemeClr val="bg1">
                    <a:alpha val="50000"/>
                  </a:schemeClr>
                </a:solidFill>
              </a:defRPr>
            </a:lvl1pPr>
          </a:lstStyle>
          <a:p>
            <a:pPr>
              <a:defRPr/>
            </a:pPr>
            <a:fld id="{90CBDC3A-D49F-4631-A8C7-55D59B33E5FA}" type="slidenum">
              <a:rPr lang="en-US" smtClean="0"/>
              <a:pPr>
                <a:defRPr/>
              </a:pPr>
              <a:t>‹#›</a:t>
            </a:fld>
            <a:endParaRPr lang="en-US" dirty="0"/>
          </a:p>
        </p:txBody>
      </p:sp>
      <p:sp>
        <p:nvSpPr>
          <p:cNvPr id="17" name="Footer Placeholder 1">
            <a:extLst>
              <a:ext uri="{FF2B5EF4-FFF2-40B4-BE49-F238E27FC236}">
                <a16:creationId xmlns:a16="http://schemas.microsoft.com/office/drawing/2014/main" id="{77305F73-3F10-4781-AEC1-D21924227102}"/>
              </a:ext>
            </a:extLst>
          </p:cNvPr>
          <p:cNvSpPr txBox="1">
            <a:spLocks/>
          </p:cNvSpPr>
          <p:nvPr/>
        </p:nvSpPr>
        <p:spPr>
          <a:xfrm>
            <a:off x="355739" y="6537399"/>
            <a:ext cx="4141956" cy="161962"/>
          </a:xfrm>
          <a:prstGeom prst="rect">
            <a:avLst/>
          </a:prstGeom>
        </p:spPr>
        <p:txBody>
          <a:bodyPr vert="horz" wrap="square" lIns="0" tIns="60930" rIns="0" bIns="60930" numCol="1" anchor="ctr" anchorCtr="0" compatLnSpc="1">
            <a:prstTxWarp prst="textNoShape">
              <a:avLst/>
            </a:prstTxWarp>
            <a:noAutofit/>
          </a:bodyPr>
          <a:lstStyle>
            <a:defPPr>
              <a:defRPr lang="en-US"/>
            </a:defPPr>
            <a:lvl1pPr algn="l" rtl="0" fontAlgn="base">
              <a:spcBef>
                <a:spcPct val="0"/>
              </a:spcBef>
              <a:spcAft>
                <a:spcPct val="0"/>
              </a:spcAft>
              <a:defRPr lang="en-US" sz="800" b="0" i="0" kern="1200">
                <a:solidFill>
                  <a:schemeClr val="tx1">
                    <a:alpha val="50000"/>
                  </a:schemeClr>
                </a:solidFill>
                <a:latin typeface="Graphik Regular" panose="020B0503030202060203" pitchFamily="34" charset="77"/>
                <a:ea typeface="Roboto Light" panose="02000000000000000000" pitchFamily="2" charset="0"/>
                <a:cs typeface="Gotham Medium" pitchFamily="2" charset="0"/>
              </a:defRPr>
            </a:lvl1pPr>
            <a:lvl2pPr marL="609443" algn="l" rtl="0" fontAlgn="base">
              <a:spcBef>
                <a:spcPct val="0"/>
              </a:spcBef>
              <a:spcAft>
                <a:spcPct val="0"/>
              </a:spcAft>
              <a:defRPr kern="1200">
                <a:solidFill>
                  <a:schemeClr val="tx1"/>
                </a:solidFill>
                <a:latin typeface="Arial" charset="0"/>
                <a:ea typeface="+mn-ea"/>
                <a:cs typeface="Arial" charset="0"/>
              </a:defRPr>
            </a:lvl2pPr>
            <a:lvl3pPr marL="1218885" algn="l" rtl="0" fontAlgn="base">
              <a:spcBef>
                <a:spcPct val="0"/>
              </a:spcBef>
              <a:spcAft>
                <a:spcPct val="0"/>
              </a:spcAft>
              <a:defRPr kern="1200">
                <a:solidFill>
                  <a:schemeClr val="tx1"/>
                </a:solidFill>
                <a:latin typeface="Arial" charset="0"/>
                <a:ea typeface="+mn-ea"/>
                <a:cs typeface="Arial" charset="0"/>
              </a:defRPr>
            </a:lvl3pPr>
            <a:lvl4pPr marL="1828328" algn="l" rtl="0" fontAlgn="base">
              <a:spcBef>
                <a:spcPct val="0"/>
              </a:spcBef>
              <a:spcAft>
                <a:spcPct val="0"/>
              </a:spcAft>
              <a:defRPr kern="1200">
                <a:solidFill>
                  <a:schemeClr val="tx1"/>
                </a:solidFill>
                <a:latin typeface="Arial" charset="0"/>
                <a:ea typeface="+mn-ea"/>
                <a:cs typeface="Arial" charset="0"/>
              </a:defRPr>
            </a:lvl4pPr>
            <a:lvl5pPr marL="2437771" algn="l" rtl="0" fontAlgn="base">
              <a:spcBef>
                <a:spcPct val="0"/>
              </a:spcBef>
              <a:spcAft>
                <a:spcPct val="0"/>
              </a:spcAft>
              <a:defRPr kern="1200">
                <a:solidFill>
                  <a:schemeClr val="tx1"/>
                </a:solidFill>
                <a:latin typeface="Arial" charset="0"/>
                <a:ea typeface="+mn-ea"/>
                <a:cs typeface="Arial" charset="0"/>
              </a:defRPr>
            </a:lvl5pPr>
            <a:lvl6pPr marL="3047213" algn="l" defTabSz="1218885" rtl="0" eaLnBrk="1" latinLnBrk="0" hangingPunct="1">
              <a:defRPr kern="1200">
                <a:solidFill>
                  <a:schemeClr val="tx1"/>
                </a:solidFill>
                <a:latin typeface="Arial" charset="0"/>
                <a:ea typeface="+mn-ea"/>
                <a:cs typeface="Arial" charset="0"/>
              </a:defRPr>
            </a:lvl6pPr>
            <a:lvl7pPr marL="3656656" algn="l" defTabSz="1218885" rtl="0" eaLnBrk="1" latinLnBrk="0" hangingPunct="1">
              <a:defRPr kern="1200">
                <a:solidFill>
                  <a:schemeClr val="tx1"/>
                </a:solidFill>
                <a:latin typeface="Arial" charset="0"/>
                <a:ea typeface="+mn-ea"/>
                <a:cs typeface="Arial" charset="0"/>
              </a:defRPr>
            </a:lvl7pPr>
            <a:lvl8pPr marL="4266097" algn="l" defTabSz="1218885" rtl="0" eaLnBrk="1" latinLnBrk="0" hangingPunct="1">
              <a:defRPr kern="1200">
                <a:solidFill>
                  <a:schemeClr val="tx1"/>
                </a:solidFill>
                <a:latin typeface="Arial" charset="0"/>
                <a:ea typeface="+mn-ea"/>
                <a:cs typeface="Arial" charset="0"/>
              </a:defRPr>
            </a:lvl8pPr>
            <a:lvl9pPr marL="4875541" algn="l" defTabSz="1218885" rtl="0" eaLnBrk="1" latinLnBrk="0" hangingPunct="1">
              <a:defRPr kern="1200">
                <a:solidFill>
                  <a:schemeClr val="tx1"/>
                </a:solidFill>
                <a:latin typeface="Arial" charset="0"/>
                <a:ea typeface="+mn-ea"/>
                <a:cs typeface="Arial" charset="0"/>
              </a:defRPr>
            </a:lvl9pPr>
          </a:lstStyle>
          <a:p>
            <a:r>
              <a:rPr lang="en-GB" sz="800" dirty="0">
                <a:solidFill>
                  <a:schemeClr val="bg1">
                    <a:alpha val="50000"/>
                  </a:schemeClr>
                </a:solidFill>
              </a:rPr>
              <a:t>Copyright © 2020 Accenture. All rights reserved.</a:t>
            </a:r>
            <a:endParaRPr lang="en-AU" sz="800" dirty="0">
              <a:solidFill>
                <a:schemeClr val="bg1">
                  <a:alpha val="50000"/>
                </a:schemeClr>
              </a:solidFill>
            </a:endParaRPr>
          </a:p>
        </p:txBody>
      </p:sp>
    </p:spTree>
    <p:extLst>
      <p:ext uri="{BB962C8B-B14F-4D97-AF65-F5344CB8AC3E}">
        <p14:creationId xmlns:p14="http://schemas.microsoft.com/office/powerpoint/2010/main" val="3195989512"/>
      </p:ext>
    </p:extLst>
  </p:cSld>
  <p:clrMapOvr>
    <a:masterClrMapping/>
  </p:clrMapOvr>
  <p:hf hdr="0" ftr="0" dt="0"/>
  <p:extLst>
    <p:ext uri="{DCECCB84-F9BA-43D5-87BE-67443E8EF086}">
      <p15:sldGuideLst xmlns:p15="http://schemas.microsoft.com/office/powerpoint/2012/main">
        <p15:guide id="1" pos="6968">
          <p15:clr>
            <a:srgbClr val="5ACBF0"/>
          </p15:clr>
        </p15:guide>
        <p15:guide id="2" pos="709">
          <p15:clr>
            <a:srgbClr val="5ACBF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cSld name="Best Master Text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19F3EA-AEAF-C548-BD0C-AD254597237F}"/>
              </a:ext>
            </a:extLst>
          </p:cNvPr>
          <p:cNvSpPr>
            <a:spLocks noGrp="1"/>
          </p:cNvSpPr>
          <p:nvPr>
            <p:ph type="title"/>
          </p:nvPr>
        </p:nvSpPr>
        <p:spPr/>
        <p:txBody>
          <a:bodyPr/>
          <a:lstStyle/>
          <a:p>
            <a:r>
              <a:rPr lang="en-US"/>
              <a:t>Click to edit Master title style</a:t>
            </a:r>
          </a:p>
        </p:txBody>
      </p:sp>
      <p:sp>
        <p:nvSpPr>
          <p:cNvPr id="4" name="Content Placeholder 3">
            <a:extLst>
              <a:ext uri="{FF2B5EF4-FFF2-40B4-BE49-F238E27FC236}">
                <a16:creationId xmlns:a16="http://schemas.microsoft.com/office/drawing/2014/main" id="{2DD816B7-92BE-DC41-81A1-B94823C5B247}"/>
              </a:ext>
            </a:extLst>
          </p:cNvPr>
          <p:cNvSpPr>
            <a:spLocks noGrp="1"/>
          </p:cNvSpPr>
          <p:nvPr>
            <p:ph sz="quarter" idx="10"/>
          </p:nvPr>
        </p:nvSpPr>
        <p:spPr>
          <a:xfrm>
            <a:off x="344488" y="1219200"/>
            <a:ext cx="11510962" cy="48387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CDC4E4E6-DE9C-9B41-A230-03A839F777D8}"/>
              </a:ext>
            </a:extLst>
          </p:cNvPr>
          <p:cNvSpPr txBox="1">
            <a:spLocks/>
          </p:cNvSpPr>
          <p:nvPr/>
        </p:nvSpPr>
        <p:spPr>
          <a:xfrm>
            <a:off x="381002" y="6519009"/>
            <a:ext cx="5714999" cy="206375"/>
          </a:xfrm>
          <a:prstGeom prst="rect">
            <a:avLst/>
          </a:prstGeom>
        </p:spPr>
        <p:txBody>
          <a:bodyPr vert="horz" lIns="0" tIns="0" rIns="0" bIns="0" rtlCol="0" anchor="b" anchorCtr="0"/>
          <a:lstStyle>
            <a:defPPr>
              <a:defRPr lang="en-US"/>
            </a:defPPr>
            <a:lvl1pPr marL="0" algn="l" defTabSz="914400" rtl="0" eaLnBrk="1" latinLnBrk="0" hangingPunct="1">
              <a:defRPr sz="1000" kern="1200">
                <a:solidFill>
                  <a:schemeClr val="bg1">
                    <a:lumMod val="6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Copyright © 2019 Accenture. All rights reserved.</a:t>
            </a:r>
          </a:p>
        </p:txBody>
      </p:sp>
    </p:spTree>
    <p:extLst>
      <p:ext uri="{BB962C8B-B14F-4D97-AF65-F5344CB8AC3E}">
        <p14:creationId xmlns:p14="http://schemas.microsoft.com/office/powerpoint/2010/main" val="3420631652"/>
      </p:ext>
    </p:extLst>
  </p:cSld>
  <p:clrMapOvr>
    <a:masterClrMapping/>
  </p:clrMapOvr>
  <p:hf hdr="0" ftr="0" dt="0"/>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Bullets Opt 1">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1104290A-1E04-4AF8-82EA-4BADC574788C}"/>
              </a:ext>
            </a:extLst>
          </p:cNvPr>
          <p:cNvSpPr>
            <a:spLocks noGrp="1"/>
          </p:cNvSpPr>
          <p:nvPr>
            <p:ph type="title" hasCustomPrompt="1"/>
          </p:nvPr>
        </p:nvSpPr>
        <p:spPr>
          <a:xfrm>
            <a:off x="381000" y="381001"/>
            <a:ext cx="11430000" cy="726439"/>
          </a:xfrm>
          <a:prstGeom prst="rect">
            <a:avLst/>
          </a:prstGeom>
        </p:spPr>
        <p:txBody>
          <a:bodyPr>
            <a:normAutofit/>
          </a:bodyPr>
          <a:lstStyle>
            <a:lvl1pPr>
              <a:lnSpc>
                <a:spcPct val="80000"/>
              </a:lnSpc>
              <a:defRPr/>
            </a:lvl1pPr>
          </a:lstStyle>
          <a:p>
            <a:r>
              <a:rPr lang="en-US"/>
              <a:t>Insert Main Title at 36pt min 30pt</a:t>
            </a:r>
          </a:p>
        </p:txBody>
      </p:sp>
      <p:sp>
        <p:nvSpPr>
          <p:cNvPr id="11" name="Footer Placeholder 6">
            <a:extLst>
              <a:ext uri="{FF2B5EF4-FFF2-40B4-BE49-F238E27FC236}">
                <a16:creationId xmlns:a16="http://schemas.microsoft.com/office/drawing/2014/main" id="{91C0017E-4521-4295-9033-A405A2FA81F4}"/>
              </a:ext>
            </a:extLst>
          </p:cNvPr>
          <p:cNvSpPr>
            <a:spLocks noGrp="1"/>
          </p:cNvSpPr>
          <p:nvPr>
            <p:ph type="ftr" sz="quarter" idx="17"/>
          </p:nvPr>
        </p:nvSpPr>
        <p:spPr>
          <a:xfrm>
            <a:off x="754226" y="6494041"/>
            <a:ext cx="5714999" cy="206375"/>
          </a:xfrm>
          <a:prstGeom prst="rect">
            <a:avLst/>
          </a:prstGeom>
        </p:spPr>
        <p:txBody>
          <a:bodyPr lIns="0"/>
          <a:lstStyle>
            <a:lvl1pPr>
              <a:defRPr sz="800">
                <a:solidFill>
                  <a:schemeClr val="tx1">
                    <a:alpha val="40000"/>
                  </a:schemeClr>
                </a:solidFill>
              </a:defRPr>
            </a:lvl1pPr>
          </a:lstStyle>
          <a:p>
            <a:r>
              <a:rPr lang="en-US" dirty="0"/>
              <a:t>Copyright © 2020 Accenture. All rights reserved.</a:t>
            </a:r>
          </a:p>
        </p:txBody>
      </p:sp>
      <p:sp>
        <p:nvSpPr>
          <p:cNvPr id="12" name="Slide Number Placeholder 9">
            <a:extLst>
              <a:ext uri="{FF2B5EF4-FFF2-40B4-BE49-F238E27FC236}">
                <a16:creationId xmlns:a16="http://schemas.microsoft.com/office/drawing/2014/main" id="{43EE0978-DC3A-4D86-83BC-C2F42549CA64}"/>
              </a:ext>
            </a:extLst>
          </p:cNvPr>
          <p:cNvSpPr>
            <a:spLocks noGrp="1"/>
          </p:cNvSpPr>
          <p:nvPr>
            <p:ph type="sldNum" sz="quarter" idx="18"/>
          </p:nvPr>
        </p:nvSpPr>
        <p:spPr>
          <a:xfrm>
            <a:off x="11506202" y="6519009"/>
            <a:ext cx="385711" cy="206375"/>
          </a:xfrm>
          <a:prstGeom prst="rect">
            <a:avLst/>
          </a:prstGeom>
        </p:spPr>
        <p:txBody>
          <a:bodyPr/>
          <a:lstStyle>
            <a:lvl1pPr>
              <a:defRPr sz="800">
                <a:solidFill>
                  <a:schemeClr val="tx1">
                    <a:alpha val="40000"/>
                  </a:schemeClr>
                </a:solidFill>
              </a:defRPr>
            </a:lvl1pPr>
          </a:lstStyle>
          <a:p>
            <a:fld id="{4F9AC08D-23A9-440E-BCB9-AA1E9877CC38}" type="slidenum">
              <a:rPr lang="en-US" smtClean="0"/>
              <a:pPr/>
              <a:t>‹#›</a:t>
            </a:fld>
            <a:endParaRPr lang="en-US" dirty="0"/>
          </a:p>
        </p:txBody>
      </p:sp>
      <p:pic>
        <p:nvPicPr>
          <p:cNvPr id="5" name="Picture 4" descr="A picture containing drawing, clock&#10;&#10;Description automatically generated">
            <a:extLst>
              <a:ext uri="{FF2B5EF4-FFF2-40B4-BE49-F238E27FC236}">
                <a16:creationId xmlns:a16="http://schemas.microsoft.com/office/drawing/2014/main" id="{74B3D656-7B78-4FFC-881D-DD01CAC5AD72}"/>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381000" y="6482516"/>
            <a:ext cx="192024" cy="202328"/>
          </a:xfrm>
          <a:prstGeom prst="rect">
            <a:avLst/>
          </a:prstGeom>
        </p:spPr>
      </p:pic>
    </p:spTree>
    <p:extLst>
      <p:ext uri="{BB962C8B-B14F-4D97-AF65-F5344CB8AC3E}">
        <p14:creationId xmlns:p14="http://schemas.microsoft.com/office/powerpoint/2010/main" val="114619524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userDrawn="1">
  <p:cSld name="Divider 1">
    <p:bg>
      <p:bgPr>
        <a:solidFill>
          <a:schemeClr val="accent2"/>
        </a:solidFill>
        <a:effectLst/>
      </p:bgPr>
    </p:bg>
    <p:spTree>
      <p:nvGrpSpPr>
        <p:cNvPr id="1" name=""/>
        <p:cNvGrpSpPr/>
        <p:nvPr/>
      </p:nvGrpSpPr>
      <p:grpSpPr>
        <a:xfrm>
          <a:off x="0" y="0"/>
          <a:ext cx="0" cy="0"/>
          <a:chOff x="0" y="0"/>
          <a:chExt cx="0" cy="0"/>
        </a:xfrm>
      </p:grpSpPr>
      <p:pic>
        <p:nvPicPr>
          <p:cNvPr id="12" name="Acc_MobilityBLACK" hidden="1"/>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8194827" y="541385"/>
            <a:ext cx="3430214" cy="527557"/>
          </a:xfrm>
          <a:prstGeom prst="rect">
            <a:avLst/>
          </a:prstGeom>
        </p:spPr>
      </p:pic>
      <p:pic>
        <p:nvPicPr>
          <p:cNvPr id="13" name="Acc_InteractiveBLACK" hidden="1"/>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8194486" y="551413"/>
            <a:ext cx="3443260" cy="518866"/>
          </a:xfrm>
          <a:prstGeom prst="rect">
            <a:avLst/>
          </a:prstGeom>
        </p:spPr>
      </p:pic>
      <p:pic>
        <p:nvPicPr>
          <p:cNvPr id="14" name="Acc_AnalyticsBLACK" hidden="1"/>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8196099" y="541708"/>
            <a:ext cx="3428941" cy="528482"/>
          </a:xfrm>
          <a:prstGeom prst="rect">
            <a:avLst/>
          </a:prstGeom>
        </p:spPr>
      </p:pic>
      <p:sp>
        <p:nvSpPr>
          <p:cNvPr id="20" name="Slide Number Placeholder 2">
            <a:extLst>
              <a:ext uri="{FF2B5EF4-FFF2-40B4-BE49-F238E27FC236}">
                <a16:creationId xmlns:a16="http://schemas.microsoft.com/office/drawing/2014/main" id="{167B18B3-4437-9A40-B389-7901B78FAAA7}"/>
              </a:ext>
            </a:extLst>
          </p:cNvPr>
          <p:cNvSpPr>
            <a:spLocks noGrp="1"/>
          </p:cNvSpPr>
          <p:nvPr>
            <p:ph type="sldNum" sz="quarter" idx="32"/>
          </p:nvPr>
        </p:nvSpPr>
        <p:spPr>
          <a:xfrm flipH="1">
            <a:off x="11617001" y="6537474"/>
            <a:ext cx="216084" cy="161888"/>
          </a:xfrm>
        </p:spPr>
        <p:txBody>
          <a:bodyPr/>
          <a:lstStyle>
            <a:lvl1pPr>
              <a:defRPr>
                <a:solidFill>
                  <a:schemeClr val="bg1">
                    <a:alpha val="50000"/>
                  </a:schemeClr>
                </a:solidFill>
              </a:defRPr>
            </a:lvl1pPr>
          </a:lstStyle>
          <a:p>
            <a:pPr>
              <a:defRPr/>
            </a:pPr>
            <a:fld id="{90CBDC3A-D49F-4631-A8C7-55D59B33E5FA}" type="slidenum">
              <a:rPr lang="en-US" smtClean="0"/>
              <a:pPr>
                <a:defRPr/>
              </a:pPr>
              <a:t>‹#›</a:t>
            </a:fld>
            <a:endParaRPr lang="en-US" dirty="0"/>
          </a:p>
        </p:txBody>
      </p:sp>
      <p:sp>
        <p:nvSpPr>
          <p:cNvPr id="7" name="Footer Placeholder 6">
            <a:extLst>
              <a:ext uri="{FF2B5EF4-FFF2-40B4-BE49-F238E27FC236}">
                <a16:creationId xmlns:a16="http://schemas.microsoft.com/office/drawing/2014/main" id="{89318202-F5EF-4F94-A2FB-2820022F3F3D}"/>
              </a:ext>
            </a:extLst>
          </p:cNvPr>
          <p:cNvSpPr>
            <a:spLocks noGrp="1"/>
          </p:cNvSpPr>
          <p:nvPr>
            <p:ph type="ftr" sz="quarter" idx="17"/>
          </p:nvPr>
        </p:nvSpPr>
        <p:spPr>
          <a:xfrm>
            <a:off x="754226" y="6494041"/>
            <a:ext cx="5714999" cy="206375"/>
          </a:xfrm>
          <a:prstGeom prst="rect">
            <a:avLst/>
          </a:prstGeom>
        </p:spPr>
        <p:txBody>
          <a:bodyPr lIns="0"/>
          <a:lstStyle>
            <a:lvl1pPr>
              <a:defRPr sz="800">
                <a:solidFill>
                  <a:schemeClr val="bg1">
                    <a:alpha val="40000"/>
                  </a:schemeClr>
                </a:solidFill>
              </a:defRPr>
            </a:lvl1pPr>
          </a:lstStyle>
          <a:p>
            <a:r>
              <a:rPr lang="en-US" dirty="0"/>
              <a:t>Copyright © 2020 Accenture. All rights reserved.</a:t>
            </a:r>
          </a:p>
        </p:txBody>
      </p:sp>
      <p:pic>
        <p:nvPicPr>
          <p:cNvPr id="8" name="Picture 7" descr="A picture containing drawing, clock&#10;&#10;Description automatically generated">
            <a:extLst>
              <a:ext uri="{FF2B5EF4-FFF2-40B4-BE49-F238E27FC236}">
                <a16:creationId xmlns:a16="http://schemas.microsoft.com/office/drawing/2014/main" id="{3337CFDD-6A45-4B8B-A44A-81963DA234F6}"/>
              </a:ext>
            </a:extLst>
          </p:cNvPr>
          <p:cNvPicPr>
            <a:picLocks noChangeAspect="1"/>
          </p:cNvPicPr>
          <p:nvPr userDrawn="1"/>
        </p:nvPicPr>
        <p:blipFill>
          <a:blip r:embed="rId5" cstate="email">
            <a:extLst>
              <a:ext uri="{28A0092B-C50C-407E-A947-70E740481C1C}">
                <a14:useLocalDpi xmlns:a14="http://schemas.microsoft.com/office/drawing/2010/main"/>
              </a:ext>
            </a:extLst>
          </a:blip>
          <a:stretch>
            <a:fillRect/>
          </a:stretch>
        </p:blipFill>
        <p:spPr>
          <a:xfrm>
            <a:off x="381000" y="6482516"/>
            <a:ext cx="192024" cy="202328"/>
          </a:xfrm>
          <a:prstGeom prst="rect">
            <a:avLst/>
          </a:prstGeom>
        </p:spPr>
      </p:pic>
    </p:spTree>
    <p:extLst>
      <p:ext uri="{BB962C8B-B14F-4D97-AF65-F5344CB8AC3E}">
        <p14:creationId xmlns:p14="http://schemas.microsoft.com/office/powerpoint/2010/main" val="1668701291"/>
      </p:ext>
    </p:extLst>
  </p:cSld>
  <p:clrMapOvr>
    <a:masterClrMapping/>
  </p:clrMapOvr>
  <p:extLst>
    <p:ext uri="{DCECCB84-F9BA-43D5-87BE-67443E8EF086}">
      <p15:sldGuideLst xmlns:p15="http://schemas.microsoft.com/office/powerpoint/2012/main">
        <p15:guide id="1" pos="6968">
          <p15:clr>
            <a:srgbClr val="5ACBF0"/>
          </p15:clr>
        </p15:guide>
        <p15:guide id="2" pos="709">
          <p15:clr>
            <a:srgbClr val="5ACBF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2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056F1F-FA65-4EEB-BDF1-3ABAA12E286A}"/>
              </a:ext>
            </a:extLst>
          </p:cNvPr>
          <p:cNvSpPr>
            <a:spLocks noGrp="1"/>
          </p:cNvSpPr>
          <p:nvPr>
            <p:ph type="title" hasCustomPrompt="1"/>
          </p:nvPr>
        </p:nvSpPr>
        <p:spPr>
          <a:xfrm>
            <a:off x="219222" y="240215"/>
            <a:ext cx="10515600" cy="306635"/>
          </a:xfrm>
        </p:spPr>
        <p:txBody>
          <a:bodyPr lIns="0" tIns="0" rIns="0" bIns="0" anchor="t">
            <a:normAutofit/>
          </a:bodyPr>
          <a:lstStyle>
            <a:lvl1pPr>
              <a:defRPr sz="2400">
                <a:solidFill>
                  <a:srgbClr val="33CC33"/>
                </a:solidFill>
                <a:latin typeface="Graphik Black" panose="020B0A03030202060203" pitchFamily="34" charset="0"/>
              </a:defRPr>
            </a:lvl1pPr>
          </a:lstStyle>
          <a:p>
            <a:r>
              <a:rPr lang="en-US" dirty="0"/>
              <a:t>CLICK TO EDIT MASTER TITLE STYLE</a:t>
            </a:r>
          </a:p>
        </p:txBody>
      </p:sp>
      <p:sp>
        <p:nvSpPr>
          <p:cNvPr id="5" name="Slide Number Placeholder 4">
            <a:extLst>
              <a:ext uri="{FF2B5EF4-FFF2-40B4-BE49-F238E27FC236}">
                <a16:creationId xmlns:a16="http://schemas.microsoft.com/office/drawing/2014/main" id="{25318A67-9B80-412E-9A41-C4F91B5470E8}"/>
              </a:ext>
            </a:extLst>
          </p:cNvPr>
          <p:cNvSpPr>
            <a:spLocks noGrp="1"/>
          </p:cNvSpPr>
          <p:nvPr>
            <p:ph type="sldNum" sz="quarter" idx="12"/>
          </p:nvPr>
        </p:nvSpPr>
        <p:spPr>
          <a:xfrm>
            <a:off x="9243647" y="6356350"/>
            <a:ext cx="2743200" cy="365125"/>
          </a:xfrm>
        </p:spPr>
        <p:txBody>
          <a:bodyPr/>
          <a:lstStyle/>
          <a:p>
            <a:fld id="{63FC6494-8DB7-494F-83AE-7187FC8A4273}" type="slidenum">
              <a:rPr lang="en-US" smtClean="0"/>
              <a:t>‹#›</a:t>
            </a:fld>
            <a:endParaRPr lang="en-US" dirty="0"/>
          </a:p>
        </p:txBody>
      </p:sp>
      <p:sp>
        <p:nvSpPr>
          <p:cNvPr id="15" name="TextBox 14">
            <a:extLst>
              <a:ext uri="{FF2B5EF4-FFF2-40B4-BE49-F238E27FC236}">
                <a16:creationId xmlns:a16="http://schemas.microsoft.com/office/drawing/2014/main" id="{495E9138-10C8-4D5C-96AF-BA283019769A}"/>
              </a:ext>
            </a:extLst>
          </p:cNvPr>
          <p:cNvSpPr txBox="1"/>
          <p:nvPr userDrawn="1"/>
        </p:nvSpPr>
        <p:spPr>
          <a:xfrm>
            <a:off x="3470816" y="6629400"/>
            <a:ext cx="5250368" cy="228599"/>
          </a:xfrm>
          <a:prstGeom prst="rect">
            <a:avLst/>
          </a:prstGeom>
        </p:spPr>
        <p:txBody>
          <a:bodyPr vert="horz" wrap="square" lIns="0" tIns="0" rIns="0" bIns="0" rtlCol="0" anchor="ctr">
            <a:noAutofit/>
          </a:bodyPr>
          <a:lstStyle/>
          <a:p>
            <a:pPr lvl="0" algn="ctr">
              <a:defRPr/>
            </a:pPr>
            <a:r>
              <a:rPr lang="en-US" sz="800" kern="0" dirty="0">
                <a:solidFill>
                  <a:srgbClr val="000000">
                    <a:lumMod val="65000"/>
                    <a:lumOff val="35000"/>
                  </a:srgbClr>
                </a:solidFill>
                <a:latin typeface="Graphik" panose="020B0503030202060203" pitchFamily="34" charset="0"/>
                <a:cs typeface="Arial" panose="020B0604020202020204" pitchFamily="34" charset="0"/>
              </a:rPr>
              <a:t>Copyright 2022 Accenture. All rights reserved. Accenture Confidential Information. Internal Use Only</a:t>
            </a:r>
            <a:endParaRPr kumimoji="0" lang="en-US" sz="800" i="0" u="none" strike="noStrike" kern="1200" cap="none" spc="0" normalizeH="0" baseline="0" noProof="0" dirty="0">
              <a:ln>
                <a:noFill/>
              </a:ln>
              <a:solidFill>
                <a:srgbClr val="000000"/>
              </a:solidFill>
              <a:effectLst/>
              <a:uLnTx/>
              <a:uFillTx/>
              <a:latin typeface="Graphik" panose="020B0503030202060203" pitchFamily="34" charset="0"/>
              <a:cs typeface="Arial" panose="020B0604020202020204" pitchFamily="34" charset="0"/>
            </a:endParaRPr>
          </a:p>
        </p:txBody>
      </p:sp>
      <p:sp>
        <p:nvSpPr>
          <p:cNvPr id="4" name="Text Placeholder 3">
            <a:extLst>
              <a:ext uri="{FF2B5EF4-FFF2-40B4-BE49-F238E27FC236}">
                <a16:creationId xmlns:a16="http://schemas.microsoft.com/office/drawing/2014/main" id="{804CDE97-5B21-4B58-93AF-0B6CCB281B91}"/>
              </a:ext>
            </a:extLst>
          </p:cNvPr>
          <p:cNvSpPr>
            <a:spLocks noGrp="1"/>
          </p:cNvSpPr>
          <p:nvPr>
            <p:ph type="body" sz="quarter" idx="13" hasCustomPrompt="1"/>
          </p:nvPr>
        </p:nvSpPr>
        <p:spPr>
          <a:xfrm>
            <a:off x="219075" y="600260"/>
            <a:ext cx="10515600" cy="422275"/>
          </a:xfrm>
        </p:spPr>
        <p:txBody>
          <a:bodyPr vert="horz" lIns="0" tIns="0" rIns="0" bIns="0" rtlCol="0" anchor="t">
            <a:normAutofit/>
          </a:bodyPr>
          <a:lstStyle>
            <a:lvl1pPr>
              <a:defRPr lang="en-US" sz="1600" dirty="0" smtClean="0">
                <a:solidFill>
                  <a:srgbClr val="0070C0"/>
                </a:solidFill>
                <a:latin typeface="Graphik Black" panose="020B0A03030202060203" pitchFamily="34" charset="0"/>
                <a:ea typeface="+mj-ea"/>
                <a:cs typeface="+mj-cs"/>
              </a:defRPr>
            </a:lvl1pPr>
          </a:lstStyle>
          <a:p>
            <a:pPr marL="0" lvl="0">
              <a:spcBef>
                <a:spcPct val="0"/>
              </a:spcBef>
              <a:buNone/>
            </a:pPr>
            <a:r>
              <a:rPr lang="en-US" dirty="0"/>
              <a:t>EDIT MASTER TEXT STYLES</a:t>
            </a:r>
          </a:p>
        </p:txBody>
      </p:sp>
    </p:spTree>
    <p:extLst>
      <p:ext uri="{BB962C8B-B14F-4D97-AF65-F5344CB8AC3E}">
        <p14:creationId xmlns:p14="http://schemas.microsoft.com/office/powerpoint/2010/main" val="315164606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Playbook/Lecture">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FB9DB20E-402F-4429-B44A-BCDD110E2DF6}"/>
              </a:ext>
            </a:extLst>
          </p:cNvPr>
          <p:cNvGrpSpPr/>
          <p:nvPr userDrawn="1"/>
        </p:nvGrpSpPr>
        <p:grpSpPr>
          <a:xfrm>
            <a:off x="1" y="-4488"/>
            <a:ext cx="12191065" cy="6862488"/>
            <a:chOff x="0" y="-3366"/>
            <a:chExt cx="9143299" cy="5146866"/>
          </a:xfrm>
        </p:grpSpPr>
        <p:sp>
          <p:nvSpPr>
            <p:cNvPr id="3" name="Rectangle">
              <a:extLst>
                <a:ext uri="{FF2B5EF4-FFF2-40B4-BE49-F238E27FC236}">
                  <a16:creationId xmlns:a16="http://schemas.microsoft.com/office/drawing/2014/main" id="{C6B6D226-A844-B141-A337-85FFBCFDE485}"/>
                </a:ext>
              </a:extLst>
            </p:cNvPr>
            <p:cNvSpPr/>
            <p:nvPr userDrawn="1"/>
          </p:nvSpPr>
          <p:spPr>
            <a:xfrm>
              <a:off x="0" y="-3366"/>
              <a:ext cx="9143299" cy="5146866"/>
            </a:xfrm>
            <a:prstGeom prst="rect">
              <a:avLst/>
            </a:prstGeom>
            <a:solidFill>
              <a:srgbClr val="F5F7F9"/>
            </a:solidFill>
            <a:ln w="12700">
              <a:miter lim="400000"/>
            </a:ln>
          </p:spPr>
          <p:txBody>
            <a:bodyPr lIns="0" tIns="0" rIns="0" bIns="0" anchor="ctr"/>
            <a:lstStyle/>
            <a:p>
              <a:pPr algn="l">
                <a:defRPr sz="3200" b="0">
                  <a:solidFill>
                    <a:srgbClr val="5E5E5E"/>
                  </a:solidFill>
                  <a:latin typeface="+mn-lt"/>
                  <a:ea typeface="+mn-ea"/>
                  <a:cs typeface="+mn-cs"/>
                  <a:sym typeface="Helvetica Neue Medium"/>
                </a:defRPr>
              </a:pPr>
              <a:endParaRPr lang="en-US" sz="1600" noProof="0"/>
            </a:p>
          </p:txBody>
        </p:sp>
        <p:sp>
          <p:nvSpPr>
            <p:cNvPr id="4" name="Rectangle">
              <a:extLst>
                <a:ext uri="{FF2B5EF4-FFF2-40B4-BE49-F238E27FC236}">
                  <a16:creationId xmlns:a16="http://schemas.microsoft.com/office/drawing/2014/main" id="{D989BA39-7EC6-294F-AF53-B7142E5CDB12}"/>
                </a:ext>
              </a:extLst>
            </p:cNvPr>
            <p:cNvSpPr/>
            <p:nvPr userDrawn="1"/>
          </p:nvSpPr>
          <p:spPr>
            <a:xfrm>
              <a:off x="189491" y="197168"/>
              <a:ext cx="8794630" cy="4593579"/>
            </a:xfrm>
            <a:prstGeom prst="rect">
              <a:avLst/>
            </a:prstGeom>
            <a:solidFill>
              <a:srgbClr val="FFFFFF"/>
            </a:solidFill>
            <a:ln w="12700">
              <a:miter lim="400000"/>
            </a:ln>
          </p:spPr>
          <p:txBody>
            <a:bodyPr lIns="0" tIns="0" rIns="0" bIns="0" anchor="ctr"/>
            <a:lstStyle/>
            <a:p>
              <a:pPr algn="l">
                <a:defRPr sz="3200" b="0">
                  <a:solidFill>
                    <a:srgbClr val="FFFFFF"/>
                  </a:solidFill>
                  <a:latin typeface="+mn-lt"/>
                  <a:ea typeface="+mn-ea"/>
                  <a:cs typeface="+mn-cs"/>
                  <a:sym typeface="Helvetica Neue Medium"/>
                </a:defRPr>
              </a:pPr>
              <a:endParaRPr lang="en-US" sz="1600" noProof="0"/>
            </a:p>
          </p:txBody>
        </p:sp>
      </p:grpSp>
      <p:sp>
        <p:nvSpPr>
          <p:cNvPr id="6" name="Copyright Ⓒ 2018 Accenture  All rights reserved">
            <a:extLst>
              <a:ext uri="{FF2B5EF4-FFF2-40B4-BE49-F238E27FC236}">
                <a16:creationId xmlns:a16="http://schemas.microsoft.com/office/drawing/2014/main" id="{8CACBDDE-75CD-C644-9B17-36349A723C74}"/>
              </a:ext>
            </a:extLst>
          </p:cNvPr>
          <p:cNvSpPr txBox="1"/>
          <p:nvPr/>
        </p:nvSpPr>
        <p:spPr>
          <a:xfrm>
            <a:off x="5688980" y="6565842"/>
            <a:ext cx="2324354" cy="12311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numCol="1" anchor="t">
            <a:spAutoFit/>
          </a:bodyPr>
          <a:lstStyle>
            <a:lvl1pPr algn="l" defTabSz="1828800">
              <a:defRPr sz="1600" b="0">
                <a:solidFill>
                  <a:srgbClr val="5E5E5E"/>
                </a:solidFill>
                <a:latin typeface="Graphik Medium"/>
                <a:ea typeface="Graphik Medium"/>
                <a:cs typeface="Graphik Medium"/>
                <a:sym typeface="Graphik Medium"/>
              </a:defRPr>
            </a:lvl1pPr>
          </a:lstStyle>
          <a:p>
            <a:r>
              <a:rPr lang="en-US" sz="800" noProof="0" dirty="0"/>
              <a:t>Copyright Ⓒ 2022 Accenture  All rights reserved</a:t>
            </a:r>
          </a:p>
        </p:txBody>
      </p:sp>
      <p:sp>
        <p:nvSpPr>
          <p:cNvPr id="46" name="Textplatzhalter 45">
            <a:extLst>
              <a:ext uri="{FF2B5EF4-FFF2-40B4-BE49-F238E27FC236}">
                <a16:creationId xmlns:a16="http://schemas.microsoft.com/office/drawing/2014/main" id="{C198B9B7-3351-804E-9791-0F86BB11B974}"/>
              </a:ext>
            </a:extLst>
          </p:cNvPr>
          <p:cNvSpPr>
            <a:spLocks noGrp="1"/>
          </p:cNvSpPr>
          <p:nvPr>
            <p:ph type="body" sz="quarter" idx="12"/>
          </p:nvPr>
        </p:nvSpPr>
        <p:spPr>
          <a:xfrm>
            <a:off x="583757" y="515602"/>
            <a:ext cx="5880705" cy="182815"/>
          </a:xfrm>
          <a:prstGeom prst="rect">
            <a:avLst/>
          </a:prstGeom>
        </p:spPr>
        <p:txBody>
          <a:bodyPr>
            <a:noAutofit/>
          </a:bodyPr>
          <a:lstStyle>
            <a:lvl1pPr marL="0" indent="0">
              <a:buNone/>
              <a:defRPr kumimoji="0" lang="en-US" sz="1051" b="0" i="0" u="none" strike="noStrike" cap="none" spc="0" normalizeH="0" baseline="0" dirty="0">
                <a:ln>
                  <a:noFill/>
                </a:ln>
                <a:solidFill>
                  <a:srgbClr val="313131"/>
                </a:solidFill>
                <a:effectLst/>
                <a:uFillTx/>
                <a:latin typeface="Graphik Medium"/>
                <a:ea typeface="Graphik Medium"/>
                <a:cs typeface="Graphik Medium"/>
                <a:sym typeface="Helvetica Neue"/>
              </a:defRPr>
            </a:lvl1pPr>
          </a:lstStyle>
          <a:p>
            <a:endParaRPr lang="en-US" noProof="0"/>
          </a:p>
        </p:txBody>
      </p:sp>
      <p:sp>
        <p:nvSpPr>
          <p:cNvPr id="48" name="Textplatzhalter 47">
            <a:extLst>
              <a:ext uri="{FF2B5EF4-FFF2-40B4-BE49-F238E27FC236}">
                <a16:creationId xmlns:a16="http://schemas.microsoft.com/office/drawing/2014/main" id="{8B591B01-1140-A446-97B6-CB7450ED42D0}"/>
              </a:ext>
            </a:extLst>
          </p:cNvPr>
          <p:cNvSpPr>
            <a:spLocks noGrp="1"/>
          </p:cNvSpPr>
          <p:nvPr>
            <p:ph type="body" sz="quarter" idx="13"/>
          </p:nvPr>
        </p:nvSpPr>
        <p:spPr>
          <a:xfrm>
            <a:off x="583758" y="726500"/>
            <a:ext cx="11058137" cy="1201155"/>
          </a:xfrm>
          <a:prstGeom prst="rect">
            <a:avLst/>
          </a:prstGeom>
        </p:spPr>
        <p:txBody>
          <a:bodyPr anchor="t">
            <a:noAutofit/>
          </a:bodyPr>
          <a:lstStyle>
            <a:lvl1pPr marL="0" indent="0">
              <a:buNone/>
              <a:defRPr kumimoji="0" lang="en-US" sz="3200" b="0" i="0" u="none" strike="noStrike" cap="none" spc="0" normalizeH="0" baseline="0" dirty="0">
                <a:ln>
                  <a:noFill/>
                </a:ln>
                <a:solidFill>
                  <a:srgbClr val="313131"/>
                </a:solidFill>
                <a:effectLst/>
                <a:uFillTx/>
                <a:latin typeface="Graphik Extralight"/>
                <a:ea typeface="Graphik Extralight"/>
                <a:cs typeface="Graphik Extralight"/>
                <a:sym typeface="Helvetica Neue"/>
              </a:defRPr>
            </a:lvl1pPr>
          </a:lstStyle>
          <a:p>
            <a:endParaRPr lang="en-US" noProof="0" dirty="0"/>
          </a:p>
        </p:txBody>
      </p:sp>
      <p:sp>
        <p:nvSpPr>
          <p:cNvPr id="70" name="Textfeld 69">
            <a:extLst>
              <a:ext uri="{FF2B5EF4-FFF2-40B4-BE49-F238E27FC236}">
                <a16:creationId xmlns:a16="http://schemas.microsoft.com/office/drawing/2014/main" id="{74F9075F-C7D3-C945-95B7-DC8B159B600D}"/>
              </a:ext>
            </a:extLst>
          </p:cNvPr>
          <p:cNvSpPr txBox="1"/>
          <p:nvPr userDrawn="1"/>
        </p:nvSpPr>
        <p:spPr>
          <a:xfrm>
            <a:off x="11641895" y="6555881"/>
            <a:ext cx="411480" cy="17440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ctr" defTabSz="412740" rtl="0" fontAlgn="auto" latinLnBrk="0" hangingPunct="0">
              <a:lnSpc>
                <a:spcPct val="100000"/>
              </a:lnSpc>
              <a:spcBef>
                <a:spcPts val="0"/>
              </a:spcBef>
              <a:spcAft>
                <a:spcPts val="0"/>
              </a:spcAft>
              <a:buClrTx/>
              <a:buSzTx/>
              <a:buFontTx/>
              <a:buNone/>
              <a:tabLst/>
            </a:pPr>
            <a:fld id="{62C197D3-294B-0846-B7D0-AC071D2CBE2F}" type="slidenum">
              <a:rPr kumimoji="0" lang="en-US" sz="800" b="0" i="0" u="none" strike="noStrike" cap="none" spc="0" normalizeH="0" baseline="0" smtClean="0">
                <a:ln>
                  <a:noFill/>
                </a:ln>
                <a:solidFill>
                  <a:srgbClr val="000000"/>
                </a:solidFill>
                <a:effectLst/>
                <a:uFillTx/>
                <a:latin typeface="Graphik" panose="020B0503030202060203" pitchFamily="34" charset="77"/>
                <a:ea typeface="Helvetica Neue Light"/>
                <a:cs typeface="Helvetica Neue"/>
                <a:sym typeface="Helvetica Neue"/>
              </a:rPr>
              <a:pPr marL="0" marR="0" indent="0" algn="ctr" defTabSz="412740" rtl="0" fontAlgn="auto" latinLnBrk="0" hangingPunct="0">
                <a:lnSpc>
                  <a:spcPct val="100000"/>
                </a:lnSpc>
                <a:spcBef>
                  <a:spcPts val="0"/>
                </a:spcBef>
                <a:spcAft>
                  <a:spcPts val="0"/>
                </a:spcAft>
                <a:buClrTx/>
                <a:buSzTx/>
                <a:buFontTx/>
                <a:buNone/>
                <a:tabLst/>
              </a:pPr>
              <a:t>‹#›</a:t>
            </a:fld>
            <a:endParaRPr kumimoji="0" lang="en-US" sz="800" b="0" i="0" u="none" strike="noStrike" cap="none" spc="0" normalizeH="0" baseline="0">
              <a:ln>
                <a:noFill/>
              </a:ln>
              <a:solidFill>
                <a:srgbClr val="000000"/>
              </a:solidFill>
              <a:effectLst/>
              <a:uFillTx/>
              <a:latin typeface="Graphik" panose="020B0503030202060203" pitchFamily="34" charset="77"/>
              <a:ea typeface="Helvetica Neue Light"/>
              <a:cs typeface="Helvetica Neue"/>
              <a:sym typeface="Helvetica Neue"/>
            </a:endParaRPr>
          </a:p>
        </p:txBody>
      </p:sp>
      <p:pic>
        <p:nvPicPr>
          <p:cNvPr id="14" name="Grafik 13">
            <a:extLst>
              <a:ext uri="{FF2B5EF4-FFF2-40B4-BE49-F238E27FC236}">
                <a16:creationId xmlns:a16="http://schemas.microsoft.com/office/drawing/2014/main" id="{31462AE7-3669-354B-9330-98F8761FD95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4866914" y="6465311"/>
            <a:ext cx="733863" cy="314192"/>
          </a:xfrm>
          <a:prstGeom prst="rect">
            <a:avLst/>
          </a:prstGeom>
        </p:spPr>
      </p:pic>
    </p:spTree>
    <p:extLst>
      <p:ext uri="{BB962C8B-B14F-4D97-AF65-F5344CB8AC3E}">
        <p14:creationId xmlns:p14="http://schemas.microsoft.com/office/powerpoint/2010/main" val="2918973323"/>
      </p:ext>
    </p:extLst>
  </p:cSld>
  <p:clrMapOvr>
    <a:masterClrMapping/>
  </p:clrMapOvr>
  <p:transition spd="med"/>
  <p:extLst>
    <p:ext uri="{DCECCB84-F9BA-43D5-87BE-67443E8EF086}">
      <p15:sldGuideLst xmlns:p15="http://schemas.microsoft.com/office/powerpoint/2012/main">
        <p15:guide id="1" orient="horz" pos="1033">
          <p15:clr>
            <a:srgbClr val="FBAE40"/>
          </p15:clr>
        </p15:guide>
        <p15:guide id="2" orient="horz" pos="2938">
          <p15:clr>
            <a:srgbClr val="FBAE40"/>
          </p15:clr>
        </p15:guide>
        <p15:guide id="3" pos="269">
          <p15:clr>
            <a:srgbClr val="FBAE40"/>
          </p15:clr>
        </p15:guide>
        <p15:guide id="4" pos="5499">
          <p15:clr>
            <a:srgbClr val="FBAE40"/>
          </p15:clr>
        </p15:guide>
        <p15:guide id="5" pos="2880">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Bullets Opt 1">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1104290A-1E04-4AF8-82EA-4BADC574788C}"/>
              </a:ext>
            </a:extLst>
          </p:cNvPr>
          <p:cNvSpPr>
            <a:spLocks noGrp="1"/>
          </p:cNvSpPr>
          <p:nvPr>
            <p:ph type="title" hasCustomPrompt="1"/>
          </p:nvPr>
        </p:nvSpPr>
        <p:spPr>
          <a:xfrm>
            <a:off x="381000" y="381001"/>
            <a:ext cx="11430000" cy="726439"/>
          </a:xfrm>
          <a:prstGeom prst="rect">
            <a:avLst/>
          </a:prstGeom>
        </p:spPr>
        <p:txBody>
          <a:bodyPr>
            <a:normAutofit/>
          </a:bodyPr>
          <a:lstStyle>
            <a:lvl1pPr>
              <a:lnSpc>
                <a:spcPct val="80000"/>
              </a:lnSpc>
              <a:defRPr/>
            </a:lvl1pPr>
          </a:lstStyle>
          <a:p>
            <a:r>
              <a:rPr lang="en-US"/>
              <a:t>Insert Main Title at 36pt min 30pt</a:t>
            </a:r>
          </a:p>
        </p:txBody>
      </p:sp>
    </p:spTree>
    <p:extLst>
      <p:ext uri="{BB962C8B-B14F-4D97-AF65-F5344CB8AC3E}">
        <p14:creationId xmlns:p14="http://schemas.microsoft.com/office/powerpoint/2010/main" val="364775576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81AFBD-8268-6E4E-B726-58CFB16052FE}"/>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82F82312-3184-8349-A074-E375B37B54C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BFC512A5-A4BF-F04E-9728-A4BCE2E07F3C}"/>
              </a:ext>
            </a:extLst>
          </p:cNvPr>
          <p:cNvSpPr>
            <a:spLocks noGrp="1"/>
          </p:cNvSpPr>
          <p:nvPr>
            <p:ph type="dt" sz="half" idx="10"/>
          </p:nvPr>
        </p:nvSpPr>
        <p:spPr/>
        <p:txBody>
          <a:bodyPr/>
          <a:lstStyle/>
          <a:p>
            <a:fld id="{16D56AAA-2B22-9448-A19B-5118FC26E10B}" type="datetimeFigureOut">
              <a:rPr lang="en-US" smtClean="0"/>
              <a:t>8/30/2026</a:t>
            </a:fld>
            <a:endParaRPr lang="en-US"/>
          </a:p>
        </p:txBody>
      </p:sp>
      <p:sp>
        <p:nvSpPr>
          <p:cNvPr id="5" name="Footer Placeholder 4">
            <a:extLst>
              <a:ext uri="{FF2B5EF4-FFF2-40B4-BE49-F238E27FC236}">
                <a16:creationId xmlns:a16="http://schemas.microsoft.com/office/drawing/2014/main" id="{5F01ACDA-90AD-DF4E-B1C9-3175F6A31CC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52C3B2B-4BD8-8B4A-A487-317A72600304}"/>
              </a:ext>
            </a:extLst>
          </p:cNvPr>
          <p:cNvSpPr>
            <a:spLocks noGrp="1"/>
          </p:cNvSpPr>
          <p:nvPr>
            <p:ph type="sldNum" sz="quarter" idx="12"/>
          </p:nvPr>
        </p:nvSpPr>
        <p:spPr/>
        <p:txBody>
          <a:bodyPr/>
          <a:lstStyle/>
          <a:p>
            <a:fld id="{BC1FC613-4EEB-CC4B-B0A4-9C18D7586DEA}" type="slidenum">
              <a:rPr lang="en-US" smtClean="0"/>
              <a:t>‹#›</a:t>
            </a:fld>
            <a:endParaRPr lang="en-US"/>
          </a:p>
        </p:txBody>
      </p:sp>
    </p:spTree>
    <p:extLst>
      <p:ext uri="{BB962C8B-B14F-4D97-AF65-F5344CB8AC3E}">
        <p14:creationId xmlns:p14="http://schemas.microsoft.com/office/powerpoint/2010/main" val="122192990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8F314A7-305B-4E0B-96B7-5B0949118DB0}" type="datetimeFigureOut">
              <a:rPr lang="en-IN" smtClean="0"/>
              <a:t>30-08-2026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FDA3DAB-CBFF-463B-9AA2-9E36431F8A67}" type="slidenum">
              <a:rPr lang="en-IN" smtClean="0"/>
              <a:t>‹#›</a:t>
            </a:fld>
            <a:endParaRPr lang="en-IN"/>
          </a:p>
        </p:txBody>
      </p:sp>
    </p:spTree>
    <p:extLst>
      <p:ext uri="{BB962C8B-B14F-4D97-AF65-F5344CB8AC3E}">
        <p14:creationId xmlns:p14="http://schemas.microsoft.com/office/powerpoint/2010/main" val="2850469419"/>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8F314A7-305B-4E0B-96B7-5B0949118DB0}" type="datetimeFigureOut">
              <a:rPr lang="en-IN" smtClean="0"/>
              <a:t>30-08-2026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FDA3DAB-CBFF-463B-9AA2-9E36431F8A67}" type="slidenum">
              <a:rPr lang="en-IN" smtClean="0"/>
              <a:t>‹#›</a:t>
            </a:fld>
            <a:endParaRPr lang="en-IN"/>
          </a:p>
        </p:txBody>
      </p:sp>
    </p:spTree>
    <p:extLst>
      <p:ext uri="{BB962C8B-B14F-4D97-AF65-F5344CB8AC3E}">
        <p14:creationId xmlns:p14="http://schemas.microsoft.com/office/powerpoint/2010/main" val="61486710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8F314A7-305B-4E0B-96B7-5B0949118DB0}" type="datetimeFigureOut">
              <a:rPr lang="en-IN" smtClean="0"/>
              <a:t>30-08-2026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FDA3DAB-CBFF-463B-9AA2-9E36431F8A67}" type="slidenum">
              <a:rPr lang="en-IN" smtClean="0"/>
              <a:t>‹#›</a:t>
            </a:fld>
            <a:endParaRPr lang="en-IN"/>
          </a:p>
        </p:txBody>
      </p:sp>
    </p:spTree>
    <p:extLst>
      <p:ext uri="{BB962C8B-B14F-4D97-AF65-F5344CB8AC3E}">
        <p14:creationId xmlns:p14="http://schemas.microsoft.com/office/powerpoint/2010/main" val="86190311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8F314A7-305B-4E0B-96B7-5B0949118DB0}" type="datetimeFigureOut">
              <a:rPr lang="en-IN" smtClean="0"/>
              <a:t>30-08-2026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FDA3DAB-CBFF-463B-9AA2-9E36431F8A67}" type="slidenum">
              <a:rPr lang="en-IN" smtClean="0"/>
              <a:t>‹#›</a:t>
            </a:fld>
            <a:endParaRPr lang="en-IN"/>
          </a:p>
        </p:txBody>
      </p:sp>
    </p:spTree>
    <p:extLst>
      <p:ext uri="{BB962C8B-B14F-4D97-AF65-F5344CB8AC3E}">
        <p14:creationId xmlns:p14="http://schemas.microsoft.com/office/powerpoint/2010/main" val="2362211408"/>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8F314A7-305B-4E0B-96B7-5B0949118DB0}" type="datetimeFigureOut">
              <a:rPr lang="en-IN" smtClean="0"/>
              <a:t>30-08-2026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EFDA3DAB-CBFF-463B-9AA2-9E36431F8A67}" type="slidenum">
              <a:rPr lang="en-IN" smtClean="0"/>
              <a:t>‹#›</a:t>
            </a:fld>
            <a:endParaRPr lang="en-IN"/>
          </a:p>
        </p:txBody>
      </p:sp>
    </p:spTree>
    <p:extLst>
      <p:ext uri="{BB962C8B-B14F-4D97-AF65-F5344CB8AC3E}">
        <p14:creationId xmlns:p14="http://schemas.microsoft.com/office/powerpoint/2010/main" val="1198923328"/>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8F314A7-305B-4E0B-96B7-5B0949118DB0}" type="datetimeFigureOut">
              <a:rPr lang="en-IN" smtClean="0"/>
              <a:t>30-08-2026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EFDA3DAB-CBFF-463B-9AA2-9E36431F8A67}" type="slidenum">
              <a:rPr lang="en-IN" smtClean="0"/>
              <a:t>‹#›</a:t>
            </a:fld>
            <a:endParaRPr lang="en-IN"/>
          </a:p>
        </p:txBody>
      </p:sp>
    </p:spTree>
    <p:extLst>
      <p:ext uri="{BB962C8B-B14F-4D97-AF65-F5344CB8AC3E}">
        <p14:creationId xmlns:p14="http://schemas.microsoft.com/office/powerpoint/2010/main" val="1197473714"/>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8F314A7-305B-4E0B-96B7-5B0949118DB0}" type="datetimeFigureOut">
              <a:rPr lang="en-IN" smtClean="0"/>
              <a:t>30-08-2026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EFDA3DAB-CBFF-463B-9AA2-9E36431F8A67}" type="slidenum">
              <a:rPr lang="en-IN" smtClean="0"/>
              <a:t>‹#›</a:t>
            </a:fld>
            <a:endParaRPr lang="en-IN"/>
          </a:p>
        </p:txBody>
      </p:sp>
    </p:spTree>
    <p:extLst>
      <p:ext uri="{BB962C8B-B14F-4D97-AF65-F5344CB8AC3E}">
        <p14:creationId xmlns:p14="http://schemas.microsoft.com/office/powerpoint/2010/main" val="2346746250"/>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8F314A7-305B-4E0B-96B7-5B0949118DB0}" type="datetimeFigureOut">
              <a:rPr lang="en-IN" smtClean="0"/>
              <a:t>30-08-2026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FDA3DAB-CBFF-463B-9AA2-9E36431F8A67}" type="slidenum">
              <a:rPr lang="en-IN" smtClean="0"/>
              <a:t>‹#›</a:t>
            </a:fld>
            <a:endParaRPr lang="en-IN"/>
          </a:p>
        </p:txBody>
      </p:sp>
    </p:spTree>
    <p:extLst>
      <p:ext uri="{BB962C8B-B14F-4D97-AF65-F5344CB8AC3E}">
        <p14:creationId xmlns:p14="http://schemas.microsoft.com/office/powerpoint/2010/main" val="1859358827"/>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8F314A7-305B-4E0B-96B7-5B0949118DB0}" type="datetimeFigureOut">
              <a:rPr lang="en-IN" smtClean="0"/>
              <a:t>30-08-2026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FDA3DAB-CBFF-463B-9AA2-9E36431F8A67}" type="slidenum">
              <a:rPr lang="en-IN" smtClean="0"/>
              <a:t>‹#›</a:t>
            </a:fld>
            <a:endParaRPr lang="en-IN"/>
          </a:p>
        </p:txBody>
      </p:sp>
    </p:spTree>
    <p:extLst>
      <p:ext uri="{BB962C8B-B14F-4D97-AF65-F5344CB8AC3E}">
        <p14:creationId xmlns:p14="http://schemas.microsoft.com/office/powerpoint/2010/main" val="2158028561"/>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8F314A7-305B-4E0B-96B7-5B0949118DB0}" type="datetimeFigureOut">
              <a:rPr lang="en-IN" smtClean="0"/>
              <a:t>30-08-2026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FDA3DAB-CBFF-463B-9AA2-9E36431F8A67}" type="slidenum">
              <a:rPr lang="en-IN" smtClean="0"/>
              <a:t>‹#›</a:t>
            </a:fld>
            <a:endParaRPr lang="en-IN"/>
          </a:p>
        </p:txBody>
      </p:sp>
    </p:spTree>
    <p:extLst>
      <p:ext uri="{BB962C8B-B14F-4D97-AF65-F5344CB8AC3E}">
        <p14:creationId xmlns:p14="http://schemas.microsoft.com/office/powerpoint/2010/main" val="1332172699"/>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8F314A7-305B-4E0B-96B7-5B0949118DB0}" type="datetimeFigureOut">
              <a:rPr lang="en-IN" smtClean="0"/>
              <a:t>30-08-2026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FDA3DAB-CBFF-463B-9AA2-9E36431F8A67}" type="slidenum">
              <a:rPr lang="en-IN" smtClean="0"/>
              <a:t>‹#›</a:t>
            </a:fld>
            <a:endParaRPr lang="en-IN"/>
          </a:p>
        </p:txBody>
      </p:sp>
    </p:spTree>
    <p:extLst>
      <p:ext uri="{BB962C8B-B14F-4D97-AF65-F5344CB8AC3E}">
        <p14:creationId xmlns:p14="http://schemas.microsoft.com/office/powerpoint/2010/main" val="1968465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userDrawn="1">
  <p:cSld name="1_Standard slide_no bullets">
    <p:spTree>
      <p:nvGrpSpPr>
        <p:cNvPr id="1" name=""/>
        <p:cNvGrpSpPr/>
        <p:nvPr/>
      </p:nvGrpSpPr>
      <p:grpSpPr>
        <a:xfrm>
          <a:off x="0" y="0"/>
          <a:ext cx="0" cy="0"/>
          <a:chOff x="0" y="0"/>
          <a:chExt cx="0" cy="0"/>
        </a:xfrm>
      </p:grpSpPr>
      <p:sp>
        <p:nvSpPr>
          <p:cNvPr id="10" name="Text Placeholder 16">
            <a:extLst>
              <a:ext uri="{FF2B5EF4-FFF2-40B4-BE49-F238E27FC236}">
                <a16:creationId xmlns:a16="http://schemas.microsoft.com/office/drawing/2014/main" id="{DA81FCAA-64D2-4A9C-B16E-9C4E3BB431BB}"/>
              </a:ext>
            </a:extLst>
          </p:cNvPr>
          <p:cNvSpPr>
            <a:spLocks noGrp="1"/>
          </p:cNvSpPr>
          <p:nvPr>
            <p:ph type="body" sz="quarter" idx="14" hasCustomPrompt="1"/>
          </p:nvPr>
        </p:nvSpPr>
        <p:spPr>
          <a:xfrm>
            <a:off x="7129748" y="3813288"/>
            <a:ext cx="3087667" cy="180000"/>
          </a:xfrm>
        </p:spPr>
        <p:txBody>
          <a:bodyPr/>
          <a:lstStyle>
            <a:lvl1pPr marL="0" indent="0">
              <a:buNone/>
              <a:defRPr sz="1199">
                <a:solidFill>
                  <a:schemeClr val="bg1"/>
                </a:solidFill>
              </a:defRPr>
            </a:lvl1pPr>
          </a:lstStyle>
          <a:p>
            <a:pPr lvl="0"/>
            <a:r>
              <a:rPr lang="en-US" dirty="0"/>
              <a:t>Name Surname</a:t>
            </a:r>
            <a:endParaRPr lang="en-GB" dirty="0"/>
          </a:p>
        </p:txBody>
      </p:sp>
      <p:sp>
        <p:nvSpPr>
          <p:cNvPr id="11" name="Text Placeholder 16">
            <a:extLst>
              <a:ext uri="{FF2B5EF4-FFF2-40B4-BE49-F238E27FC236}">
                <a16:creationId xmlns:a16="http://schemas.microsoft.com/office/drawing/2014/main" id="{03CDC117-35F2-47B2-85B2-29CB8EE7E096}"/>
              </a:ext>
            </a:extLst>
          </p:cNvPr>
          <p:cNvSpPr>
            <a:spLocks noGrp="1"/>
          </p:cNvSpPr>
          <p:nvPr>
            <p:ph type="body" sz="quarter" idx="15" hasCustomPrompt="1"/>
          </p:nvPr>
        </p:nvSpPr>
        <p:spPr>
          <a:xfrm>
            <a:off x="7129748" y="4055931"/>
            <a:ext cx="3087667" cy="180000"/>
          </a:xfrm>
        </p:spPr>
        <p:txBody>
          <a:bodyPr/>
          <a:lstStyle>
            <a:lvl1pPr marL="0" indent="0">
              <a:buNone/>
              <a:defRPr sz="1199">
                <a:solidFill>
                  <a:schemeClr val="bg1"/>
                </a:solidFill>
              </a:defRPr>
            </a:lvl1pPr>
          </a:lstStyle>
          <a:p>
            <a:pPr lvl="0"/>
            <a:r>
              <a:rPr lang="en-US" dirty="0"/>
              <a:t>Job Title to go here</a:t>
            </a:r>
            <a:endParaRPr lang="en-GB" dirty="0"/>
          </a:p>
        </p:txBody>
      </p:sp>
      <p:sp>
        <p:nvSpPr>
          <p:cNvPr id="14" name="Picture Placeholder 19">
            <a:extLst>
              <a:ext uri="{FF2B5EF4-FFF2-40B4-BE49-F238E27FC236}">
                <a16:creationId xmlns:a16="http://schemas.microsoft.com/office/drawing/2014/main" id="{00A15EA9-2372-4E06-83C2-1E13AB1FA626}"/>
              </a:ext>
            </a:extLst>
          </p:cNvPr>
          <p:cNvSpPr>
            <a:spLocks noGrp="1"/>
          </p:cNvSpPr>
          <p:nvPr>
            <p:ph type="pic" sz="quarter" idx="16"/>
          </p:nvPr>
        </p:nvSpPr>
        <p:spPr>
          <a:xfrm>
            <a:off x="6119820" y="3578084"/>
            <a:ext cx="778554" cy="778959"/>
          </a:xfrm>
          <a:prstGeom prst="ellipse">
            <a:avLst/>
          </a:prstGeom>
        </p:spPr>
        <p:txBody>
          <a:bodyPr anchor="ctr"/>
          <a:lstStyle>
            <a:lvl1pPr marL="0" indent="0" algn="ctr">
              <a:buNone/>
              <a:defRPr sz="900">
                <a:solidFill>
                  <a:schemeClr val="bg1"/>
                </a:solidFill>
              </a:defRPr>
            </a:lvl1pPr>
          </a:lstStyle>
          <a:p>
            <a:endParaRPr lang="en-GB" dirty="0"/>
          </a:p>
        </p:txBody>
      </p:sp>
    </p:spTree>
    <p:extLst>
      <p:ext uri="{BB962C8B-B14F-4D97-AF65-F5344CB8AC3E}">
        <p14:creationId xmlns:p14="http://schemas.microsoft.com/office/powerpoint/2010/main" val="3626201106"/>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userDrawn="1">
  <p:cSld name="Key Message Gradient Dark 1">
    <p:bg>
      <p:bgPr>
        <a:solidFill>
          <a:schemeClr val="accent3"/>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AB47B586-CFEE-4C32-8227-001B5A89C37D}"/>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6A4D9B0E-55A4-43D3-A4B6-225FAA7538EB}"/>
              </a:ext>
            </a:extLst>
          </p:cNvPr>
          <p:cNvSpPr>
            <a:spLocks noGrp="1"/>
          </p:cNvSpPr>
          <p:nvPr>
            <p:ph type="title" hasCustomPrompt="1"/>
          </p:nvPr>
        </p:nvSpPr>
        <p:spPr>
          <a:xfrm>
            <a:off x="1767840" y="2015925"/>
            <a:ext cx="8656320" cy="2826150"/>
          </a:xfrm>
        </p:spPr>
        <p:txBody>
          <a:bodyPr anchor="ctr"/>
          <a:lstStyle>
            <a:lvl1pPr algn="ctr">
              <a:defRPr sz="5400">
                <a:solidFill>
                  <a:schemeClr val="tx1"/>
                </a:solidFill>
              </a:defRPr>
            </a:lvl1pPr>
          </a:lstStyle>
          <a:p>
            <a:r>
              <a:rPr lang="en-US" dirty="0"/>
              <a:t>Place key message here</a:t>
            </a:r>
          </a:p>
        </p:txBody>
      </p:sp>
    </p:spTree>
    <p:extLst>
      <p:ext uri="{BB962C8B-B14F-4D97-AF65-F5344CB8AC3E}">
        <p14:creationId xmlns:p14="http://schemas.microsoft.com/office/powerpoint/2010/main" val="316279659"/>
      </p:ext>
    </p:extLst>
  </p:cSld>
  <p:clrMapOvr>
    <a:overrideClrMapping bg1="dk1" tx1="lt1" bg2="dk2" tx2="lt2" accent1="accent1" accent2="accent2" accent3="accent3" accent4="accent4" accent5="accent5" accent6="accent6" hlink="hlink" folHlink="folHlink"/>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Cover: gradi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746E4763-F545-C94B-51CE-F4BC514CB5E2}"/>
              </a:ext>
            </a:extLst>
          </p:cNvPr>
          <p:cNvSpPr>
            <a:spLocks noGrp="1"/>
          </p:cNvSpPr>
          <p:nvPr>
            <p:ph type="title"/>
          </p:nvPr>
        </p:nvSpPr>
        <p:spPr>
          <a:xfrm>
            <a:off x="1164969" y="3010439"/>
            <a:ext cx="6793919" cy="1329595"/>
          </a:xfrm>
          <a:prstGeom prst="rect">
            <a:avLst/>
          </a:prstGeom>
        </p:spPr>
        <p:txBody>
          <a:bodyPr anchor="b">
            <a:spAutoFit/>
          </a:bodyPr>
          <a:lstStyle>
            <a:lvl1pPr algn="l">
              <a:lnSpc>
                <a:spcPct val="90000"/>
              </a:lnSpc>
              <a:defRPr sz="4800" b="0">
                <a:solidFill>
                  <a:schemeClr val="tx1"/>
                </a:solidFill>
              </a:defRPr>
            </a:lvl1pPr>
          </a:lstStyle>
          <a:p>
            <a:r>
              <a:rPr lang="en-GB"/>
              <a:t>Click to edit Master title style</a:t>
            </a:r>
            <a:endParaRPr lang="en-US"/>
          </a:p>
        </p:txBody>
      </p:sp>
      <p:sp>
        <p:nvSpPr>
          <p:cNvPr id="16" name="Subtitle 2">
            <a:extLst>
              <a:ext uri="{FF2B5EF4-FFF2-40B4-BE49-F238E27FC236}">
                <a16:creationId xmlns:a16="http://schemas.microsoft.com/office/drawing/2014/main" id="{BC002026-094D-D1B0-BDA1-62996F241354}"/>
              </a:ext>
            </a:extLst>
          </p:cNvPr>
          <p:cNvSpPr>
            <a:spLocks noGrp="1"/>
          </p:cNvSpPr>
          <p:nvPr>
            <p:ph type="subTitle" idx="1" hasCustomPrompt="1"/>
          </p:nvPr>
        </p:nvSpPr>
        <p:spPr>
          <a:xfrm>
            <a:off x="1164969" y="4464055"/>
            <a:ext cx="6793919" cy="1092845"/>
          </a:xfrm>
          <a:prstGeom prst="rect">
            <a:avLst/>
          </a:prstGeom>
        </p:spPr>
        <p:txBody>
          <a:bodyPr/>
          <a:lstStyle>
            <a:lvl1pPr marL="0" indent="0" algn="l">
              <a:lnSpc>
                <a:spcPct val="90000"/>
              </a:lnSpc>
              <a:spcAft>
                <a:spcPts val="0"/>
              </a:spcAft>
              <a:buNone/>
              <a:defRPr sz="1800" b="0" i="0" spc="0">
                <a:solidFill>
                  <a:schemeClr val="tx1"/>
                </a:solidFill>
                <a:latin typeface="Graphik" panose="020B0503030202060203" pitchFamily="34" charset="77"/>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pPr marL="0" lvl="0" indent="0" algn="l" defTabSz="914377" rtl="0" eaLnBrk="1" latinLnBrk="0" hangingPunct="1">
              <a:lnSpc>
                <a:spcPct val="100000"/>
              </a:lnSpc>
              <a:spcBef>
                <a:spcPts val="0"/>
              </a:spcBef>
              <a:spcAft>
                <a:spcPts val="0"/>
              </a:spcAft>
              <a:buFont typeface="Graphik" panose="020B0604020202020204" pitchFamily="34" charset="0"/>
              <a:buNone/>
            </a:pPr>
            <a:r>
              <a:rPr lang="en-GB"/>
              <a:t>Place subtitle here in </a:t>
            </a:r>
            <a:r>
              <a:rPr lang="en-GB" err="1"/>
              <a:t>Graphik</a:t>
            </a:r>
            <a:r>
              <a:rPr lang="en-GB"/>
              <a:t> regular</a:t>
            </a:r>
            <a:endParaRPr lang="en-US"/>
          </a:p>
        </p:txBody>
      </p:sp>
      <p:pic>
        <p:nvPicPr>
          <p:cNvPr id="3" name="accenture" descr="accenture logo">
            <a:extLst>
              <a:ext uri="{FF2B5EF4-FFF2-40B4-BE49-F238E27FC236}">
                <a16:creationId xmlns:a16="http://schemas.microsoft.com/office/drawing/2014/main" id="{FF7A765D-4682-9084-D606-70A59390D78F}"/>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171951" y="557588"/>
            <a:ext cx="1243822" cy="328510"/>
          </a:xfrm>
          <a:prstGeom prst="rect">
            <a:avLst/>
          </a:prstGeom>
        </p:spPr>
      </p:pic>
      <p:sp>
        <p:nvSpPr>
          <p:cNvPr id="18" name="Text Placeholder 16">
            <a:extLst>
              <a:ext uri="{FF2B5EF4-FFF2-40B4-BE49-F238E27FC236}">
                <a16:creationId xmlns:a16="http://schemas.microsoft.com/office/drawing/2014/main" id="{21E81FC3-5B5A-36F1-7992-060E05D4773E}"/>
              </a:ext>
            </a:extLst>
          </p:cNvPr>
          <p:cNvSpPr>
            <a:spLocks noGrp="1"/>
          </p:cNvSpPr>
          <p:nvPr>
            <p:ph type="body" sz="quarter" idx="12" hasCustomPrompt="1"/>
          </p:nvPr>
        </p:nvSpPr>
        <p:spPr>
          <a:xfrm>
            <a:off x="1171950" y="5674232"/>
            <a:ext cx="3816000" cy="634494"/>
          </a:xfrm>
          <a:prstGeom prst="rect">
            <a:avLst/>
          </a:prstGeom>
        </p:spPr>
        <p:txBody>
          <a:bodyPr anchor="b"/>
          <a:lstStyle>
            <a:lvl1pPr marL="0" indent="0" algn="l" defTabSz="914377" rtl="0" eaLnBrk="1" latinLnBrk="0" hangingPunct="1">
              <a:spcAft>
                <a:spcPts val="0"/>
              </a:spcAft>
              <a:buNone/>
              <a:defRPr lang="en-US" sz="1200" b="0" i="0" kern="1200" dirty="0" smtClean="0">
                <a:solidFill>
                  <a:schemeClr val="tx1"/>
                </a:solidFill>
                <a:latin typeface="Graphik" panose="020B0503030202060203" pitchFamily="34" charset="77"/>
                <a:ea typeface="+mn-ea"/>
                <a:cs typeface="+mn-cs"/>
              </a:defRPr>
            </a:lvl1pPr>
            <a:lvl2pPr marL="0" algn="l" defTabSz="914377" rtl="0" eaLnBrk="1" latinLnBrk="0" hangingPunct="1">
              <a:spcAft>
                <a:spcPts val="0"/>
              </a:spcAft>
              <a:defRPr lang="en-US" sz="1400" b="0" kern="1200" dirty="0" smtClean="0">
                <a:solidFill>
                  <a:schemeClr val="tx1"/>
                </a:solidFill>
                <a:latin typeface="+mn-lt"/>
                <a:ea typeface="+mn-ea"/>
                <a:cs typeface="+mn-cs"/>
              </a:defRPr>
            </a:lvl2pPr>
            <a:lvl3pPr marL="0" algn="l" defTabSz="914377" rtl="0" eaLnBrk="1" latinLnBrk="0" hangingPunct="1">
              <a:spcAft>
                <a:spcPts val="0"/>
              </a:spcAft>
              <a:defRPr lang="en-US" sz="1400" b="0" kern="1200" dirty="0" smtClean="0">
                <a:solidFill>
                  <a:schemeClr val="tx1"/>
                </a:solidFill>
                <a:latin typeface="+mn-lt"/>
                <a:ea typeface="+mn-ea"/>
                <a:cs typeface="+mn-cs"/>
              </a:defRPr>
            </a:lvl3pPr>
            <a:lvl4pPr marL="0" algn="l" defTabSz="914377" rtl="0" eaLnBrk="1" latinLnBrk="0" hangingPunct="1">
              <a:spcAft>
                <a:spcPts val="0"/>
              </a:spcAft>
              <a:defRPr lang="en-US" sz="1400" b="0" kern="1200" dirty="0" smtClean="0">
                <a:solidFill>
                  <a:schemeClr val="tx1"/>
                </a:solidFill>
                <a:latin typeface="+mn-lt"/>
                <a:ea typeface="+mn-ea"/>
                <a:cs typeface="+mn-cs"/>
              </a:defRPr>
            </a:lvl4pPr>
            <a:lvl5pPr marL="0" algn="l" defTabSz="914377"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a:t>
            </a:r>
          </a:p>
        </p:txBody>
      </p:sp>
      <p:sp>
        <p:nvSpPr>
          <p:cNvPr id="23" name="Text Placeholder 16">
            <a:extLst>
              <a:ext uri="{FF2B5EF4-FFF2-40B4-BE49-F238E27FC236}">
                <a16:creationId xmlns:a16="http://schemas.microsoft.com/office/drawing/2014/main" id="{36108AED-3E3E-1C9D-6AD6-AB28DC816233}"/>
              </a:ext>
            </a:extLst>
          </p:cNvPr>
          <p:cNvSpPr>
            <a:spLocks noGrp="1"/>
          </p:cNvSpPr>
          <p:nvPr>
            <p:ph type="body" sz="quarter" idx="15" hasCustomPrompt="1"/>
          </p:nvPr>
        </p:nvSpPr>
        <p:spPr>
          <a:xfrm>
            <a:off x="9158956" y="6124059"/>
            <a:ext cx="1832894" cy="184666"/>
          </a:xfrm>
          <a:prstGeom prst="rect">
            <a:avLst/>
          </a:prstGeom>
        </p:spPr>
        <p:txBody>
          <a:bodyPr wrap="square">
            <a:spAutoFit/>
          </a:bodyPr>
          <a:lstStyle>
            <a:lvl1pPr marL="0" indent="0" algn="r" defTabSz="914377" rtl="0" eaLnBrk="1" latinLnBrk="0" hangingPunct="1">
              <a:spcAft>
                <a:spcPts val="0"/>
              </a:spcAft>
              <a:buNone/>
              <a:defRPr lang="en-US" sz="1200" b="0" i="0" kern="1200" dirty="0">
                <a:solidFill>
                  <a:schemeClr val="tx1"/>
                </a:solidFill>
                <a:latin typeface="+mj-lt"/>
                <a:ea typeface="+mn-ea"/>
                <a:cs typeface="+mn-cs"/>
              </a:defRPr>
            </a:lvl1pPr>
            <a:lvl2pPr marL="0" algn="l" defTabSz="914377" rtl="0" eaLnBrk="1" latinLnBrk="0" hangingPunct="1">
              <a:spcAft>
                <a:spcPts val="0"/>
              </a:spcAft>
              <a:defRPr lang="en-US" sz="1400" b="0" kern="1200" dirty="0" smtClean="0">
                <a:solidFill>
                  <a:schemeClr val="tx1"/>
                </a:solidFill>
                <a:latin typeface="+mn-lt"/>
                <a:ea typeface="+mn-ea"/>
                <a:cs typeface="+mn-cs"/>
              </a:defRPr>
            </a:lvl2pPr>
            <a:lvl3pPr marL="0" algn="l" defTabSz="914377" rtl="0" eaLnBrk="1" latinLnBrk="0" hangingPunct="1">
              <a:spcAft>
                <a:spcPts val="0"/>
              </a:spcAft>
              <a:defRPr lang="en-US" sz="1400" b="0" kern="1200" dirty="0" smtClean="0">
                <a:solidFill>
                  <a:schemeClr val="tx1"/>
                </a:solidFill>
                <a:latin typeface="+mn-lt"/>
                <a:ea typeface="+mn-ea"/>
                <a:cs typeface="+mn-cs"/>
              </a:defRPr>
            </a:lvl3pPr>
            <a:lvl4pPr marL="0" algn="l" defTabSz="914377" rtl="0" eaLnBrk="1" latinLnBrk="0" hangingPunct="1">
              <a:spcAft>
                <a:spcPts val="0"/>
              </a:spcAft>
              <a:defRPr lang="en-US" sz="1400" b="0" kern="1200" dirty="0" smtClean="0">
                <a:solidFill>
                  <a:schemeClr val="tx1"/>
                </a:solidFill>
                <a:latin typeface="+mn-lt"/>
                <a:ea typeface="+mn-ea"/>
                <a:cs typeface="+mn-cs"/>
              </a:defRPr>
            </a:lvl4pPr>
            <a:lvl5pPr marL="0" algn="l" defTabSz="914377" rtl="0" eaLnBrk="1" latinLnBrk="0" hangingPunct="1">
              <a:spcAft>
                <a:spcPts val="0"/>
              </a:spcAft>
              <a:defRPr lang="en-US" sz="1400" b="0" kern="1200" dirty="0" smtClean="0">
                <a:solidFill>
                  <a:schemeClr val="tx1"/>
                </a:solidFill>
                <a:latin typeface="+mn-lt"/>
                <a:ea typeface="+mn-ea"/>
                <a:cs typeface="+mn-cs"/>
              </a:defRPr>
            </a:lvl5pPr>
          </a:lstStyle>
          <a:p>
            <a:pPr lvl="0"/>
            <a:r>
              <a:rPr lang="en-US"/>
              <a:t>MM.DD.YYYY</a:t>
            </a:r>
          </a:p>
        </p:txBody>
      </p:sp>
    </p:spTree>
    <p:extLst>
      <p:ext uri="{BB962C8B-B14F-4D97-AF65-F5344CB8AC3E}">
        <p14:creationId xmlns:p14="http://schemas.microsoft.com/office/powerpoint/2010/main" val="44892032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20">
          <p15:clr>
            <a:srgbClr val="C35EA4"/>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Cover: light mode">
    <p:bg>
      <p:bgPr>
        <a:solidFill>
          <a:schemeClr val="tx1"/>
        </a:solidFill>
        <a:effectLst/>
      </p:bgPr>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31B3895-321B-8CAC-83C2-50F886A2CDA3}"/>
              </a:ext>
            </a:extLst>
          </p:cNvPr>
          <p:cNvSpPr>
            <a:spLocks noGrp="1"/>
          </p:cNvSpPr>
          <p:nvPr>
            <p:ph type="title"/>
          </p:nvPr>
        </p:nvSpPr>
        <p:spPr>
          <a:xfrm>
            <a:off x="1171951" y="3008948"/>
            <a:ext cx="6795392" cy="1329595"/>
          </a:xfrm>
          <a:prstGeom prst="rect">
            <a:avLst/>
          </a:prstGeom>
        </p:spPr>
        <p:txBody>
          <a:bodyPr anchor="b"/>
          <a:lstStyle>
            <a:lvl1pPr algn="l">
              <a:lnSpc>
                <a:spcPct val="90000"/>
              </a:lnSpc>
              <a:defRPr sz="4800">
                <a:solidFill>
                  <a:schemeClr val="bg1"/>
                </a:solidFill>
              </a:defRPr>
            </a:lvl1pPr>
          </a:lstStyle>
          <a:p>
            <a:r>
              <a:rPr lang="en-GB"/>
              <a:t>Click to edit Master title style</a:t>
            </a:r>
            <a:endParaRPr lang="en-US"/>
          </a:p>
        </p:txBody>
      </p:sp>
      <p:sp>
        <p:nvSpPr>
          <p:cNvPr id="9" name="Subtitle 2">
            <a:extLst>
              <a:ext uri="{FF2B5EF4-FFF2-40B4-BE49-F238E27FC236}">
                <a16:creationId xmlns:a16="http://schemas.microsoft.com/office/drawing/2014/main" id="{79424AF0-EE9F-A1A8-B5A5-CF437B9F5DBA}"/>
              </a:ext>
            </a:extLst>
          </p:cNvPr>
          <p:cNvSpPr>
            <a:spLocks noGrp="1"/>
          </p:cNvSpPr>
          <p:nvPr>
            <p:ph type="subTitle" idx="1" hasCustomPrompt="1"/>
          </p:nvPr>
        </p:nvSpPr>
        <p:spPr>
          <a:xfrm>
            <a:off x="1171951" y="4475703"/>
            <a:ext cx="6795392" cy="1092845"/>
          </a:xfrm>
          <a:prstGeom prst="rect">
            <a:avLst/>
          </a:prstGeom>
        </p:spPr>
        <p:txBody>
          <a:bodyPr/>
          <a:lstStyle>
            <a:lvl1pPr marL="0" indent="0" algn="l">
              <a:lnSpc>
                <a:spcPct val="90000"/>
              </a:lnSpc>
              <a:spcAft>
                <a:spcPts val="0"/>
              </a:spcAft>
              <a:buNone/>
              <a:defRPr sz="1800" b="0" i="0" spc="0">
                <a:solidFill>
                  <a:schemeClr val="bg1"/>
                </a:solidFill>
                <a:latin typeface="Graphik" panose="020B0503030202060203" pitchFamily="34" charset="77"/>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pPr marL="0" lvl="0" indent="0" algn="l" defTabSz="914377" rtl="0" eaLnBrk="1" latinLnBrk="0" hangingPunct="1">
              <a:lnSpc>
                <a:spcPct val="100000"/>
              </a:lnSpc>
              <a:spcBef>
                <a:spcPts val="0"/>
              </a:spcBef>
              <a:spcAft>
                <a:spcPts val="0"/>
              </a:spcAft>
              <a:buFont typeface="Graphik" panose="020B0604020202020204" pitchFamily="34" charset="0"/>
              <a:buNone/>
            </a:pPr>
            <a:r>
              <a:rPr lang="en-GB"/>
              <a:t>Place subtitle here in </a:t>
            </a:r>
            <a:r>
              <a:rPr lang="en-GB" err="1"/>
              <a:t>Graphik</a:t>
            </a:r>
            <a:r>
              <a:rPr lang="en-GB"/>
              <a:t> regular</a:t>
            </a:r>
            <a:endParaRPr lang="en-US"/>
          </a:p>
        </p:txBody>
      </p:sp>
      <p:sp>
        <p:nvSpPr>
          <p:cNvPr id="11" name="Text Placeholder 16">
            <a:extLst>
              <a:ext uri="{FF2B5EF4-FFF2-40B4-BE49-F238E27FC236}">
                <a16:creationId xmlns:a16="http://schemas.microsoft.com/office/drawing/2014/main" id="{349A45E5-70FE-79EB-8E7A-1A2061B62B79}"/>
              </a:ext>
            </a:extLst>
          </p:cNvPr>
          <p:cNvSpPr>
            <a:spLocks noGrp="1"/>
          </p:cNvSpPr>
          <p:nvPr>
            <p:ph type="body" sz="quarter" idx="12" hasCustomPrompt="1"/>
          </p:nvPr>
        </p:nvSpPr>
        <p:spPr>
          <a:xfrm>
            <a:off x="1171950" y="5674232"/>
            <a:ext cx="3816000" cy="634494"/>
          </a:xfrm>
          <a:prstGeom prst="rect">
            <a:avLst/>
          </a:prstGeom>
        </p:spPr>
        <p:txBody>
          <a:bodyPr anchor="b"/>
          <a:lstStyle>
            <a:lvl1pPr marL="0" indent="0" algn="l" defTabSz="914377" rtl="0" eaLnBrk="1" latinLnBrk="0" hangingPunct="1">
              <a:spcAft>
                <a:spcPts val="0"/>
              </a:spcAft>
              <a:buNone/>
              <a:defRPr lang="en-US" sz="1200" b="0" i="0" kern="1200" dirty="0" smtClean="0">
                <a:solidFill>
                  <a:schemeClr val="bg1"/>
                </a:solidFill>
                <a:latin typeface="Graphik" panose="020B0503030202060203" pitchFamily="34" charset="77"/>
                <a:ea typeface="+mn-ea"/>
                <a:cs typeface="+mn-cs"/>
              </a:defRPr>
            </a:lvl1pPr>
            <a:lvl2pPr marL="0" algn="l" defTabSz="914377" rtl="0" eaLnBrk="1" latinLnBrk="0" hangingPunct="1">
              <a:spcAft>
                <a:spcPts val="0"/>
              </a:spcAft>
              <a:defRPr lang="en-US" sz="1400" b="0" kern="1200" dirty="0" smtClean="0">
                <a:solidFill>
                  <a:schemeClr val="tx1"/>
                </a:solidFill>
                <a:latin typeface="+mn-lt"/>
                <a:ea typeface="+mn-ea"/>
                <a:cs typeface="+mn-cs"/>
              </a:defRPr>
            </a:lvl2pPr>
            <a:lvl3pPr marL="0" algn="l" defTabSz="914377" rtl="0" eaLnBrk="1" latinLnBrk="0" hangingPunct="1">
              <a:spcAft>
                <a:spcPts val="0"/>
              </a:spcAft>
              <a:defRPr lang="en-US" sz="1400" b="0" kern="1200" dirty="0" smtClean="0">
                <a:solidFill>
                  <a:schemeClr val="tx1"/>
                </a:solidFill>
                <a:latin typeface="+mn-lt"/>
                <a:ea typeface="+mn-ea"/>
                <a:cs typeface="+mn-cs"/>
              </a:defRPr>
            </a:lvl3pPr>
            <a:lvl4pPr marL="0" algn="l" defTabSz="914377" rtl="0" eaLnBrk="1" latinLnBrk="0" hangingPunct="1">
              <a:spcAft>
                <a:spcPts val="0"/>
              </a:spcAft>
              <a:defRPr lang="en-US" sz="1400" b="0" kern="1200" dirty="0" smtClean="0">
                <a:solidFill>
                  <a:schemeClr val="tx1"/>
                </a:solidFill>
                <a:latin typeface="+mn-lt"/>
                <a:ea typeface="+mn-ea"/>
                <a:cs typeface="+mn-cs"/>
              </a:defRPr>
            </a:lvl4pPr>
            <a:lvl5pPr marL="0" algn="l" defTabSz="914377"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a:t>
            </a:r>
          </a:p>
        </p:txBody>
      </p:sp>
      <p:sp>
        <p:nvSpPr>
          <p:cNvPr id="22" name="Text Placeholder 16">
            <a:extLst>
              <a:ext uri="{FF2B5EF4-FFF2-40B4-BE49-F238E27FC236}">
                <a16:creationId xmlns:a16="http://schemas.microsoft.com/office/drawing/2014/main" id="{57A6BE55-E9EF-68A2-0448-87EF125B2BE9}"/>
              </a:ext>
            </a:extLst>
          </p:cNvPr>
          <p:cNvSpPr>
            <a:spLocks noGrp="1"/>
          </p:cNvSpPr>
          <p:nvPr>
            <p:ph type="body" sz="quarter" idx="15" hasCustomPrompt="1"/>
          </p:nvPr>
        </p:nvSpPr>
        <p:spPr>
          <a:xfrm>
            <a:off x="9158956" y="6124059"/>
            <a:ext cx="1832894" cy="184666"/>
          </a:xfrm>
          <a:prstGeom prst="rect">
            <a:avLst/>
          </a:prstGeom>
        </p:spPr>
        <p:txBody>
          <a:bodyPr wrap="square" anchor="b">
            <a:spAutoFit/>
          </a:bodyPr>
          <a:lstStyle>
            <a:lvl1pPr marL="0" indent="0" algn="r" defTabSz="914377" rtl="0" eaLnBrk="1" latinLnBrk="0" hangingPunct="1">
              <a:spcAft>
                <a:spcPts val="0"/>
              </a:spcAft>
              <a:buNone/>
              <a:defRPr lang="en-US" sz="1200" b="0" i="0" kern="1200" dirty="0">
                <a:solidFill>
                  <a:schemeClr val="bg1"/>
                </a:solidFill>
                <a:latin typeface="+mj-lt"/>
                <a:ea typeface="+mn-ea"/>
                <a:cs typeface="+mn-cs"/>
              </a:defRPr>
            </a:lvl1pPr>
            <a:lvl2pPr marL="0" algn="l" defTabSz="914377" rtl="0" eaLnBrk="1" latinLnBrk="0" hangingPunct="1">
              <a:spcAft>
                <a:spcPts val="0"/>
              </a:spcAft>
              <a:defRPr lang="en-US" sz="1400" b="0" kern="1200" dirty="0" smtClean="0">
                <a:solidFill>
                  <a:schemeClr val="tx1"/>
                </a:solidFill>
                <a:latin typeface="+mn-lt"/>
                <a:ea typeface="+mn-ea"/>
                <a:cs typeface="+mn-cs"/>
              </a:defRPr>
            </a:lvl2pPr>
            <a:lvl3pPr marL="0" algn="l" defTabSz="914377" rtl="0" eaLnBrk="1" latinLnBrk="0" hangingPunct="1">
              <a:spcAft>
                <a:spcPts val="0"/>
              </a:spcAft>
              <a:defRPr lang="en-US" sz="1400" b="0" kern="1200" dirty="0" smtClean="0">
                <a:solidFill>
                  <a:schemeClr val="tx1"/>
                </a:solidFill>
                <a:latin typeface="+mn-lt"/>
                <a:ea typeface="+mn-ea"/>
                <a:cs typeface="+mn-cs"/>
              </a:defRPr>
            </a:lvl3pPr>
            <a:lvl4pPr marL="0" algn="l" defTabSz="914377" rtl="0" eaLnBrk="1" latinLnBrk="0" hangingPunct="1">
              <a:spcAft>
                <a:spcPts val="0"/>
              </a:spcAft>
              <a:defRPr lang="en-US" sz="1400" b="0" kern="1200" dirty="0" smtClean="0">
                <a:solidFill>
                  <a:schemeClr val="tx1"/>
                </a:solidFill>
                <a:latin typeface="+mn-lt"/>
                <a:ea typeface="+mn-ea"/>
                <a:cs typeface="+mn-cs"/>
              </a:defRPr>
            </a:lvl4pPr>
            <a:lvl5pPr marL="0" algn="l" defTabSz="914377" rtl="0" eaLnBrk="1" latinLnBrk="0" hangingPunct="1">
              <a:spcAft>
                <a:spcPts val="0"/>
              </a:spcAft>
              <a:defRPr lang="en-US" sz="1400" b="0" kern="1200" dirty="0" smtClean="0">
                <a:solidFill>
                  <a:schemeClr val="tx1"/>
                </a:solidFill>
                <a:latin typeface="+mn-lt"/>
                <a:ea typeface="+mn-ea"/>
                <a:cs typeface="+mn-cs"/>
              </a:defRPr>
            </a:lvl5pPr>
          </a:lstStyle>
          <a:p>
            <a:pPr lvl="0"/>
            <a:r>
              <a:rPr lang="en-US"/>
              <a:t>MM.DD.YYYY</a:t>
            </a:r>
          </a:p>
        </p:txBody>
      </p:sp>
      <p:pic>
        <p:nvPicPr>
          <p:cNvPr id="2" name="accenture" descr="accenture logo">
            <a:extLst>
              <a:ext uri="{FF2B5EF4-FFF2-40B4-BE49-F238E27FC236}">
                <a16:creationId xmlns:a16="http://schemas.microsoft.com/office/drawing/2014/main" id="{B93529DF-12F1-3D03-117A-86D7C5AD9A1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71951" y="557588"/>
            <a:ext cx="1247506" cy="328510"/>
          </a:xfrm>
          <a:prstGeom prst="rect">
            <a:avLst/>
          </a:prstGeom>
        </p:spPr>
      </p:pic>
    </p:spTree>
    <p:extLst>
      <p:ext uri="{BB962C8B-B14F-4D97-AF65-F5344CB8AC3E}">
        <p14:creationId xmlns:p14="http://schemas.microsoft.com/office/powerpoint/2010/main" val="269001721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20">
          <p15:clr>
            <a:srgbClr val="C35EA4"/>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Cover: Song">
    <p:bg>
      <p:bgPr>
        <a:solidFill>
          <a:schemeClr val="tx1">
            <a:lumMod val="65000"/>
          </a:schemeClr>
        </a:solidFill>
        <a:effectLst/>
      </p:bgPr>
    </p:bg>
    <p:spTree>
      <p:nvGrpSpPr>
        <p:cNvPr id="1" name=""/>
        <p:cNvGrpSpPr/>
        <p:nvPr/>
      </p:nvGrpSpPr>
      <p:grpSpPr>
        <a:xfrm>
          <a:off x="0" y="0"/>
          <a:ext cx="0" cy="0"/>
          <a:chOff x="0" y="0"/>
          <a:chExt cx="0" cy="0"/>
        </a:xfrm>
      </p:grpSpPr>
      <p:pic>
        <p:nvPicPr>
          <p:cNvPr id="2" name="Picture 6">
            <a:extLst>
              <a:ext uri="{FF2B5EF4-FFF2-40B4-BE49-F238E27FC236}">
                <a16:creationId xmlns:a16="http://schemas.microsoft.com/office/drawing/2014/main" id="{2F82E940-E7B0-A119-28B0-041715DCEAF2}"/>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bwMode="invGray">
          <a:xfrm rot="5400000">
            <a:off x="2667739" y="-2666263"/>
            <a:ext cx="6857999" cy="12190525"/>
          </a:xfrm>
          <a:prstGeom prst="rect">
            <a:avLst/>
          </a:prstGeom>
        </p:spPr>
      </p:pic>
      <p:sp>
        <p:nvSpPr>
          <p:cNvPr id="3" name="Title 1">
            <a:extLst>
              <a:ext uri="{FF2B5EF4-FFF2-40B4-BE49-F238E27FC236}">
                <a16:creationId xmlns:a16="http://schemas.microsoft.com/office/drawing/2014/main" id="{2878D30E-951E-72C4-5535-66637753BE55}"/>
              </a:ext>
            </a:extLst>
          </p:cNvPr>
          <p:cNvSpPr>
            <a:spLocks noGrp="1"/>
          </p:cNvSpPr>
          <p:nvPr>
            <p:ph type="title"/>
          </p:nvPr>
        </p:nvSpPr>
        <p:spPr>
          <a:xfrm>
            <a:off x="1164970" y="2952671"/>
            <a:ext cx="8931530" cy="664797"/>
          </a:xfrm>
          <a:prstGeom prst="rect">
            <a:avLst/>
          </a:prstGeom>
        </p:spPr>
        <p:txBody>
          <a:bodyPr wrap="square" anchor="b">
            <a:spAutoFit/>
          </a:bodyPr>
          <a:lstStyle>
            <a:lvl1pPr algn="l">
              <a:lnSpc>
                <a:spcPct val="90000"/>
              </a:lnSpc>
              <a:defRPr sz="4800">
                <a:solidFill>
                  <a:schemeClr val="tx1"/>
                </a:solidFill>
              </a:defRPr>
            </a:lvl1pPr>
          </a:lstStyle>
          <a:p>
            <a:r>
              <a:rPr lang="en-GB"/>
              <a:t>Click to edit Master title style</a:t>
            </a:r>
            <a:endParaRPr lang="en-US"/>
          </a:p>
        </p:txBody>
      </p:sp>
      <p:sp>
        <p:nvSpPr>
          <p:cNvPr id="4" name="Subtitle 2">
            <a:extLst>
              <a:ext uri="{FF2B5EF4-FFF2-40B4-BE49-F238E27FC236}">
                <a16:creationId xmlns:a16="http://schemas.microsoft.com/office/drawing/2014/main" id="{5775FD5F-4D58-7741-C57A-08997F3E1DD6}"/>
              </a:ext>
            </a:extLst>
          </p:cNvPr>
          <p:cNvSpPr>
            <a:spLocks noGrp="1"/>
          </p:cNvSpPr>
          <p:nvPr>
            <p:ph type="subTitle" idx="1" hasCustomPrompt="1"/>
          </p:nvPr>
        </p:nvSpPr>
        <p:spPr>
          <a:xfrm>
            <a:off x="1164970" y="3741489"/>
            <a:ext cx="8931530" cy="1092845"/>
          </a:xfrm>
          <a:prstGeom prst="rect">
            <a:avLst/>
          </a:prstGeom>
        </p:spPr>
        <p:txBody>
          <a:bodyPr/>
          <a:lstStyle>
            <a:lvl1pPr marL="0" indent="0" algn="l">
              <a:lnSpc>
                <a:spcPct val="90000"/>
              </a:lnSpc>
              <a:spcAft>
                <a:spcPts val="0"/>
              </a:spcAft>
              <a:buNone/>
              <a:defRPr sz="1800" b="0" i="0" spc="0">
                <a:solidFill>
                  <a:schemeClr val="tx1"/>
                </a:solidFill>
                <a:latin typeface="Graphik" panose="020B0503030202060203" pitchFamily="34" charset="77"/>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pPr marL="0" lvl="0" indent="0" algn="l" defTabSz="914377" rtl="0" eaLnBrk="1" latinLnBrk="0" hangingPunct="1">
              <a:lnSpc>
                <a:spcPct val="100000"/>
              </a:lnSpc>
              <a:spcBef>
                <a:spcPts val="0"/>
              </a:spcBef>
              <a:spcAft>
                <a:spcPts val="0"/>
              </a:spcAft>
              <a:buFont typeface="Graphik" panose="020B0604020202020204" pitchFamily="34" charset="0"/>
              <a:buNone/>
            </a:pPr>
            <a:r>
              <a:rPr lang="en-GB"/>
              <a:t>Place subtitle here in </a:t>
            </a:r>
            <a:r>
              <a:rPr lang="en-GB" err="1"/>
              <a:t>Graphik</a:t>
            </a:r>
            <a:r>
              <a:rPr lang="en-GB"/>
              <a:t> regular</a:t>
            </a:r>
            <a:endParaRPr lang="en-US"/>
          </a:p>
        </p:txBody>
      </p:sp>
      <p:sp>
        <p:nvSpPr>
          <p:cNvPr id="6" name="Text Placeholder 16">
            <a:extLst>
              <a:ext uri="{FF2B5EF4-FFF2-40B4-BE49-F238E27FC236}">
                <a16:creationId xmlns:a16="http://schemas.microsoft.com/office/drawing/2014/main" id="{EA105FD1-CA09-BDBB-C408-AB40400DB336}"/>
              </a:ext>
            </a:extLst>
          </p:cNvPr>
          <p:cNvSpPr>
            <a:spLocks noGrp="1"/>
          </p:cNvSpPr>
          <p:nvPr>
            <p:ph type="body" sz="quarter" idx="15" hasCustomPrompt="1"/>
          </p:nvPr>
        </p:nvSpPr>
        <p:spPr>
          <a:xfrm>
            <a:off x="1171950" y="5176580"/>
            <a:ext cx="3655291" cy="184666"/>
          </a:xfrm>
          <a:prstGeom prst="rect">
            <a:avLst/>
          </a:prstGeom>
        </p:spPr>
        <p:txBody>
          <a:bodyPr wrap="square">
            <a:spAutoFit/>
          </a:bodyPr>
          <a:lstStyle>
            <a:lvl1pPr marL="0" indent="0" algn="l" defTabSz="914377" rtl="0" eaLnBrk="1" latinLnBrk="0" hangingPunct="1">
              <a:spcAft>
                <a:spcPts val="0"/>
              </a:spcAft>
              <a:buNone/>
              <a:defRPr lang="en-US" sz="1200" b="0" i="0" kern="1200" dirty="0">
                <a:solidFill>
                  <a:schemeClr val="tx1"/>
                </a:solidFill>
                <a:latin typeface="+mj-lt"/>
                <a:ea typeface="+mn-ea"/>
                <a:cs typeface="+mn-cs"/>
              </a:defRPr>
            </a:lvl1pPr>
            <a:lvl2pPr marL="0" algn="l" defTabSz="914377" rtl="0" eaLnBrk="1" latinLnBrk="0" hangingPunct="1">
              <a:spcAft>
                <a:spcPts val="0"/>
              </a:spcAft>
              <a:defRPr lang="en-US" sz="1400" b="0" kern="1200" dirty="0" smtClean="0">
                <a:solidFill>
                  <a:schemeClr val="tx1"/>
                </a:solidFill>
                <a:latin typeface="+mn-lt"/>
                <a:ea typeface="+mn-ea"/>
                <a:cs typeface="+mn-cs"/>
              </a:defRPr>
            </a:lvl2pPr>
            <a:lvl3pPr marL="0" algn="l" defTabSz="914377" rtl="0" eaLnBrk="1" latinLnBrk="0" hangingPunct="1">
              <a:spcAft>
                <a:spcPts val="0"/>
              </a:spcAft>
              <a:defRPr lang="en-US" sz="1400" b="0" kern="1200" dirty="0" smtClean="0">
                <a:solidFill>
                  <a:schemeClr val="tx1"/>
                </a:solidFill>
                <a:latin typeface="+mn-lt"/>
                <a:ea typeface="+mn-ea"/>
                <a:cs typeface="+mn-cs"/>
              </a:defRPr>
            </a:lvl3pPr>
            <a:lvl4pPr marL="0" algn="l" defTabSz="914377" rtl="0" eaLnBrk="1" latinLnBrk="0" hangingPunct="1">
              <a:spcAft>
                <a:spcPts val="0"/>
              </a:spcAft>
              <a:defRPr lang="en-US" sz="1400" b="0" kern="1200" dirty="0" smtClean="0">
                <a:solidFill>
                  <a:schemeClr val="tx1"/>
                </a:solidFill>
                <a:latin typeface="+mn-lt"/>
                <a:ea typeface="+mn-ea"/>
                <a:cs typeface="+mn-cs"/>
              </a:defRPr>
            </a:lvl4pPr>
            <a:lvl5pPr marL="0" algn="l" defTabSz="914377" rtl="0" eaLnBrk="1" latinLnBrk="0" hangingPunct="1">
              <a:spcAft>
                <a:spcPts val="0"/>
              </a:spcAft>
              <a:defRPr lang="en-US" sz="1400" b="0" kern="1200" dirty="0" smtClean="0">
                <a:solidFill>
                  <a:schemeClr val="tx1"/>
                </a:solidFill>
                <a:latin typeface="+mn-lt"/>
                <a:ea typeface="+mn-ea"/>
                <a:cs typeface="+mn-cs"/>
              </a:defRPr>
            </a:lvl5pPr>
          </a:lstStyle>
          <a:p>
            <a:pPr lvl="0"/>
            <a:r>
              <a:rPr lang="en-US"/>
              <a:t>MM.DD.YYYY</a:t>
            </a:r>
          </a:p>
        </p:txBody>
      </p:sp>
      <p:sp>
        <p:nvSpPr>
          <p:cNvPr id="5" name="Text Placeholder 16">
            <a:extLst>
              <a:ext uri="{FF2B5EF4-FFF2-40B4-BE49-F238E27FC236}">
                <a16:creationId xmlns:a16="http://schemas.microsoft.com/office/drawing/2014/main" id="{D266AB3E-F8D9-4648-CDC8-BDA8246735A6}"/>
              </a:ext>
            </a:extLst>
          </p:cNvPr>
          <p:cNvSpPr>
            <a:spLocks noGrp="1"/>
          </p:cNvSpPr>
          <p:nvPr>
            <p:ph type="body" sz="quarter" idx="12" hasCustomPrompt="1"/>
          </p:nvPr>
        </p:nvSpPr>
        <p:spPr>
          <a:xfrm>
            <a:off x="1171950" y="5401494"/>
            <a:ext cx="3655291" cy="184666"/>
          </a:xfrm>
          <a:prstGeom prst="rect">
            <a:avLst/>
          </a:prstGeom>
        </p:spPr>
        <p:txBody>
          <a:bodyPr anchor="b"/>
          <a:lstStyle>
            <a:lvl1pPr marL="0" indent="0" algn="l" defTabSz="914377" rtl="0" eaLnBrk="1" latinLnBrk="0" hangingPunct="1">
              <a:spcAft>
                <a:spcPts val="0"/>
              </a:spcAft>
              <a:buNone/>
              <a:defRPr lang="en-US" sz="1200" b="0" i="0" kern="1200" dirty="0" smtClean="0">
                <a:solidFill>
                  <a:schemeClr val="tx1"/>
                </a:solidFill>
                <a:latin typeface="Graphik" panose="020B0503030202060203" pitchFamily="34" charset="77"/>
                <a:ea typeface="+mn-ea"/>
                <a:cs typeface="+mn-cs"/>
              </a:defRPr>
            </a:lvl1pPr>
            <a:lvl2pPr marL="0" algn="l" defTabSz="914377" rtl="0" eaLnBrk="1" latinLnBrk="0" hangingPunct="1">
              <a:spcAft>
                <a:spcPts val="0"/>
              </a:spcAft>
              <a:defRPr lang="en-US" sz="1400" b="0" kern="1200" dirty="0" smtClean="0">
                <a:solidFill>
                  <a:schemeClr val="tx1"/>
                </a:solidFill>
                <a:latin typeface="+mn-lt"/>
                <a:ea typeface="+mn-ea"/>
                <a:cs typeface="+mn-cs"/>
              </a:defRPr>
            </a:lvl2pPr>
            <a:lvl3pPr marL="0" algn="l" defTabSz="914377" rtl="0" eaLnBrk="1" latinLnBrk="0" hangingPunct="1">
              <a:spcAft>
                <a:spcPts val="0"/>
              </a:spcAft>
              <a:defRPr lang="en-US" sz="1400" b="0" kern="1200" dirty="0" smtClean="0">
                <a:solidFill>
                  <a:schemeClr val="tx1"/>
                </a:solidFill>
                <a:latin typeface="+mn-lt"/>
                <a:ea typeface="+mn-ea"/>
                <a:cs typeface="+mn-cs"/>
              </a:defRPr>
            </a:lvl3pPr>
            <a:lvl4pPr marL="0" algn="l" defTabSz="914377" rtl="0" eaLnBrk="1" latinLnBrk="0" hangingPunct="1">
              <a:spcAft>
                <a:spcPts val="0"/>
              </a:spcAft>
              <a:defRPr lang="en-US" sz="1400" b="0" kern="1200" dirty="0" smtClean="0">
                <a:solidFill>
                  <a:schemeClr val="tx1"/>
                </a:solidFill>
                <a:latin typeface="+mn-lt"/>
                <a:ea typeface="+mn-ea"/>
                <a:cs typeface="+mn-cs"/>
              </a:defRPr>
            </a:lvl4pPr>
            <a:lvl5pPr marL="0" algn="l" defTabSz="914377"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a:t>
            </a:r>
          </a:p>
        </p:txBody>
      </p:sp>
      <p:pic>
        <p:nvPicPr>
          <p:cNvPr id="8" name="Picture 7">
            <a:extLst>
              <a:ext uri="{FF2B5EF4-FFF2-40B4-BE49-F238E27FC236}">
                <a16:creationId xmlns:a16="http://schemas.microsoft.com/office/drawing/2014/main" id="{BAE43744-0C39-A052-7487-659CA9C80BAB}"/>
              </a:ext>
            </a:extLst>
          </p:cNvPr>
          <p:cNvPicPr>
            <a:picLocks noChangeAspect="1"/>
          </p:cNvPicPr>
          <p:nvPr userDrawn="1"/>
        </p:nvPicPr>
        <p:blipFill>
          <a:blip r:embed="rId3"/>
          <a:stretch>
            <a:fillRect/>
          </a:stretch>
        </p:blipFill>
        <p:spPr>
          <a:xfrm>
            <a:off x="1163638" y="6170081"/>
            <a:ext cx="1514051" cy="180050"/>
          </a:xfrm>
          <a:prstGeom prst="rect">
            <a:avLst/>
          </a:prstGeom>
        </p:spPr>
      </p:pic>
      <p:pic>
        <p:nvPicPr>
          <p:cNvPr id="7" name="accenture" descr="accenture logo">
            <a:extLst>
              <a:ext uri="{FF2B5EF4-FFF2-40B4-BE49-F238E27FC236}">
                <a16:creationId xmlns:a16="http://schemas.microsoft.com/office/drawing/2014/main" id="{145CAD81-7743-A093-B6F5-E98233328E56}"/>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1171951" y="557588"/>
            <a:ext cx="1243822" cy="328510"/>
          </a:xfrm>
          <a:prstGeom prst="rect">
            <a:avLst/>
          </a:prstGeom>
        </p:spPr>
      </p:pic>
    </p:spTree>
    <p:extLst>
      <p:ext uri="{BB962C8B-B14F-4D97-AF65-F5344CB8AC3E}">
        <p14:creationId xmlns:p14="http://schemas.microsoft.com/office/powerpoint/2010/main" val="134886994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20">
          <p15:clr>
            <a:srgbClr val="C35EA4"/>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Client &amp; acquisition cover: light mode">
    <p:bg>
      <p:bgPr>
        <a:solidFill>
          <a:schemeClr val="tx1"/>
        </a:solidFill>
        <a:effectLst/>
      </p:bgPr>
    </p:bg>
    <p:spTree>
      <p:nvGrpSpPr>
        <p:cNvPr id="1" name=""/>
        <p:cNvGrpSpPr/>
        <p:nvPr/>
      </p:nvGrpSpPr>
      <p:grpSpPr>
        <a:xfrm>
          <a:off x="0" y="0"/>
          <a:ext cx="0" cy="0"/>
          <a:chOff x="0" y="0"/>
          <a:chExt cx="0" cy="0"/>
        </a:xfrm>
      </p:grpSpPr>
      <p:sp>
        <p:nvSpPr>
          <p:cNvPr id="3" name="Picture Placeholder 11" descr="Image placeholder for client logo">
            <a:extLst>
              <a:ext uri="{FF2B5EF4-FFF2-40B4-BE49-F238E27FC236}">
                <a16:creationId xmlns:a16="http://schemas.microsoft.com/office/drawing/2014/main" id="{C5FB3CF4-DD64-BD63-23C6-97F8FC097FD4}"/>
              </a:ext>
            </a:extLst>
          </p:cNvPr>
          <p:cNvSpPr>
            <a:spLocks noGrp="1"/>
          </p:cNvSpPr>
          <p:nvPr>
            <p:ph type="pic" sz="quarter" idx="13" hasCustomPrompt="1"/>
          </p:nvPr>
        </p:nvSpPr>
        <p:spPr>
          <a:xfrm>
            <a:off x="1143003" y="821769"/>
            <a:ext cx="1884233" cy="985085"/>
          </a:xfrm>
          <a:prstGeom prst="rect">
            <a:avLst/>
          </a:prstGeom>
        </p:spPr>
        <p:txBody>
          <a:bodyPr anchor="ctr"/>
          <a:lstStyle>
            <a:lvl1pPr algn="ctr">
              <a:buFont typeface="Graphik" panose="020B0604020202020204" pitchFamily="34" charset="0"/>
              <a:buNone/>
              <a:defRPr sz="1400" b="0" i="0">
                <a:solidFill>
                  <a:sysClr val="windowText" lastClr="000000"/>
                </a:solidFill>
                <a:latin typeface="Graphik" panose="020B0503030202060203" pitchFamily="34" charset="77"/>
              </a:defRPr>
            </a:lvl1pPr>
          </a:lstStyle>
          <a:p>
            <a:r>
              <a:rPr lang="en-GB"/>
              <a:t>Add client logo</a:t>
            </a:r>
            <a:endParaRPr lang="en-US"/>
          </a:p>
        </p:txBody>
      </p:sp>
      <p:sp>
        <p:nvSpPr>
          <p:cNvPr id="11" name="Title 1">
            <a:extLst>
              <a:ext uri="{FF2B5EF4-FFF2-40B4-BE49-F238E27FC236}">
                <a16:creationId xmlns:a16="http://schemas.microsoft.com/office/drawing/2014/main" id="{441759CF-E2D4-0A80-7950-4AF5952D5985}"/>
              </a:ext>
            </a:extLst>
          </p:cNvPr>
          <p:cNvSpPr>
            <a:spLocks noGrp="1"/>
          </p:cNvSpPr>
          <p:nvPr>
            <p:ph type="ctrTitle"/>
          </p:nvPr>
        </p:nvSpPr>
        <p:spPr bwMode="white">
          <a:xfrm>
            <a:off x="1182796" y="3524589"/>
            <a:ext cx="8813534" cy="664797"/>
          </a:xfrm>
          <a:prstGeom prst="rect">
            <a:avLst/>
          </a:prstGeom>
        </p:spPr>
        <p:txBody>
          <a:bodyPr anchor="b"/>
          <a:lstStyle>
            <a:lvl1pPr algn="l">
              <a:lnSpc>
                <a:spcPct val="90000"/>
              </a:lnSpc>
              <a:defRPr sz="4800">
                <a:solidFill>
                  <a:schemeClr val="bg1"/>
                </a:solidFill>
              </a:defRPr>
            </a:lvl1pPr>
          </a:lstStyle>
          <a:p>
            <a:r>
              <a:rPr lang="en-GB"/>
              <a:t>Click to edit Master title style</a:t>
            </a:r>
            <a:endParaRPr lang="en-US"/>
          </a:p>
        </p:txBody>
      </p:sp>
      <p:sp>
        <p:nvSpPr>
          <p:cNvPr id="10" name="Subtitle 2">
            <a:extLst>
              <a:ext uri="{FF2B5EF4-FFF2-40B4-BE49-F238E27FC236}">
                <a16:creationId xmlns:a16="http://schemas.microsoft.com/office/drawing/2014/main" id="{71313E0C-79AC-2382-CFF0-C1879E03CA7D}"/>
              </a:ext>
            </a:extLst>
          </p:cNvPr>
          <p:cNvSpPr>
            <a:spLocks noGrp="1"/>
          </p:cNvSpPr>
          <p:nvPr>
            <p:ph type="subTitle" idx="1" hasCustomPrompt="1"/>
          </p:nvPr>
        </p:nvSpPr>
        <p:spPr bwMode="white">
          <a:xfrm>
            <a:off x="1182796" y="4302038"/>
            <a:ext cx="5715000" cy="1092845"/>
          </a:xfrm>
          <a:prstGeom prst="rect">
            <a:avLst/>
          </a:prstGeom>
        </p:spPr>
        <p:txBody>
          <a:bodyPr/>
          <a:lstStyle>
            <a:lvl1pPr marL="0" indent="0" algn="l">
              <a:lnSpc>
                <a:spcPct val="90000"/>
              </a:lnSpc>
              <a:spcAft>
                <a:spcPts val="0"/>
              </a:spcAft>
              <a:buNone/>
              <a:defRPr sz="1800" b="0" i="0" spc="0">
                <a:solidFill>
                  <a:schemeClr val="bg1"/>
                </a:solidFill>
                <a:latin typeface="Graphik" panose="020B0503030202060203" pitchFamily="34" charset="77"/>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pPr marL="0" lvl="0" indent="0" algn="l" defTabSz="914377" rtl="0" eaLnBrk="1" latinLnBrk="0" hangingPunct="1">
              <a:lnSpc>
                <a:spcPct val="100000"/>
              </a:lnSpc>
              <a:spcBef>
                <a:spcPts val="0"/>
              </a:spcBef>
              <a:spcAft>
                <a:spcPts val="0"/>
              </a:spcAft>
              <a:buFont typeface="Graphik" panose="020B0604020202020204" pitchFamily="34" charset="0"/>
              <a:buNone/>
            </a:pPr>
            <a:r>
              <a:rPr lang="en-GB"/>
              <a:t>Place subtitle here in </a:t>
            </a:r>
            <a:r>
              <a:rPr lang="en-GB" err="1"/>
              <a:t>Graphik</a:t>
            </a:r>
            <a:r>
              <a:rPr lang="en-GB"/>
              <a:t> regular</a:t>
            </a:r>
            <a:endParaRPr lang="en-US"/>
          </a:p>
        </p:txBody>
      </p:sp>
      <p:sp>
        <p:nvSpPr>
          <p:cNvPr id="9" name="Text Placeholder 16">
            <a:extLst>
              <a:ext uri="{FF2B5EF4-FFF2-40B4-BE49-F238E27FC236}">
                <a16:creationId xmlns:a16="http://schemas.microsoft.com/office/drawing/2014/main" id="{EF8263C3-A1F7-3492-0FC4-3EB7054D3058}"/>
              </a:ext>
            </a:extLst>
          </p:cNvPr>
          <p:cNvSpPr>
            <a:spLocks noGrp="1"/>
          </p:cNvSpPr>
          <p:nvPr>
            <p:ph type="body" sz="quarter" idx="16" hasCustomPrompt="1"/>
          </p:nvPr>
        </p:nvSpPr>
        <p:spPr>
          <a:xfrm>
            <a:off x="1178689" y="5495715"/>
            <a:ext cx="2825654" cy="184666"/>
          </a:xfrm>
          <a:prstGeom prst="rect">
            <a:avLst/>
          </a:prstGeom>
        </p:spPr>
        <p:txBody>
          <a:bodyPr wrap="square">
            <a:spAutoFit/>
          </a:bodyPr>
          <a:lstStyle>
            <a:lvl1pPr marL="0" indent="0" algn="l" defTabSz="914377" rtl="0" eaLnBrk="1" latinLnBrk="0" hangingPunct="1">
              <a:spcAft>
                <a:spcPts val="0"/>
              </a:spcAft>
              <a:buNone/>
              <a:defRPr lang="en-US" sz="1200" b="0" i="0" kern="1200" dirty="0">
                <a:solidFill>
                  <a:schemeClr val="bg1"/>
                </a:solidFill>
                <a:latin typeface="+mj-lt"/>
                <a:ea typeface="+mn-ea"/>
                <a:cs typeface="+mn-cs"/>
              </a:defRPr>
            </a:lvl1pPr>
            <a:lvl2pPr marL="0" algn="l" defTabSz="914377" rtl="0" eaLnBrk="1" latinLnBrk="0" hangingPunct="1">
              <a:spcAft>
                <a:spcPts val="0"/>
              </a:spcAft>
              <a:defRPr lang="en-US" sz="1400" b="0" kern="1200" dirty="0" smtClean="0">
                <a:solidFill>
                  <a:schemeClr val="tx1"/>
                </a:solidFill>
                <a:latin typeface="+mn-lt"/>
                <a:ea typeface="+mn-ea"/>
                <a:cs typeface="+mn-cs"/>
              </a:defRPr>
            </a:lvl2pPr>
            <a:lvl3pPr marL="0" algn="l" defTabSz="914377" rtl="0" eaLnBrk="1" latinLnBrk="0" hangingPunct="1">
              <a:spcAft>
                <a:spcPts val="0"/>
              </a:spcAft>
              <a:defRPr lang="en-US" sz="1400" b="0" kern="1200" dirty="0" smtClean="0">
                <a:solidFill>
                  <a:schemeClr val="tx1"/>
                </a:solidFill>
                <a:latin typeface="+mn-lt"/>
                <a:ea typeface="+mn-ea"/>
                <a:cs typeface="+mn-cs"/>
              </a:defRPr>
            </a:lvl3pPr>
            <a:lvl4pPr marL="0" algn="l" defTabSz="914377" rtl="0" eaLnBrk="1" latinLnBrk="0" hangingPunct="1">
              <a:spcAft>
                <a:spcPts val="0"/>
              </a:spcAft>
              <a:defRPr lang="en-US" sz="1400" b="0" kern="1200" dirty="0" smtClean="0">
                <a:solidFill>
                  <a:schemeClr val="tx1"/>
                </a:solidFill>
                <a:latin typeface="+mn-lt"/>
                <a:ea typeface="+mn-ea"/>
                <a:cs typeface="+mn-cs"/>
              </a:defRPr>
            </a:lvl4pPr>
            <a:lvl5pPr marL="0" algn="l" defTabSz="914377" rtl="0" eaLnBrk="1" latinLnBrk="0" hangingPunct="1">
              <a:spcAft>
                <a:spcPts val="0"/>
              </a:spcAft>
              <a:defRPr lang="en-US" sz="1400" b="0" kern="1200" dirty="0" smtClean="0">
                <a:solidFill>
                  <a:schemeClr val="tx1"/>
                </a:solidFill>
                <a:latin typeface="+mn-lt"/>
                <a:ea typeface="+mn-ea"/>
                <a:cs typeface="+mn-cs"/>
              </a:defRPr>
            </a:lvl5pPr>
          </a:lstStyle>
          <a:p>
            <a:pPr lvl="0"/>
            <a:r>
              <a:rPr lang="en-US"/>
              <a:t>MM.DD.YYYY</a:t>
            </a:r>
          </a:p>
        </p:txBody>
      </p:sp>
      <p:sp>
        <p:nvSpPr>
          <p:cNvPr id="6" name="Text Placeholder 16">
            <a:extLst>
              <a:ext uri="{FF2B5EF4-FFF2-40B4-BE49-F238E27FC236}">
                <a16:creationId xmlns:a16="http://schemas.microsoft.com/office/drawing/2014/main" id="{36794D19-B699-311B-25DD-C0D60FC7889B}"/>
              </a:ext>
            </a:extLst>
          </p:cNvPr>
          <p:cNvSpPr>
            <a:spLocks noGrp="1"/>
          </p:cNvSpPr>
          <p:nvPr>
            <p:ph type="body" sz="quarter" idx="12" hasCustomPrompt="1"/>
          </p:nvPr>
        </p:nvSpPr>
        <p:spPr bwMode="white">
          <a:xfrm>
            <a:off x="1182796" y="5781214"/>
            <a:ext cx="5714999" cy="530687"/>
          </a:xfrm>
          <a:prstGeom prst="rect">
            <a:avLst/>
          </a:prstGeom>
        </p:spPr>
        <p:txBody>
          <a:bodyPr/>
          <a:lstStyle>
            <a:lvl1pPr marL="0" indent="0" algn="l" defTabSz="914377" rtl="0" eaLnBrk="1" latinLnBrk="0" hangingPunct="1">
              <a:spcAft>
                <a:spcPts val="0"/>
              </a:spcAft>
              <a:buNone/>
              <a:defRPr lang="en-US" sz="1200" b="0" i="0" kern="1200" dirty="0" smtClean="0">
                <a:solidFill>
                  <a:schemeClr val="bg1"/>
                </a:solidFill>
                <a:latin typeface="Graphik" panose="020B0503030202060203" pitchFamily="34" charset="77"/>
                <a:ea typeface="+mn-ea"/>
                <a:cs typeface="+mn-cs"/>
              </a:defRPr>
            </a:lvl1pPr>
            <a:lvl2pPr marL="0" algn="l" defTabSz="914377" rtl="0" eaLnBrk="1" latinLnBrk="0" hangingPunct="1">
              <a:spcAft>
                <a:spcPts val="0"/>
              </a:spcAft>
              <a:defRPr lang="en-US" sz="1400" b="0" kern="1200" dirty="0" smtClean="0">
                <a:solidFill>
                  <a:schemeClr val="tx1"/>
                </a:solidFill>
                <a:latin typeface="+mn-lt"/>
                <a:ea typeface="+mn-ea"/>
                <a:cs typeface="+mn-cs"/>
              </a:defRPr>
            </a:lvl2pPr>
            <a:lvl3pPr marL="0" algn="l" defTabSz="914377" rtl="0" eaLnBrk="1" latinLnBrk="0" hangingPunct="1">
              <a:spcAft>
                <a:spcPts val="0"/>
              </a:spcAft>
              <a:defRPr lang="en-US" sz="1400" b="0" kern="1200" dirty="0" smtClean="0">
                <a:solidFill>
                  <a:schemeClr val="tx1"/>
                </a:solidFill>
                <a:latin typeface="+mn-lt"/>
                <a:ea typeface="+mn-ea"/>
                <a:cs typeface="+mn-cs"/>
              </a:defRPr>
            </a:lvl3pPr>
            <a:lvl4pPr marL="0" algn="l" defTabSz="914377" rtl="0" eaLnBrk="1" latinLnBrk="0" hangingPunct="1">
              <a:spcAft>
                <a:spcPts val="0"/>
              </a:spcAft>
              <a:defRPr lang="en-US" sz="1400" b="0" kern="1200" dirty="0" smtClean="0">
                <a:solidFill>
                  <a:schemeClr val="tx1"/>
                </a:solidFill>
                <a:latin typeface="+mn-lt"/>
                <a:ea typeface="+mn-ea"/>
                <a:cs typeface="+mn-cs"/>
              </a:defRPr>
            </a:lvl4pPr>
            <a:lvl5pPr marL="0" algn="l" defTabSz="914377"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a:t>
            </a:r>
          </a:p>
        </p:txBody>
      </p:sp>
      <p:pic>
        <p:nvPicPr>
          <p:cNvPr id="7" name="accenture" descr="accenture logo">
            <a:extLst>
              <a:ext uri="{FF2B5EF4-FFF2-40B4-BE49-F238E27FC236}">
                <a16:creationId xmlns:a16="http://schemas.microsoft.com/office/drawing/2014/main" id="{B644DD64-75F6-CAA6-3062-5DD0649C1338}"/>
              </a:ext>
            </a:extLst>
          </p:cNvPr>
          <p:cNvPicPr>
            <a:picLocks/>
          </p:cNvPicPr>
          <p:nvPr userDrawn="1"/>
        </p:nvPicPr>
        <p:blipFill>
          <a:blip>
            <a:extLst>
              <a:ext uri="{96DAC541-7B7A-43D3-8B79-37D633B846F1}">
                <asvg:svgBlip xmlns:asvg="http://schemas.microsoft.com/office/drawing/2016/SVG/main" r:embed="rId2"/>
              </a:ext>
            </a:extLst>
          </a:blip>
          <a:stretch>
            <a:fillRect/>
          </a:stretch>
        </p:blipFill>
        <p:spPr>
          <a:xfrm>
            <a:off x="9936000" y="6022800"/>
            <a:ext cx="1044000" cy="273836"/>
          </a:xfrm>
          <a:prstGeom prst="rect">
            <a:avLst/>
          </a:prstGeom>
        </p:spPr>
      </p:pic>
    </p:spTree>
    <p:extLst>
      <p:ext uri="{BB962C8B-B14F-4D97-AF65-F5344CB8AC3E}">
        <p14:creationId xmlns:p14="http://schemas.microsoft.com/office/powerpoint/2010/main" val="334009747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Client &amp; acquisition cover: gradient">
    <p:bg>
      <p:bgPr>
        <a:solidFill>
          <a:schemeClr val="tx1"/>
        </a:solidFill>
        <a:effectLst/>
      </p:bgPr>
    </p:bg>
    <p:spTree>
      <p:nvGrpSpPr>
        <p:cNvPr id="1" name=""/>
        <p:cNvGrpSpPr/>
        <p:nvPr/>
      </p:nvGrpSpPr>
      <p:grpSpPr>
        <a:xfrm>
          <a:off x="0" y="0"/>
          <a:ext cx="0" cy="0"/>
          <a:chOff x="0" y="0"/>
          <a:chExt cx="0" cy="0"/>
        </a:xfrm>
      </p:grpSpPr>
      <p:pic>
        <p:nvPicPr>
          <p:cNvPr id="4" name="gradient">
            <a:extLst>
              <a:ext uri="{FF2B5EF4-FFF2-40B4-BE49-F238E27FC236}">
                <a16:creationId xmlns:a16="http://schemas.microsoft.com/office/drawing/2014/main" id="{50E1CD4C-93E5-0BD5-6237-D39D310F8CC8}"/>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bwMode="invGray">
          <a:xfrm rot="5400000">
            <a:off x="2667738" y="-2666262"/>
            <a:ext cx="6857999" cy="12190525"/>
          </a:xfrm>
          <a:prstGeom prst="rect">
            <a:avLst/>
          </a:prstGeom>
        </p:spPr>
      </p:pic>
      <p:sp>
        <p:nvSpPr>
          <p:cNvPr id="11" name="Title 1">
            <a:extLst>
              <a:ext uri="{FF2B5EF4-FFF2-40B4-BE49-F238E27FC236}">
                <a16:creationId xmlns:a16="http://schemas.microsoft.com/office/drawing/2014/main" id="{441759CF-E2D4-0A80-7950-4AF5952D5985}"/>
              </a:ext>
            </a:extLst>
          </p:cNvPr>
          <p:cNvSpPr>
            <a:spLocks noGrp="1"/>
          </p:cNvSpPr>
          <p:nvPr>
            <p:ph type="ctrTitle"/>
          </p:nvPr>
        </p:nvSpPr>
        <p:spPr bwMode="white">
          <a:xfrm>
            <a:off x="1182796" y="2425701"/>
            <a:ext cx="8813534" cy="1763686"/>
          </a:xfrm>
          <a:prstGeom prst="rect">
            <a:avLst/>
          </a:prstGeom>
        </p:spPr>
        <p:txBody>
          <a:bodyPr anchor="b"/>
          <a:lstStyle>
            <a:lvl1pPr algn="l">
              <a:lnSpc>
                <a:spcPct val="90000"/>
              </a:lnSpc>
              <a:defRPr sz="4800">
                <a:solidFill>
                  <a:schemeClr val="tx1"/>
                </a:solidFill>
              </a:defRPr>
            </a:lvl1pPr>
          </a:lstStyle>
          <a:p>
            <a:r>
              <a:rPr lang="en-GB"/>
              <a:t>Click to edit Master title style</a:t>
            </a:r>
            <a:endParaRPr lang="en-US"/>
          </a:p>
        </p:txBody>
      </p:sp>
      <p:sp>
        <p:nvSpPr>
          <p:cNvPr id="10" name="Subtitle 2">
            <a:extLst>
              <a:ext uri="{FF2B5EF4-FFF2-40B4-BE49-F238E27FC236}">
                <a16:creationId xmlns:a16="http://schemas.microsoft.com/office/drawing/2014/main" id="{71313E0C-79AC-2382-CFF0-C1879E03CA7D}"/>
              </a:ext>
            </a:extLst>
          </p:cNvPr>
          <p:cNvSpPr>
            <a:spLocks noGrp="1"/>
          </p:cNvSpPr>
          <p:nvPr>
            <p:ph type="subTitle" idx="1" hasCustomPrompt="1"/>
          </p:nvPr>
        </p:nvSpPr>
        <p:spPr bwMode="white">
          <a:xfrm>
            <a:off x="1182796" y="4302038"/>
            <a:ext cx="5715000" cy="1092845"/>
          </a:xfrm>
          <a:prstGeom prst="rect">
            <a:avLst/>
          </a:prstGeom>
        </p:spPr>
        <p:txBody>
          <a:bodyPr/>
          <a:lstStyle>
            <a:lvl1pPr marL="0" indent="0" algn="l">
              <a:lnSpc>
                <a:spcPct val="90000"/>
              </a:lnSpc>
              <a:spcAft>
                <a:spcPts val="0"/>
              </a:spcAft>
              <a:buNone/>
              <a:defRPr sz="1800" b="0" i="0" spc="0">
                <a:solidFill>
                  <a:schemeClr val="tx1"/>
                </a:solidFill>
                <a:latin typeface="Graphik" panose="020B0503030202060203" pitchFamily="34" charset="77"/>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pPr marL="0" lvl="0" indent="0" algn="l" defTabSz="914377" rtl="0" eaLnBrk="1" latinLnBrk="0" hangingPunct="1">
              <a:lnSpc>
                <a:spcPct val="100000"/>
              </a:lnSpc>
              <a:spcBef>
                <a:spcPts val="0"/>
              </a:spcBef>
              <a:spcAft>
                <a:spcPts val="0"/>
              </a:spcAft>
              <a:buFont typeface="Graphik" panose="020B0604020202020204" pitchFamily="34" charset="0"/>
              <a:buNone/>
            </a:pPr>
            <a:r>
              <a:rPr lang="en-GB"/>
              <a:t>Place subtitle here in </a:t>
            </a:r>
            <a:r>
              <a:rPr lang="en-GB" err="1"/>
              <a:t>Graphik</a:t>
            </a:r>
            <a:r>
              <a:rPr lang="en-GB"/>
              <a:t> regular</a:t>
            </a:r>
            <a:endParaRPr lang="en-US"/>
          </a:p>
        </p:txBody>
      </p:sp>
      <p:sp>
        <p:nvSpPr>
          <p:cNvPr id="3" name="Picture Placeholder 11" descr="Image placeholder for client logo">
            <a:extLst>
              <a:ext uri="{FF2B5EF4-FFF2-40B4-BE49-F238E27FC236}">
                <a16:creationId xmlns:a16="http://schemas.microsoft.com/office/drawing/2014/main" id="{C5FB3CF4-DD64-BD63-23C6-97F8FC097FD4}"/>
              </a:ext>
            </a:extLst>
          </p:cNvPr>
          <p:cNvSpPr>
            <a:spLocks noGrp="1"/>
          </p:cNvSpPr>
          <p:nvPr>
            <p:ph type="pic" sz="quarter" idx="13" hasCustomPrompt="1"/>
          </p:nvPr>
        </p:nvSpPr>
        <p:spPr>
          <a:xfrm>
            <a:off x="1143003" y="821769"/>
            <a:ext cx="1884233" cy="985085"/>
          </a:xfrm>
          <a:prstGeom prst="rect">
            <a:avLst/>
          </a:prstGeom>
        </p:spPr>
        <p:txBody>
          <a:bodyPr anchor="ctr"/>
          <a:lstStyle>
            <a:lvl1pPr algn="ctr">
              <a:buFont typeface="Graphik" panose="020B0604020202020204" pitchFamily="34" charset="0"/>
              <a:buNone/>
              <a:defRPr sz="1400" b="0" i="0">
                <a:solidFill>
                  <a:schemeClr val="tx1"/>
                </a:solidFill>
                <a:latin typeface="Graphik" panose="020B0503030202060203" pitchFamily="34" charset="77"/>
              </a:defRPr>
            </a:lvl1pPr>
          </a:lstStyle>
          <a:p>
            <a:r>
              <a:rPr lang="en-GB"/>
              <a:t>Add client logo</a:t>
            </a:r>
            <a:endParaRPr lang="en-US"/>
          </a:p>
        </p:txBody>
      </p:sp>
      <p:sp>
        <p:nvSpPr>
          <p:cNvPr id="9" name="Text Placeholder 1">
            <a:extLst>
              <a:ext uri="{FF2B5EF4-FFF2-40B4-BE49-F238E27FC236}">
                <a16:creationId xmlns:a16="http://schemas.microsoft.com/office/drawing/2014/main" id="{EF8263C3-A1F7-3492-0FC4-3EB7054D3058}"/>
              </a:ext>
            </a:extLst>
          </p:cNvPr>
          <p:cNvSpPr>
            <a:spLocks noGrp="1"/>
          </p:cNvSpPr>
          <p:nvPr>
            <p:ph type="body" sz="quarter" idx="16" hasCustomPrompt="1"/>
          </p:nvPr>
        </p:nvSpPr>
        <p:spPr>
          <a:xfrm>
            <a:off x="1178689" y="5495715"/>
            <a:ext cx="2825654" cy="184666"/>
          </a:xfrm>
          <a:prstGeom prst="rect">
            <a:avLst/>
          </a:prstGeom>
        </p:spPr>
        <p:txBody>
          <a:bodyPr wrap="square">
            <a:spAutoFit/>
          </a:bodyPr>
          <a:lstStyle>
            <a:lvl1pPr marL="0" indent="0" algn="l" defTabSz="914377" rtl="0" eaLnBrk="1" latinLnBrk="0" hangingPunct="1">
              <a:spcAft>
                <a:spcPts val="0"/>
              </a:spcAft>
              <a:buNone/>
              <a:defRPr lang="en-US" sz="1200" b="0" i="0" kern="1200" dirty="0">
                <a:solidFill>
                  <a:schemeClr val="tx1"/>
                </a:solidFill>
                <a:latin typeface="+mj-lt"/>
                <a:ea typeface="+mn-ea"/>
                <a:cs typeface="+mn-cs"/>
              </a:defRPr>
            </a:lvl1pPr>
            <a:lvl2pPr marL="0" algn="l" defTabSz="914377" rtl="0" eaLnBrk="1" latinLnBrk="0" hangingPunct="1">
              <a:spcAft>
                <a:spcPts val="0"/>
              </a:spcAft>
              <a:defRPr lang="en-US" sz="1400" b="0" kern="1200" dirty="0" smtClean="0">
                <a:solidFill>
                  <a:schemeClr val="tx1"/>
                </a:solidFill>
                <a:latin typeface="+mn-lt"/>
                <a:ea typeface="+mn-ea"/>
                <a:cs typeface="+mn-cs"/>
              </a:defRPr>
            </a:lvl2pPr>
            <a:lvl3pPr marL="0" algn="l" defTabSz="914377" rtl="0" eaLnBrk="1" latinLnBrk="0" hangingPunct="1">
              <a:spcAft>
                <a:spcPts val="0"/>
              </a:spcAft>
              <a:defRPr lang="en-US" sz="1400" b="0" kern="1200" dirty="0" smtClean="0">
                <a:solidFill>
                  <a:schemeClr val="tx1"/>
                </a:solidFill>
                <a:latin typeface="+mn-lt"/>
                <a:ea typeface="+mn-ea"/>
                <a:cs typeface="+mn-cs"/>
              </a:defRPr>
            </a:lvl3pPr>
            <a:lvl4pPr marL="0" algn="l" defTabSz="914377" rtl="0" eaLnBrk="1" latinLnBrk="0" hangingPunct="1">
              <a:spcAft>
                <a:spcPts val="0"/>
              </a:spcAft>
              <a:defRPr lang="en-US" sz="1400" b="0" kern="1200" dirty="0" smtClean="0">
                <a:solidFill>
                  <a:schemeClr val="tx1"/>
                </a:solidFill>
                <a:latin typeface="+mn-lt"/>
                <a:ea typeface="+mn-ea"/>
                <a:cs typeface="+mn-cs"/>
              </a:defRPr>
            </a:lvl4pPr>
            <a:lvl5pPr marL="0" algn="l" defTabSz="914377" rtl="0" eaLnBrk="1" latinLnBrk="0" hangingPunct="1">
              <a:spcAft>
                <a:spcPts val="0"/>
              </a:spcAft>
              <a:defRPr lang="en-US" sz="1400" b="0" kern="1200" dirty="0" smtClean="0">
                <a:solidFill>
                  <a:schemeClr val="tx1"/>
                </a:solidFill>
                <a:latin typeface="+mn-lt"/>
                <a:ea typeface="+mn-ea"/>
                <a:cs typeface="+mn-cs"/>
              </a:defRPr>
            </a:lvl5pPr>
          </a:lstStyle>
          <a:p>
            <a:pPr lvl="0"/>
            <a:r>
              <a:rPr lang="en-US"/>
              <a:t>MM.DD.YYYY</a:t>
            </a:r>
          </a:p>
        </p:txBody>
      </p:sp>
      <p:sp>
        <p:nvSpPr>
          <p:cNvPr id="6" name="Text Placeholder 2">
            <a:extLst>
              <a:ext uri="{FF2B5EF4-FFF2-40B4-BE49-F238E27FC236}">
                <a16:creationId xmlns:a16="http://schemas.microsoft.com/office/drawing/2014/main" id="{36794D19-B699-311B-25DD-C0D60FC7889B}"/>
              </a:ext>
            </a:extLst>
          </p:cNvPr>
          <p:cNvSpPr>
            <a:spLocks noGrp="1"/>
          </p:cNvSpPr>
          <p:nvPr>
            <p:ph type="body" sz="quarter" idx="12" hasCustomPrompt="1"/>
          </p:nvPr>
        </p:nvSpPr>
        <p:spPr bwMode="white">
          <a:xfrm>
            <a:off x="1182796" y="5781214"/>
            <a:ext cx="5714999" cy="530687"/>
          </a:xfrm>
          <a:prstGeom prst="rect">
            <a:avLst/>
          </a:prstGeom>
        </p:spPr>
        <p:txBody>
          <a:bodyPr/>
          <a:lstStyle>
            <a:lvl1pPr marL="0" indent="0" algn="l" defTabSz="914377" rtl="0" eaLnBrk="1" latinLnBrk="0" hangingPunct="1">
              <a:spcAft>
                <a:spcPts val="0"/>
              </a:spcAft>
              <a:buNone/>
              <a:defRPr lang="en-US" sz="1200" b="0" i="0" kern="1200" dirty="0" smtClean="0">
                <a:solidFill>
                  <a:schemeClr val="tx1"/>
                </a:solidFill>
                <a:latin typeface="Graphik" panose="020B0503030202060203" pitchFamily="34" charset="77"/>
                <a:ea typeface="+mn-ea"/>
                <a:cs typeface="+mn-cs"/>
              </a:defRPr>
            </a:lvl1pPr>
            <a:lvl2pPr marL="0" algn="l" defTabSz="914377" rtl="0" eaLnBrk="1" latinLnBrk="0" hangingPunct="1">
              <a:spcAft>
                <a:spcPts val="0"/>
              </a:spcAft>
              <a:defRPr lang="en-US" sz="1400" b="0" kern="1200" dirty="0" smtClean="0">
                <a:solidFill>
                  <a:schemeClr val="tx1"/>
                </a:solidFill>
                <a:latin typeface="+mn-lt"/>
                <a:ea typeface="+mn-ea"/>
                <a:cs typeface="+mn-cs"/>
              </a:defRPr>
            </a:lvl2pPr>
            <a:lvl3pPr marL="0" algn="l" defTabSz="914377" rtl="0" eaLnBrk="1" latinLnBrk="0" hangingPunct="1">
              <a:spcAft>
                <a:spcPts val="0"/>
              </a:spcAft>
              <a:defRPr lang="en-US" sz="1400" b="0" kern="1200" dirty="0" smtClean="0">
                <a:solidFill>
                  <a:schemeClr val="tx1"/>
                </a:solidFill>
                <a:latin typeface="+mn-lt"/>
                <a:ea typeface="+mn-ea"/>
                <a:cs typeface="+mn-cs"/>
              </a:defRPr>
            </a:lvl3pPr>
            <a:lvl4pPr marL="0" algn="l" defTabSz="914377" rtl="0" eaLnBrk="1" latinLnBrk="0" hangingPunct="1">
              <a:spcAft>
                <a:spcPts val="0"/>
              </a:spcAft>
              <a:defRPr lang="en-US" sz="1400" b="0" kern="1200" dirty="0" smtClean="0">
                <a:solidFill>
                  <a:schemeClr val="tx1"/>
                </a:solidFill>
                <a:latin typeface="+mn-lt"/>
                <a:ea typeface="+mn-ea"/>
                <a:cs typeface="+mn-cs"/>
              </a:defRPr>
            </a:lvl4pPr>
            <a:lvl5pPr marL="0" algn="l" defTabSz="914377"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a:t>
            </a:r>
          </a:p>
        </p:txBody>
      </p:sp>
      <p:pic>
        <p:nvPicPr>
          <p:cNvPr id="2" name="accenture" descr="accenture logo">
            <a:extLst>
              <a:ext uri="{FF2B5EF4-FFF2-40B4-BE49-F238E27FC236}">
                <a16:creationId xmlns:a16="http://schemas.microsoft.com/office/drawing/2014/main" id="{F9A1CCE7-7706-F83F-4541-BDA00F682BFA}"/>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9919196" y="6016340"/>
            <a:ext cx="1082581" cy="285924"/>
          </a:xfrm>
          <a:prstGeom prst="rect">
            <a:avLst/>
          </a:prstGeom>
        </p:spPr>
      </p:pic>
    </p:spTree>
    <p:extLst>
      <p:ext uri="{BB962C8B-B14F-4D97-AF65-F5344CB8AC3E}">
        <p14:creationId xmlns:p14="http://schemas.microsoft.com/office/powerpoint/2010/main" val="425975729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Agenda: dark mod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58DFF95F-BC04-BCE4-81EC-25C099CB74A3}"/>
              </a:ext>
            </a:extLst>
          </p:cNvPr>
          <p:cNvSpPr/>
          <p:nvPr userDrawn="1"/>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tIns="121920" bIns="121920" rtlCol="0" anchor="ctr"/>
          <a:lstStyle/>
          <a:p>
            <a:pPr algn="ctr"/>
            <a:endParaRPr lang="en-AR" sz="2400" err="1"/>
          </a:p>
        </p:txBody>
      </p:sp>
      <p:sp>
        <p:nvSpPr>
          <p:cNvPr id="2" name="Title 1">
            <a:extLst>
              <a:ext uri="{FF2B5EF4-FFF2-40B4-BE49-F238E27FC236}">
                <a16:creationId xmlns:a16="http://schemas.microsoft.com/office/drawing/2014/main" id="{F251A5E4-3909-4229-80CB-2E4CA2A5B2D3}"/>
              </a:ext>
            </a:extLst>
          </p:cNvPr>
          <p:cNvSpPr>
            <a:spLocks noGrp="1"/>
          </p:cNvSpPr>
          <p:nvPr>
            <p:ph type="title" hasCustomPrompt="1"/>
          </p:nvPr>
        </p:nvSpPr>
        <p:spPr>
          <a:xfrm>
            <a:off x="561600" y="2187403"/>
            <a:ext cx="3091443" cy="393954"/>
          </a:xfrm>
          <a:prstGeom prst="rect">
            <a:avLst/>
          </a:prstGeom>
        </p:spPr>
        <p:txBody>
          <a:bodyPr anchor="b"/>
          <a:lstStyle>
            <a:lvl1pPr>
              <a:defRPr sz="3200">
                <a:solidFill>
                  <a:schemeClr val="accent2"/>
                </a:solidFill>
              </a:defRPr>
            </a:lvl1pPr>
          </a:lstStyle>
          <a:p>
            <a:r>
              <a:rPr lang="en-GB"/>
              <a:t>Agenda title</a:t>
            </a:r>
            <a:endParaRPr lang="en-US"/>
          </a:p>
        </p:txBody>
      </p:sp>
      <p:sp>
        <p:nvSpPr>
          <p:cNvPr id="29" name="Text Placeholder 3">
            <a:extLst>
              <a:ext uri="{FF2B5EF4-FFF2-40B4-BE49-F238E27FC236}">
                <a16:creationId xmlns:a16="http://schemas.microsoft.com/office/drawing/2014/main" id="{2F4C171E-3D12-FC48-87BB-B5005B4EE338}"/>
              </a:ext>
            </a:extLst>
          </p:cNvPr>
          <p:cNvSpPr>
            <a:spLocks noGrp="1"/>
          </p:cNvSpPr>
          <p:nvPr>
            <p:ph type="body" sz="quarter" idx="31" hasCustomPrompt="1"/>
          </p:nvPr>
        </p:nvSpPr>
        <p:spPr>
          <a:xfrm>
            <a:off x="4426241" y="1371602"/>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accent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18" name="Text Placeholder 4">
            <a:extLst>
              <a:ext uri="{FF2B5EF4-FFF2-40B4-BE49-F238E27FC236}">
                <a16:creationId xmlns:a16="http://schemas.microsoft.com/office/drawing/2014/main" id="{257C0C72-781A-F24F-B1F2-0A290409F1F6}"/>
              </a:ext>
            </a:extLst>
          </p:cNvPr>
          <p:cNvSpPr>
            <a:spLocks noGrp="1"/>
          </p:cNvSpPr>
          <p:nvPr>
            <p:ph type="body" sz="quarter" idx="16" hasCustomPrompt="1"/>
          </p:nvPr>
        </p:nvSpPr>
        <p:spPr>
          <a:xfrm>
            <a:off x="4966974" y="1371602"/>
            <a:ext cx="2783175" cy="485340"/>
          </a:xfrm>
          <a:prstGeom prst="rect">
            <a:avLst/>
          </a:prstGeom>
        </p:spPr>
        <p:txBody>
          <a:bodyPr anchor="ctr"/>
          <a:lstStyle>
            <a:lvl1pPr>
              <a:spcAft>
                <a:spcPts val="0"/>
              </a:spcAft>
              <a:buNone/>
              <a:defRPr sz="1600" b="0" i="0">
                <a:solidFill>
                  <a:schemeClr val="bg1"/>
                </a:solidFill>
                <a:latin typeface="Graphik" panose="020B0503030202060203" pitchFamily="34" charset="77"/>
              </a:defRPr>
            </a:lvl1pPr>
          </a:lstStyle>
          <a:p>
            <a:pPr lvl="0"/>
            <a:r>
              <a:rPr lang="en-GB"/>
              <a:t>Insert agenda item</a:t>
            </a:r>
            <a:endParaRPr lang="en-US"/>
          </a:p>
        </p:txBody>
      </p:sp>
      <p:sp>
        <p:nvSpPr>
          <p:cNvPr id="30" name="Text Placeholder 5">
            <a:extLst>
              <a:ext uri="{FF2B5EF4-FFF2-40B4-BE49-F238E27FC236}">
                <a16:creationId xmlns:a16="http://schemas.microsoft.com/office/drawing/2014/main" id="{E8AE9E02-9423-4748-8AD7-2BBB3B94A799}"/>
              </a:ext>
            </a:extLst>
          </p:cNvPr>
          <p:cNvSpPr>
            <a:spLocks noGrp="1"/>
          </p:cNvSpPr>
          <p:nvPr>
            <p:ph type="body" sz="quarter" idx="32" hasCustomPrompt="1"/>
          </p:nvPr>
        </p:nvSpPr>
        <p:spPr>
          <a:xfrm>
            <a:off x="4426241" y="1976479"/>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accent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57" name="Text Placeholder 6">
            <a:extLst>
              <a:ext uri="{FF2B5EF4-FFF2-40B4-BE49-F238E27FC236}">
                <a16:creationId xmlns:a16="http://schemas.microsoft.com/office/drawing/2014/main" id="{A5D4C4AC-7870-A641-AF65-6F3ECB9DA9CA}"/>
              </a:ext>
            </a:extLst>
          </p:cNvPr>
          <p:cNvSpPr>
            <a:spLocks noGrp="1"/>
          </p:cNvSpPr>
          <p:nvPr>
            <p:ph type="body" sz="quarter" idx="18" hasCustomPrompt="1"/>
          </p:nvPr>
        </p:nvSpPr>
        <p:spPr>
          <a:xfrm>
            <a:off x="4966974" y="1976479"/>
            <a:ext cx="2783175" cy="485340"/>
          </a:xfrm>
          <a:prstGeom prst="rect">
            <a:avLst/>
          </a:prstGeom>
        </p:spPr>
        <p:txBody>
          <a:bodyPr anchor="ctr"/>
          <a:lstStyle>
            <a:lvl1pPr>
              <a:spcAft>
                <a:spcPts val="0"/>
              </a:spcAft>
              <a:buNone/>
              <a:defRPr sz="1600" b="0" i="0">
                <a:solidFill>
                  <a:schemeClr val="bg1"/>
                </a:solidFill>
                <a:latin typeface="Graphik" panose="020B0503030202060203" pitchFamily="34" charset="77"/>
              </a:defRPr>
            </a:lvl1pPr>
          </a:lstStyle>
          <a:p>
            <a:pPr lvl="0"/>
            <a:r>
              <a:rPr lang="en-GB"/>
              <a:t>Insert agenda item</a:t>
            </a:r>
            <a:endParaRPr lang="en-US"/>
          </a:p>
        </p:txBody>
      </p:sp>
      <p:sp>
        <p:nvSpPr>
          <p:cNvPr id="31" name="Text Placeholder 7">
            <a:extLst>
              <a:ext uri="{FF2B5EF4-FFF2-40B4-BE49-F238E27FC236}">
                <a16:creationId xmlns:a16="http://schemas.microsoft.com/office/drawing/2014/main" id="{7C692F47-FBF4-5842-A0CA-4B8B48DE4638}"/>
              </a:ext>
            </a:extLst>
          </p:cNvPr>
          <p:cNvSpPr>
            <a:spLocks noGrp="1"/>
          </p:cNvSpPr>
          <p:nvPr>
            <p:ph type="body" sz="quarter" idx="33" hasCustomPrompt="1"/>
          </p:nvPr>
        </p:nvSpPr>
        <p:spPr>
          <a:xfrm>
            <a:off x="4426241" y="2581358"/>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accent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59" name="Text Placeholder 8">
            <a:extLst>
              <a:ext uri="{FF2B5EF4-FFF2-40B4-BE49-F238E27FC236}">
                <a16:creationId xmlns:a16="http://schemas.microsoft.com/office/drawing/2014/main" id="{9F332AA7-2896-E24E-B21D-90FED54D4335}"/>
              </a:ext>
            </a:extLst>
          </p:cNvPr>
          <p:cNvSpPr>
            <a:spLocks noGrp="1"/>
          </p:cNvSpPr>
          <p:nvPr>
            <p:ph type="body" sz="quarter" idx="20" hasCustomPrompt="1"/>
          </p:nvPr>
        </p:nvSpPr>
        <p:spPr>
          <a:xfrm>
            <a:off x="4966974" y="2581358"/>
            <a:ext cx="2783175" cy="485340"/>
          </a:xfrm>
          <a:prstGeom prst="rect">
            <a:avLst/>
          </a:prstGeom>
        </p:spPr>
        <p:txBody>
          <a:bodyPr anchor="ctr"/>
          <a:lstStyle>
            <a:lvl1pPr>
              <a:spcAft>
                <a:spcPts val="0"/>
              </a:spcAft>
              <a:buNone/>
              <a:defRPr sz="1600" b="0" i="0">
                <a:solidFill>
                  <a:schemeClr val="bg1"/>
                </a:solidFill>
                <a:latin typeface="Graphik" panose="020B0503030202060203" pitchFamily="34" charset="77"/>
              </a:defRPr>
            </a:lvl1pPr>
          </a:lstStyle>
          <a:p>
            <a:pPr lvl="0"/>
            <a:r>
              <a:rPr lang="en-GB"/>
              <a:t>Insert agenda item</a:t>
            </a:r>
            <a:endParaRPr lang="en-US"/>
          </a:p>
        </p:txBody>
      </p:sp>
      <p:sp>
        <p:nvSpPr>
          <p:cNvPr id="32" name="Text Placeholder 9">
            <a:extLst>
              <a:ext uri="{FF2B5EF4-FFF2-40B4-BE49-F238E27FC236}">
                <a16:creationId xmlns:a16="http://schemas.microsoft.com/office/drawing/2014/main" id="{BDE48124-A481-074B-9AD4-22EC49D172D0}"/>
              </a:ext>
            </a:extLst>
          </p:cNvPr>
          <p:cNvSpPr>
            <a:spLocks noGrp="1"/>
          </p:cNvSpPr>
          <p:nvPr>
            <p:ph type="body" sz="quarter" idx="34" hasCustomPrompt="1"/>
          </p:nvPr>
        </p:nvSpPr>
        <p:spPr>
          <a:xfrm>
            <a:off x="4426241" y="3186235"/>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accent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61" name="Text Placeholder 10">
            <a:extLst>
              <a:ext uri="{FF2B5EF4-FFF2-40B4-BE49-F238E27FC236}">
                <a16:creationId xmlns:a16="http://schemas.microsoft.com/office/drawing/2014/main" id="{25D7BCB2-FC6B-2A46-AC11-482A4F731116}"/>
              </a:ext>
            </a:extLst>
          </p:cNvPr>
          <p:cNvSpPr>
            <a:spLocks noGrp="1"/>
          </p:cNvSpPr>
          <p:nvPr>
            <p:ph type="body" sz="quarter" idx="22" hasCustomPrompt="1"/>
          </p:nvPr>
        </p:nvSpPr>
        <p:spPr>
          <a:xfrm>
            <a:off x="4966974" y="3186235"/>
            <a:ext cx="2783175" cy="485340"/>
          </a:xfrm>
          <a:prstGeom prst="rect">
            <a:avLst/>
          </a:prstGeom>
        </p:spPr>
        <p:txBody>
          <a:bodyPr anchor="ctr"/>
          <a:lstStyle>
            <a:lvl1pPr>
              <a:spcAft>
                <a:spcPts val="0"/>
              </a:spcAft>
              <a:buNone/>
              <a:defRPr sz="1600" b="0" i="0">
                <a:solidFill>
                  <a:schemeClr val="bg1"/>
                </a:solidFill>
                <a:latin typeface="Graphik" panose="020B0503030202060203" pitchFamily="34" charset="77"/>
              </a:defRPr>
            </a:lvl1pPr>
          </a:lstStyle>
          <a:p>
            <a:pPr lvl="0"/>
            <a:r>
              <a:rPr lang="en-GB"/>
              <a:t>Insert agenda item</a:t>
            </a:r>
            <a:endParaRPr lang="en-US"/>
          </a:p>
        </p:txBody>
      </p:sp>
      <p:sp>
        <p:nvSpPr>
          <p:cNvPr id="33" name="Text Placeholder 11">
            <a:extLst>
              <a:ext uri="{FF2B5EF4-FFF2-40B4-BE49-F238E27FC236}">
                <a16:creationId xmlns:a16="http://schemas.microsoft.com/office/drawing/2014/main" id="{98E2B4B4-ED02-4945-B581-1A8D48D031AA}"/>
              </a:ext>
            </a:extLst>
          </p:cNvPr>
          <p:cNvSpPr>
            <a:spLocks noGrp="1"/>
          </p:cNvSpPr>
          <p:nvPr>
            <p:ph type="body" sz="quarter" idx="35" hasCustomPrompt="1"/>
          </p:nvPr>
        </p:nvSpPr>
        <p:spPr>
          <a:xfrm>
            <a:off x="4426241" y="3791114"/>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accent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63" name="Text Placeholder 12">
            <a:extLst>
              <a:ext uri="{FF2B5EF4-FFF2-40B4-BE49-F238E27FC236}">
                <a16:creationId xmlns:a16="http://schemas.microsoft.com/office/drawing/2014/main" id="{FD74906C-72A4-CF4A-A4F6-B28AE864B9B7}"/>
              </a:ext>
            </a:extLst>
          </p:cNvPr>
          <p:cNvSpPr>
            <a:spLocks noGrp="1"/>
          </p:cNvSpPr>
          <p:nvPr>
            <p:ph type="body" sz="quarter" idx="24" hasCustomPrompt="1"/>
          </p:nvPr>
        </p:nvSpPr>
        <p:spPr>
          <a:xfrm>
            <a:off x="4966974" y="3791114"/>
            <a:ext cx="2783175" cy="485340"/>
          </a:xfrm>
          <a:prstGeom prst="rect">
            <a:avLst/>
          </a:prstGeom>
        </p:spPr>
        <p:txBody>
          <a:bodyPr anchor="ctr"/>
          <a:lstStyle>
            <a:lvl1pPr>
              <a:spcAft>
                <a:spcPts val="0"/>
              </a:spcAft>
              <a:buNone/>
              <a:defRPr sz="1600" b="0" i="0">
                <a:solidFill>
                  <a:schemeClr val="bg1"/>
                </a:solidFill>
                <a:latin typeface="Graphik" panose="020B0503030202060203" pitchFamily="34" charset="77"/>
              </a:defRPr>
            </a:lvl1pPr>
          </a:lstStyle>
          <a:p>
            <a:pPr lvl="0"/>
            <a:r>
              <a:rPr lang="en-GB"/>
              <a:t>Insert agenda item</a:t>
            </a:r>
            <a:endParaRPr lang="en-US"/>
          </a:p>
        </p:txBody>
      </p:sp>
      <p:sp>
        <p:nvSpPr>
          <p:cNvPr id="34" name="Text Placeholder 13">
            <a:extLst>
              <a:ext uri="{FF2B5EF4-FFF2-40B4-BE49-F238E27FC236}">
                <a16:creationId xmlns:a16="http://schemas.microsoft.com/office/drawing/2014/main" id="{B70B7DFE-5DE8-0F42-BF3C-DA43110C0D0E}"/>
              </a:ext>
            </a:extLst>
          </p:cNvPr>
          <p:cNvSpPr>
            <a:spLocks noGrp="1"/>
          </p:cNvSpPr>
          <p:nvPr>
            <p:ph type="body" sz="quarter" idx="36" hasCustomPrompt="1"/>
          </p:nvPr>
        </p:nvSpPr>
        <p:spPr>
          <a:xfrm>
            <a:off x="4426241" y="4395991"/>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accent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65" name="Text Placeholder 14">
            <a:extLst>
              <a:ext uri="{FF2B5EF4-FFF2-40B4-BE49-F238E27FC236}">
                <a16:creationId xmlns:a16="http://schemas.microsoft.com/office/drawing/2014/main" id="{F28AA3EC-0083-2742-A4D0-0B32569FD766}"/>
              </a:ext>
            </a:extLst>
          </p:cNvPr>
          <p:cNvSpPr>
            <a:spLocks noGrp="1"/>
          </p:cNvSpPr>
          <p:nvPr>
            <p:ph type="body" sz="quarter" idx="26" hasCustomPrompt="1"/>
          </p:nvPr>
        </p:nvSpPr>
        <p:spPr>
          <a:xfrm>
            <a:off x="4966974" y="4395991"/>
            <a:ext cx="2783175" cy="485340"/>
          </a:xfrm>
          <a:prstGeom prst="rect">
            <a:avLst/>
          </a:prstGeom>
        </p:spPr>
        <p:txBody>
          <a:bodyPr anchor="ctr"/>
          <a:lstStyle>
            <a:lvl1pPr>
              <a:spcAft>
                <a:spcPts val="0"/>
              </a:spcAft>
              <a:buNone/>
              <a:defRPr sz="1600" b="0" i="0">
                <a:solidFill>
                  <a:schemeClr val="bg1"/>
                </a:solidFill>
                <a:latin typeface="Graphik" panose="020B0503030202060203" pitchFamily="34" charset="77"/>
              </a:defRPr>
            </a:lvl1pPr>
          </a:lstStyle>
          <a:p>
            <a:pPr lvl="0"/>
            <a:r>
              <a:rPr lang="en-GB"/>
              <a:t>Insert agenda item</a:t>
            </a:r>
            <a:endParaRPr lang="en-US"/>
          </a:p>
        </p:txBody>
      </p:sp>
      <p:sp>
        <p:nvSpPr>
          <p:cNvPr id="35" name="Text Placeholder 15">
            <a:extLst>
              <a:ext uri="{FF2B5EF4-FFF2-40B4-BE49-F238E27FC236}">
                <a16:creationId xmlns:a16="http://schemas.microsoft.com/office/drawing/2014/main" id="{D63FCDAD-F7F9-774F-8EC9-A0777820ED0F}"/>
              </a:ext>
            </a:extLst>
          </p:cNvPr>
          <p:cNvSpPr>
            <a:spLocks noGrp="1"/>
          </p:cNvSpPr>
          <p:nvPr>
            <p:ph type="body" sz="quarter" idx="37" hasCustomPrompt="1"/>
          </p:nvPr>
        </p:nvSpPr>
        <p:spPr>
          <a:xfrm>
            <a:off x="4426241" y="5000870"/>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accent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67" name="Text Placeholder 16">
            <a:extLst>
              <a:ext uri="{FF2B5EF4-FFF2-40B4-BE49-F238E27FC236}">
                <a16:creationId xmlns:a16="http://schemas.microsoft.com/office/drawing/2014/main" id="{D46DA866-B19E-684E-8A23-EEA295487841}"/>
              </a:ext>
            </a:extLst>
          </p:cNvPr>
          <p:cNvSpPr>
            <a:spLocks noGrp="1"/>
          </p:cNvSpPr>
          <p:nvPr>
            <p:ph type="body" sz="quarter" idx="28" hasCustomPrompt="1"/>
          </p:nvPr>
        </p:nvSpPr>
        <p:spPr>
          <a:xfrm>
            <a:off x="4966974" y="5000870"/>
            <a:ext cx="2783175" cy="485340"/>
          </a:xfrm>
          <a:prstGeom prst="rect">
            <a:avLst/>
          </a:prstGeom>
        </p:spPr>
        <p:txBody>
          <a:bodyPr anchor="ctr"/>
          <a:lstStyle>
            <a:lvl1pPr>
              <a:spcAft>
                <a:spcPts val="0"/>
              </a:spcAft>
              <a:buNone/>
              <a:defRPr sz="1600" b="0" i="0">
                <a:solidFill>
                  <a:schemeClr val="bg1"/>
                </a:solidFill>
                <a:latin typeface="Graphik" panose="020B0503030202060203" pitchFamily="34" charset="77"/>
              </a:defRPr>
            </a:lvl1pPr>
          </a:lstStyle>
          <a:p>
            <a:pPr lvl="0"/>
            <a:r>
              <a:rPr lang="en-GB"/>
              <a:t>Insert agenda item</a:t>
            </a:r>
            <a:endParaRPr lang="en-US"/>
          </a:p>
        </p:txBody>
      </p:sp>
      <p:sp>
        <p:nvSpPr>
          <p:cNvPr id="36" name="Text Placeholder 17">
            <a:extLst>
              <a:ext uri="{FF2B5EF4-FFF2-40B4-BE49-F238E27FC236}">
                <a16:creationId xmlns:a16="http://schemas.microsoft.com/office/drawing/2014/main" id="{AE66CCF5-C5F4-5645-A851-E4A7D572FDA7}"/>
              </a:ext>
            </a:extLst>
          </p:cNvPr>
          <p:cNvSpPr>
            <a:spLocks noGrp="1"/>
          </p:cNvSpPr>
          <p:nvPr>
            <p:ph type="body" sz="quarter" idx="38" hasCustomPrompt="1"/>
          </p:nvPr>
        </p:nvSpPr>
        <p:spPr>
          <a:xfrm>
            <a:off x="4426241" y="5605747"/>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accent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69" name="Text Placeholder 18">
            <a:extLst>
              <a:ext uri="{FF2B5EF4-FFF2-40B4-BE49-F238E27FC236}">
                <a16:creationId xmlns:a16="http://schemas.microsoft.com/office/drawing/2014/main" id="{A4A135E2-DF01-5543-BA57-DFBCCC446A3A}"/>
              </a:ext>
            </a:extLst>
          </p:cNvPr>
          <p:cNvSpPr>
            <a:spLocks noGrp="1"/>
          </p:cNvSpPr>
          <p:nvPr>
            <p:ph type="body" sz="quarter" idx="30" hasCustomPrompt="1"/>
          </p:nvPr>
        </p:nvSpPr>
        <p:spPr>
          <a:xfrm>
            <a:off x="4966974" y="5605747"/>
            <a:ext cx="2783175" cy="485340"/>
          </a:xfrm>
          <a:prstGeom prst="rect">
            <a:avLst/>
          </a:prstGeom>
        </p:spPr>
        <p:txBody>
          <a:bodyPr anchor="ctr"/>
          <a:lstStyle>
            <a:lvl1pPr>
              <a:spcAft>
                <a:spcPts val="0"/>
              </a:spcAft>
              <a:buNone/>
              <a:defRPr sz="1600" b="0" i="0">
                <a:solidFill>
                  <a:schemeClr val="bg1"/>
                </a:solidFill>
                <a:latin typeface="Graphik" panose="020B0503030202060203" pitchFamily="34" charset="77"/>
              </a:defRPr>
            </a:lvl1pPr>
          </a:lstStyle>
          <a:p>
            <a:pPr lvl="0"/>
            <a:r>
              <a:rPr lang="en-GB"/>
              <a:t>Insert agenda item</a:t>
            </a:r>
            <a:endParaRPr lang="en-US"/>
          </a:p>
        </p:txBody>
      </p:sp>
      <p:sp>
        <p:nvSpPr>
          <p:cNvPr id="94" name="Text Placeholder 19">
            <a:extLst>
              <a:ext uri="{FF2B5EF4-FFF2-40B4-BE49-F238E27FC236}">
                <a16:creationId xmlns:a16="http://schemas.microsoft.com/office/drawing/2014/main" id="{ED51288A-4DF8-0D4F-8BBC-90AE60B66177}"/>
              </a:ext>
            </a:extLst>
          </p:cNvPr>
          <p:cNvSpPr>
            <a:spLocks noGrp="1"/>
          </p:cNvSpPr>
          <p:nvPr>
            <p:ph type="body" sz="quarter" idx="47" hasCustomPrompt="1"/>
          </p:nvPr>
        </p:nvSpPr>
        <p:spPr>
          <a:xfrm>
            <a:off x="8317231" y="1371602"/>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accent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86" name="Text Placeholder 20">
            <a:extLst>
              <a:ext uri="{FF2B5EF4-FFF2-40B4-BE49-F238E27FC236}">
                <a16:creationId xmlns:a16="http://schemas.microsoft.com/office/drawing/2014/main" id="{C10680BC-1106-B24D-A63E-02912A27325E}"/>
              </a:ext>
            </a:extLst>
          </p:cNvPr>
          <p:cNvSpPr>
            <a:spLocks noGrp="1"/>
          </p:cNvSpPr>
          <p:nvPr>
            <p:ph type="body" sz="quarter" idx="39" hasCustomPrompt="1"/>
          </p:nvPr>
        </p:nvSpPr>
        <p:spPr>
          <a:xfrm>
            <a:off x="8857963" y="1371602"/>
            <a:ext cx="2783175" cy="485340"/>
          </a:xfrm>
          <a:prstGeom prst="rect">
            <a:avLst/>
          </a:prstGeom>
        </p:spPr>
        <p:txBody>
          <a:bodyPr anchor="ctr"/>
          <a:lstStyle>
            <a:lvl1pPr>
              <a:spcAft>
                <a:spcPts val="0"/>
              </a:spcAft>
              <a:buNone/>
              <a:defRPr sz="1600" b="0" i="0">
                <a:solidFill>
                  <a:schemeClr val="bg1"/>
                </a:solidFill>
                <a:latin typeface="Graphik" panose="020B0503030202060203" pitchFamily="34" charset="77"/>
              </a:defRPr>
            </a:lvl1pPr>
          </a:lstStyle>
          <a:p>
            <a:pPr lvl="0"/>
            <a:r>
              <a:rPr lang="en-GB"/>
              <a:t>Insert agenda item</a:t>
            </a:r>
            <a:endParaRPr lang="en-US"/>
          </a:p>
        </p:txBody>
      </p:sp>
      <p:sp>
        <p:nvSpPr>
          <p:cNvPr id="95" name="Text Placeholder 21">
            <a:extLst>
              <a:ext uri="{FF2B5EF4-FFF2-40B4-BE49-F238E27FC236}">
                <a16:creationId xmlns:a16="http://schemas.microsoft.com/office/drawing/2014/main" id="{B55123CE-2705-2A4C-88D5-5BEECF04606C}"/>
              </a:ext>
            </a:extLst>
          </p:cNvPr>
          <p:cNvSpPr>
            <a:spLocks noGrp="1"/>
          </p:cNvSpPr>
          <p:nvPr>
            <p:ph type="body" sz="quarter" idx="48" hasCustomPrompt="1"/>
          </p:nvPr>
        </p:nvSpPr>
        <p:spPr>
          <a:xfrm>
            <a:off x="8317231" y="1976479"/>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accent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87" name="Text Placeholder 22">
            <a:extLst>
              <a:ext uri="{FF2B5EF4-FFF2-40B4-BE49-F238E27FC236}">
                <a16:creationId xmlns:a16="http://schemas.microsoft.com/office/drawing/2014/main" id="{194D437D-E8B7-694E-B60A-5A3D6E811713}"/>
              </a:ext>
            </a:extLst>
          </p:cNvPr>
          <p:cNvSpPr>
            <a:spLocks noGrp="1"/>
          </p:cNvSpPr>
          <p:nvPr>
            <p:ph type="body" sz="quarter" idx="40" hasCustomPrompt="1"/>
          </p:nvPr>
        </p:nvSpPr>
        <p:spPr>
          <a:xfrm>
            <a:off x="8857963" y="1976479"/>
            <a:ext cx="2783175" cy="485340"/>
          </a:xfrm>
          <a:prstGeom prst="rect">
            <a:avLst/>
          </a:prstGeom>
        </p:spPr>
        <p:txBody>
          <a:bodyPr anchor="ctr"/>
          <a:lstStyle>
            <a:lvl1pPr>
              <a:spcAft>
                <a:spcPts val="0"/>
              </a:spcAft>
              <a:buNone/>
              <a:defRPr sz="1600" b="0" i="0">
                <a:solidFill>
                  <a:schemeClr val="bg1"/>
                </a:solidFill>
                <a:latin typeface="Graphik" panose="020B0503030202060203" pitchFamily="34" charset="77"/>
              </a:defRPr>
            </a:lvl1pPr>
          </a:lstStyle>
          <a:p>
            <a:pPr lvl="0"/>
            <a:r>
              <a:rPr lang="en-GB"/>
              <a:t>Insert agenda item</a:t>
            </a:r>
            <a:endParaRPr lang="en-US"/>
          </a:p>
        </p:txBody>
      </p:sp>
      <p:sp>
        <p:nvSpPr>
          <p:cNvPr id="96" name="Text Placeholder 23">
            <a:extLst>
              <a:ext uri="{FF2B5EF4-FFF2-40B4-BE49-F238E27FC236}">
                <a16:creationId xmlns:a16="http://schemas.microsoft.com/office/drawing/2014/main" id="{95340386-A048-C64F-B858-E874FB9006DC}"/>
              </a:ext>
            </a:extLst>
          </p:cNvPr>
          <p:cNvSpPr>
            <a:spLocks noGrp="1"/>
          </p:cNvSpPr>
          <p:nvPr>
            <p:ph type="body" sz="quarter" idx="49" hasCustomPrompt="1"/>
          </p:nvPr>
        </p:nvSpPr>
        <p:spPr>
          <a:xfrm>
            <a:off x="8317231" y="2581358"/>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accent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88" name="Text Placeholder 24">
            <a:extLst>
              <a:ext uri="{FF2B5EF4-FFF2-40B4-BE49-F238E27FC236}">
                <a16:creationId xmlns:a16="http://schemas.microsoft.com/office/drawing/2014/main" id="{D743CFF4-B173-B648-86A6-5021F5FB8C07}"/>
              </a:ext>
            </a:extLst>
          </p:cNvPr>
          <p:cNvSpPr>
            <a:spLocks noGrp="1"/>
          </p:cNvSpPr>
          <p:nvPr>
            <p:ph type="body" sz="quarter" idx="41" hasCustomPrompt="1"/>
          </p:nvPr>
        </p:nvSpPr>
        <p:spPr>
          <a:xfrm>
            <a:off x="8857963" y="2581358"/>
            <a:ext cx="2783175" cy="485340"/>
          </a:xfrm>
          <a:prstGeom prst="rect">
            <a:avLst/>
          </a:prstGeom>
        </p:spPr>
        <p:txBody>
          <a:bodyPr anchor="ctr"/>
          <a:lstStyle>
            <a:lvl1pPr>
              <a:spcAft>
                <a:spcPts val="0"/>
              </a:spcAft>
              <a:buNone/>
              <a:defRPr sz="1600" b="0" i="0">
                <a:solidFill>
                  <a:schemeClr val="bg1"/>
                </a:solidFill>
                <a:latin typeface="Graphik" panose="020B0503030202060203" pitchFamily="34" charset="77"/>
              </a:defRPr>
            </a:lvl1pPr>
          </a:lstStyle>
          <a:p>
            <a:pPr lvl="0"/>
            <a:r>
              <a:rPr lang="en-GB"/>
              <a:t>Insert agenda item</a:t>
            </a:r>
            <a:endParaRPr lang="en-US"/>
          </a:p>
        </p:txBody>
      </p:sp>
      <p:sp>
        <p:nvSpPr>
          <p:cNvPr id="97" name="Text Placeholder 25">
            <a:extLst>
              <a:ext uri="{FF2B5EF4-FFF2-40B4-BE49-F238E27FC236}">
                <a16:creationId xmlns:a16="http://schemas.microsoft.com/office/drawing/2014/main" id="{389D3522-38D0-6A46-B023-28998ECDD0FA}"/>
              </a:ext>
            </a:extLst>
          </p:cNvPr>
          <p:cNvSpPr>
            <a:spLocks noGrp="1"/>
          </p:cNvSpPr>
          <p:nvPr>
            <p:ph type="body" sz="quarter" idx="50" hasCustomPrompt="1"/>
          </p:nvPr>
        </p:nvSpPr>
        <p:spPr>
          <a:xfrm>
            <a:off x="8317231" y="3186235"/>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accent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89" name="Text Placeholder 26">
            <a:extLst>
              <a:ext uri="{FF2B5EF4-FFF2-40B4-BE49-F238E27FC236}">
                <a16:creationId xmlns:a16="http://schemas.microsoft.com/office/drawing/2014/main" id="{67B9EDF9-023B-A84C-B540-ABBA3E3BA5C0}"/>
              </a:ext>
            </a:extLst>
          </p:cNvPr>
          <p:cNvSpPr>
            <a:spLocks noGrp="1"/>
          </p:cNvSpPr>
          <p:nvPr>
            <p:ph type="body" sz="quarter" idx="42" hasCustomPrompt="1"/>
          </p:nvPr>
        </p:nvSpPr>
        <p:spPr>
          <a:xfrm>
            <a:off x="8857963" y="3186235"/>
            <a:ext cx="2783175" cy="485340"/>
          </a:xfrm>
          <a:prstGeom prst="rect">
            <a:avLst/>
          </a:prstGeom>
        </p:spPr>
        <p:txBody>
          <a:bodyPr anchor="ctr"/>
          <a:lstStyle>
            <a:lvl1pPr>
              <a:spcAft>
                <a:spcPts val="0"/>
              </a:spcAft>
              <a:buNone/>
              <a:defRPr sz="1600" b="0" i="0">
                <a:solidFill>
                  <a:schemeClr val="bg1"/>
                </a:solidFill>
                <a:latin typeface="Graphik" panose="020B0503030202060203" pitchFamily="34" charset="77"/>
              </a:defRPr>
            </a:lvl1pPr>
          </a:lstStyle>
          <a:p>
            <a:pPr lvl="0"/>
            <a:r>
              <a:rPr lang="en-GB"/>
              <a:t>Insert agenda item</a:t>
            </a:r>
            <a:endParaRPr lang="en-US"/>
          </a:p>
        </p:txBody>
      </p:sp>
      <p:sp>
        <p:nvSpPr>
          <p:cNvPr id="98" name="Text Placeholder 27">
            <a:extLst>
              <a:ext uri="{FF2B5EF4-FFF2-40B4-BE49-F238E27FC236}">
                <a16:creationId xmlns:a16="http://schemas.microsoft.com/office/drawing/2014/main" id="{DFF1DA35-A5DD-8E48-B33F-D2FC79AD9AF0}"/>
              </a:ext>
            </a:extLst>
          </p:cNvPr>
          <p:cNvSpPr>
            <a:spLocks noGrp="1"/>
          </p:cNvSpPr>
          <p:nvPr>
            <p:ph type="body" sz="quarter" idx="51" hasCustomPrompt="1"/>
          </p:nvPr>
        </p:nvSpPr>
        <p:spPr>
          <a:xfrm>
            <a:off x="8317231" y="3791114"/>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accent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90" name="Text Placeholder 28">
            <a:extLst>
              <a:ext uri="{FF2B5EF4-FFF2-40B4-BE49-F238E27FC236}">
                <a16:creationId xmlns:a16="http://schemas.microsoft.com/office/drawing/2014/main" id="{EA82EDEB-3F03-7A48-BC36-8C7437083F46}"/>
              </a:ext>
            </a:extLst>
          </p:cNvPr>
          <p:cNvSpPr>
            <a:spLocks noGrp="1"/>
          </p:cNvSpPr>
          <p:nvPr>
            <p:ph type="body" sz="quarter" idx="43" hasCustomPrompt="1"/>
          </p:nvPr>
        </p:nvSpPr>
        <p:spPr>
          <a:xfrm>
            <a:off x="8857963" y="3791114"/>
            <a:ext cx="2783175" cy="485340"/>
          </a:xfrm>
          <a:prstGeom prst="rect">
            <a:avLst/>
          </a:prstGeom>
        </p:spPr>
        <p:txBody>
          <a:bodyPr anchor="ctr"/>
          <a:lstStyle>
            <a:lvl1pPr>
              <a:spcAft>
                <a:spcPts val="0"/>
              </a:spcAft>
              <a:buNone/>
              <a:defRPr sz="1600" b="0" i="0">
                <a:solidFill>
                  <a:schemeClr val="bg1"/>
                </a:solidFill>
                <a:latin typeface="Graphik" panose="020B0503030202060203" pitchFamily="34" charset="77"/>
              </a:defRPr>
            </a:lvl1pPr>
          </a:lstStyle>
          <a:p>
            <a:pPr lvl="0"/>
            <a:r>
              <a:rPr lang="en-GB"/>
              <a:t>Insert agenda item</a:t>
            </a:r>
            <a:endParaRPr lang="en-US"/>
          </a:p>
        </p:txBody>
      </p:sp>
      <p:sp>
        <p:nvSpPr>
          <p:cNvPr id="99" name="Text Placeholder 29">
            <a:extLst>
              <a:ext uri="{FF2B5EF4-FFF2-40B4-BE49-F238E27FC236}">
                <a16:creationId xmlns:a16="http://schemas.microsoft.com/office/drawing/2014/main" id="{2DD1FA43-908E-6A4A-8D78-19F781C138B2}"/>
              </a:ext>
            </a:extLst>
          </p:cNvPr>
          <p:cNvSpPr>
            <a:spLocks noGrp="1"/>
          </p:cNvSpPr>
          <p:nvPr>
            <p:ph type="body" sz="quarter" idx="52" hasCustomPrompt="1"/>
          </p:nvPr>
        </p:nvSpPr>
        <p:spPr>
          <a:xfrm>
            <a:off x="8317231" y="4395991"/>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accent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91" name="Text Placeholder 30">
            <a:extLst>
              <a:ext uri="{FF2B5EF4-FFF2-40B4-BE49-F238E27FC236}">
                <a16:creationId xmlns:a16="http://schemas.microsoft.com/office/drawing/2014/main" id="{8D7A3AD2-4413-D941-B944-D1D235AC6689}"/>
              </a:ext>
            </a:extLst>
          </p:cNvPr>
          <p:cNvSpPr>
            <a:spLocks noGrp="1"/>
          </p:cNvSpPr>
          <p:nvPr>
            <p:ph type="body" sz="quarter" idx="44" hasCustomPrompt="1"/>
          </p:nvPr>
        </p:nvSpPr>
        <p:spPr>
          <a:xfrm>
            <a:off x="8857963" y="4395991"/>
            <a:ext cx="2783175" cy="485340"/>
          </a:xfrm>
          <a:prstGeom prst="rect">
            <a:avLst/>
          </a:prstGeom>
        </p:spPr>
        <p:txBody>
          <a:bodyPr anchor="ctr"/>
          <a:lstStyle>
            <a:lvl1pPr>
              <a:spcAft>
                <a:spcPts val="0"/>
              </a:spcAft>
              <a:buNone/>
              <a:defRPr sz="1600" b="0" i="0">
                <a:solidFill>
                  <a:schemeClr val="bg1"/>
                </a:solidFill>
                <a:latin typeface="Graphik" panose="020B0503030202060203" pitchFamily="34" charset="77"/>
              </a:defRPr>
            </a:lvl1pPr>
          </a:lstStyle>
          <a:p>
            <a:pPr lvl="0"/>
            <a:r>
              <a:rPr lang="en-GB"/>
              <a:t>Insert agenda item</a:t>
            </a:r>
            <a:endParaRPr lang="en-US"/>
          </a:p>
        </p:txBody>
      </p:sp>
      <p:sp>
        <p:nvSpPr>
          <p:cNvPr id="100" name="Text Placeholder 31">
            <a:extLst>
              <a:ext uri="{FF2B5EF4-FFF2-40B4-BE49-F238E27FC236}">
                <a16:creationId xmlns:a16="http://schemas.microsoft.com/office/drawing/2014/main" id="{B42DF6FB-CEA5-344B-B42D-A5B8AF0712F6}"/>
              </a:ext>
            </a:extLst>
          </p:cNvPr>
          <p:cNvSpPr>
            <a:spLocks noGrp="1"/>
          </p:cNvSpPr>
          <p:nvPr>
            <p:ph type="body" sz="quarter" idx="53" hasCustomPrompt="1"/>
          </p:nvPr>
        </p:nvSpPr>
        <p:spPr>
          <a:xfrm>
            <a:off x="8317231" y="5000870"/>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accent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92" name="Text Placeholder 32">
            <a:extLst>
              <a:ext uri="{FF2B5EF4-FFF2-40B4-BE49-F238E27FC236}">
                <a16:creationId xmlns:a16="http://schemas.microsoft.com/office/drawing/2014/main" id="{F5014509-24B5-6040-8686-31A95601E0B3}"/>
              </a:ext>
            </a:extLst>
          </p:cNvPr>
          <p:cNvSpPr>
            <a:spLocks noGrp="1"/>
          </p:cNvSpPr>
          <p:nvPr>
            <p:ph type="body" sz="quarter" idx="45" hasCustomPrompt="1"/>
          </p:nvPr>
        </p:nvSpPr>
        <p:spPr>
          <a:xfrm>
            <a:off x="8857963" y="5000870"/>
            <a:ext cx="2783175" cy="485340"/>
          </a:xfrm>
          <a:prstGeom prst="rect">
            <a:avLst/>
          </a:prstGeom>
        </p:spPr>
        <p:txBody>
          <a:bodyPr anchor="ctr"/>
          <a:lstStyle>
            <a:lvl1pPr>
              <a:spcAft>
                <a:spcPts val="0"/>
              </a:spcAft>
              <a:buNone/>
              <a:defRPr sz="1600" b="0" i="0">
                <a:solidFill>
                  <a:schemeClr val="bg1"/>
                </a:solidFill>
                <a:latin typeface="Graphik" panose="020B0503030202060203" pitchFamily="34" charset="77"/>
              </a:defRPr>
            </a:lvl1pPr>
          </a:lstStyle>
          <a:p>
            <a:pPr lvl="0"/>
            <a:r>
              <a:rPr lang="en-GB"/>
              <a:t>Insert agenda item</a:t>
            </a:r>
            <a:endParaRPr lang="en-US"/>
          </a:p>
        </p:txBody>
      </p:sp>
      <p:sp>
        <p:nvSpPr>
          <p:cNvPr id="101" name="Text Placeholder 33">
            <a:extLst>
              <a:ext uri="{FF2B5EF4-FFF2-40B4-BE49-F238E27FC236}">
                <a16:creationId xmlns:a16="http://schemas.microsoft.com/office/drawing/2014/main" id="{DD7618EA-1B4E-9D4F-BE9D-ED39BC26377B}"/>
              </a:ext>
            </a:extLst>
          </p:cNvPr>
          <p:cNvSpPr>
            <a:spLocks noGrp="1"/>
          </p:cNvSpPr>
          <p:nvPr>
            <p:ph type="body" sz="quarter" idx="54" hasCustomPrompt="1"/>
          </p:nvPr>
        </p:nvSpPr>
        <p:spPr>
          <a:xfrm>
            <a:off x="8317231" y="5605747"/>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accent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93" name="Text Placeholder 34">
            <a:extLst>
              <a:ext uri="{FF2B5EF4-FFF2-40B4-BE49-F238E27FC236}">
                <a16:creationId xmlns:a16="http://schemas.microsoft.com/office/drawing/2014/main" id="{02B9D5CB-DA36-724C-A996-6331344816A3}"/>
              </a:ext>
            </a:extLst>
          </p:cNvPr>
          <p:cNvSpPr>
            <a:spLocks noGrp="1"/>
          </p:cNvSpPr>
          <p:nvPr>
            <p:ph type="body" sz="quarter" idx="46" hasCustomPrompt="1"/>
          </p:nvPr>
        </p:nvSpPr>
        <p:spPr>
          <a:xfrm>
            <a:off x="8857963" y="5605747"/>
            <a:ext cx="2783175" cy="485340"/>
          </a:xfrm>
          <a:prstGeom prst="rect">
            <a:avLst/>
          </a:prstGeom>
        </p:spPr>
        <p:txBody>
          <a:bodyPr anchor="ctr"/>
          <a:lstStyle>
            <a:lvl1pPr>
              <a:spcAft>
                <a:spcPts val="0"/>
              </a:spcAft>
              <a:buNone/>
              <a:defRPr sz="1600" b="0" i="0">
                <a:solidFill>
                  <a:schemeClr val="bg1"/>
                </a:solidFill>
                <a:latin typeface="Graphik" panose="020B0503030202060203" pitchFamily="34" charset="77"/>
              </a:defRPr>
            </a:lvl1pPr>
          </a:lstStyle>
          <a:p>
            <a:pPr lvl="0"/>
            <a:r>
              <a:rPr lang="en-GB"/>
              <a:t>Insert agenda item</a:t>
            </a:r>
            <a:endParaRPr lang="en-US"/>
          </a:p>
        </p:txBody>
      </p:sp>
      <p:cxnSp>
        <p:nvCxnSpPr>
          <p:cNvPr id="4" name="Straight Connector 3">
            <a:extLst>
              <a:ext uri="{FF2B5EF4-FFF2-40B4-BE49-F238E27FC236}">
                <a16:creationId xmlns:a16="http://schemas.microsoft.com/office/drawing/2014/main" id="{D72EABDE-2DC7-B441-8D65-EC926DD10B85}"/>
              </a:ext>
              <a:ext uri="{C183D7F6-B498-43B3-948B-1728B52AA6E4}">
                <adec:decorative xmlns:adec="http://schemas.microsoft.com/office/drawing/2017/decorative" val="1"/>
              </a:ext>
            </a:extLst>
          </p:cNvPr>
          <p:cNvCxnSpPr/>
          <p:nvPr userDrawn="1"/>
        </p:nvCxnSpPr>
        <p:spPr>
          <a:xfrm>
            <a:off x="4045241" y="1371603"/>
            <a:ext cx="0" cy="4719487"/>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8" name="GTS_WH">
            <a:extLst>
              <a:ext uri="{FF2B5EF4-FFF2-40B4-BE49-F238E27FC236}">
                <a16:creationId xmlns:a16="http://schemas.microsoft.com/office/drawing/2014/main" id="{042F1CA7-6A9E-5C2F-F3C0-78D6AFD6C707}"/>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
        <p:nvSpPr>
          <p:cNvPr id="10" name="Text Placeholder 2">
            <a:extLst>
              <a:ext uri="{FF2B5EF4-FFF2-40B4-BE49-F238E27FC236}">
                <a16:creationId xmlns:a16="http://schemas.microsoft.com/office/drawing/2014/main" id="{B01AB161-4BFB-138B-C93C-DFFFE563CF59}"/>
              </a:ext>
            </a:extLst>
          </p:cNvPr>
          <p:cNvSpPr>
            <a:spLocks noGrp="1"/>
          </p:cNvSpPr>
          <p:nvPr>
            <p:ph type="body" sz="quarter" idx="14" hasCustomPrompt="1"/>
          </p:nvPr>
        </p:nvSpPr>
        <p:spPr>
          <a:xfrm>
            <a:off x="561600" y="2745679"/>
            <a:ext cx="3091443" cy="2415468"/>
          </a:xfrm>
          <a:prstGeom prst="rect">
            <a:avLst/>
          </a:prstGeom>
        </p:spPr>
        <p:txBody>
          <a:bodyPr/>
          <a:lstStyle>
            <a:lvl1pPr marL="0" indent="0">
              <a:lnSpc>
                <a:spcPct val="90000"/>
              </a:lnSpc>
              <a:buNone/>
              <a:defRPr sz="1600" b="0" i="0">
                <a:solidFill>
                  <a:schemeClr val="bg1"/>
                </a:solidFill>
                <a:latin typeface="Graphik" panose="020B0503030202060203" pitchFamily="34" charset="77"/>
              </a:defRPr>
            </a:lvl1pPr>
            <a:lvl2pPr marL="0" indent="0">
              <a:buNone/>
              <a:defRPr sz="1800"/>
            </a:lvl2pPr>
            <a:lvl3pPr marL="228594">
              <a:buFont typeface="Graphik" panose="020B0604020202020204" pitchFamily="34" charset="0"/>
              <a:buChar char="•"/>
              <a:defRPr sz="1800"/>
            </a:lvl3pPr>
            <a:lvl4pPr marL="457189">
              <a:buFont typeface="Graphik"/>
              <a:buChar char="–"/>
              <a:defRPr sz="1600"/>
            </a:lvl4pPr>
            <a:lvl5pPr marL="685783">
              <a:buFont typeface="Graphik" panose="020B0604020202020204" pitchFamily="34" charset="0"/>
              <a:buChar char="•"/>
              <a:defRPr sz="1600"/>
            </a:lvl5pPr>
          </a:lstStyle>
          <a:p>
            <a:pPr lvl="0"/>
            <a:r>
              <a:rPr lang="en-GB"/>
              <a:t>Place subtitle here in </a:t>
            </a:r>
            <a:r>
              <a:rPr lang="en-GB" err="1"/>
              <a:t>Graphik</a:t>
            </a:r>
            <a:r>
              <a:rPr lang="en-GB"/>
              <a:t> regular</a:t>
            </a:r>
            <a:endParaRPr lang="en-US"/>
          </a:p>
        </p:txBody>
      </p:sp>
      <p:sp>
        <p:nvSpPr>
          <p:cNvPr id="3" name="copyright">
            <a:extLst>
              <a:ext uri="{FF2B5EF4-FFF2-40B4-BE49-F238E27FC236}">
                <a16:creationId xmlns:a16="http://schemas.microsoft.com/office/drawing/2014/main" id="{95F63345-6C3E-8981-5F6D-DF2B3FF6475C}"/>
              </a:ext>
            </a:extLst>
          </p:cNvPr>
          <p:cNvSpPr txBox="1"/>
          <p:nvPr userDrawn="1"/>
        </p:nvSpPr>
        <p:spPr>
          <a:xfrm>
            <a:off x="9031909" y="6429853"/>
            <a:ext cx="2398092"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GB" sz="800">
                <a:solidFill>
                  <a:schemeClr val="bg1">
                    <a:lumMod val="85000"/>
                    <a:alpha val="75000"/>
                  </a:schemeClr>
                </a:solidFill>
                <a:latin typeface="Graphik" panose="020B0503030202060203" pitchFamily="34" charset="77"/>
              </a:rPr>
              <a:t>Copyright © 2025 Accenture. All rights reserved.</a:t>
            </a:r>
            <a:endParaRPr lang="en-US" sz="1351" noProof="0">
              <a:solidFill>
                <a:schemeClr val="bg1">
                  <a:lumMod val="85000"/>
                  <a:alpha val="75000"/>
                </a:schemeClr>
              </a:solidFill>
              <a:latin typeface="Graphik" panose="020B0503030202060203" pitchFamily="34" charset="77"/>
            </a:endParaRPr>
          </a:p>
        </p:txBody>
      </p:sp>
      <p:sp>
        <p:nvSpPr>
          <p:cNvPr id="7" name="slide number automatic">
            <a:extLst>
              <a:ext uri="{FF2B5EF4-FFF2-40B4-BE49-F238E27FC236}">
                <a16:creationId xmlns:a16="http://schemas.microsoft.com/office/drawing/2014/main" id="{EA0A3F89-649C-BCA9-F69D-4791BE39CE26}"/>
              </a:ext>
            </a:extLst>
          </p:cNvPr>
          <p:cNvSpPr txBox="1"/>
          <p:nvPr userDrawn="1"/>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bg1">
                    <a:lumMod val="85000"/>
                    <a:alpha val="75000"/>
                  </a:schemeClr>
                </a:solidFill>
                <a:latin typeface="+mj-lt"/>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a:solidFill>
                <a:schemeClr val="bg1">
                  <a:lumMod val="85000"/>
                  <a:alpha val="75000"/>
                </a:schemeClr>
              </a:solidFill>
              <a:latin typeface="+mj-lt"/>
            </a:endParaRPr>
          </a:p>
        </p:txBody>
      </p:sp>
    </p:spTree>
    <p:extLst>
      <p:ext uri="{BB962C8B-B14F-4D97-AF65-F5344CB8AC3E}">
        <p14:creationId xmlns:p14="http://schemas.microsoft.com/office/powerpoint/2010/main" val="2144568034"/>
      </p:ext>
    </p:extLst>
  </p:cSld>
  <p:clrMapOvr>
    <a:masterClrMapping/>
  </p:clrMapOvr>
  <p:extLst>
    <p:ext uri="{DCECCB84-F9BA-43D5-87BE-67443E8EF086}">
      <p15:sldGuideLst xmlns:p15="http://schemas.microsoft.com/office/powerpoint/2012/main"/>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Agenda: light mode">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FA4FF600-954F-A932-EB0A-7C9AF337B5D8}"/>
              </a:ext>
            </a:extLst>
          </p:cNvPr>
          <p:cNvSpPr>
            <a:spLocks noGrp="1"/>
          </p:cNvSpPr>
          <p:nvPr>
            <p:ph type="title" hasCustomPrompt="1"/>
          </p:nvPr>
        </p:nvSpPr>
        <p:spPr>
          <a:xfrm>
            <a:off x="559848" y="2187404"/>
            <a:ext cx="3098568" cy="393954"/>
          </a:xfrm>
          <a:prstGeom prst="rect">
            <a:avLst/>
          </a:prstGeom>
        </p:spPr>
        <p:txBody>
          <a:bodyPr anchor="b"/>
          <a:lstStyle>
            <a:lvl1pPr>
              <a:defRPr sz="3200">
                <a:solidFill>
                  <a:schemeClr val="tx1"/>
                </a:solidFill>
              </a:defRPr>
            </a:lvl1pPr>
          </a:lstStyle>
          <a:p>
            <a:r>
              <a:rPr lang="en-GB"/>
              <a:t>Agenda title</a:t>
            </a:r>
            <a:endParaRPr lang="en-US"/>
          </a:p>
        </p:txBody>
      </p:sp>
      <p:sp>
        <p:nvSpPr>
          <p:cNvPr id="8" name="Text Placeholder 2">
            <a:extLst>
              <a:ext uri="{FF2B5EF4-FFF2-40B4-BE49-F238E27FC236}">
                <a16:creationId xmlns:a16="http://schemas.microsoft.com/office/drawing/2014/main" id="{15D79A3D-AC3D-4EB4-AFB4-D6CEFA4231AA}"/>
              </a:ext>
            </a:extLst>
          </p:cNvPr>
          <p:cNvSpPr>
            <a:spLocks noGrp="1"/>
          </p:cNvSpPr>
          <p:nvPr>
            <p:ph type="body" sz="quarter" idx="14" hasCustomPrompt="1"/>
          </p:nvPr>
        </p:nvSpPr>
        <p:spPr>
          <a:xfrm>
            <a:off x="559948" y="2745679"/>
            <a:ext cx="3093440" cy="2415468"/>
          </a:xfrm>
          <a:prstGeom prst="rect">
            <a:avLst/>
          </a:prstGeom>
        </p:spPr>
        <p:txBody>
          <a:bodyPr/>
          <a:lstStyle>
            <a:lvl1pPr marL="0" indent="0">
              <a:lnSpc>
                <a:spcPct val="90000"/>
              </a:lnSpc>
              <a:buNone/>
              <a:defRPr sz="1600" b="0" i="0">
                <a:solidFill>
                  <a:schemeClr val="tx1"/>
                </a:solidFill>
                <a:latin typeface="Graphik" panose="020B0503030202060203" pitchFamily="34" charset="77"/>
              </a:defRPr>
            </a:lvl1pPr>
            <a:lvl2pPr marL="0" indent="0">
              <a:buNone/>
              <a:defRPr sz="1800"/>
            </a:lvl2pPr>
            <a:lvl3pPr marL="228594">
              <a:buFont typeface="Graphik" panose="020B0604020202020204" pitchFamily="34" charset="0"/>
              <a:buChar char="•"/>
              <a:defRPr sz="1800"/>
            </a:lvl3pPr>
            <a:lvl4pPr marL="457189">
              <a:buFont typeface="Graphik"/>
              <a:buChar char="–"/>
              <a:defRPr sz="1600"/>
            </a:lvl4pPr>
            <a:lvl5pPr marL="685783">
              <a:buFont typeface="Graphik" panose="020B0604020202020204" pitchFamily="34" charset="0"/>
              <a:buChar char="•"/>
              <a:defRPr sz="1600"/>
            </a:lvl5pPr>
          </a:lstStyle>
          <a:p>
            <a:pPr lvl="0"/>
            <a:r>
              <a:rPr lang="en-GB"/>
              <a:t>Place subtitle here in </a:t>
            </a:r>
            <a:r>
              <a:rPr lang="en-GB" err="1"/>
              <a:t>Graphik</a:t>
            </a:r>
            <a:r>
              <a:rPr lang="en-GB"/>
              <a:t> regular</a:t>
            </a:r>
            <a:endParaRPr lang="en-US"/>
          </a:p>
        </p:txBody>
      </p:sp>
      <p:sp>
        <p:nvSpPr>
          <p:cNvPr id="29" name="Text Placeholder 3">
            <a:extLst>
              <a:ext uri="{FF2B5EF4-FFF2-40B4-BE49-F238E27FC236}">
                <a16:creationId xmlns:a16="http://schemas.microsoft.com/office/drawing/2014/main" id="{2F4C171E-3D12-FC48-87BB-B5005B4EE338}"/>
              </a:ext>
            </a:extLst>
          </p:cNvPr>
          <p:cNvSpPr>
            <a:spLocks noGrp="1"/>
          </p:cNvSpPr>
          <p:nvPr>
            <p:ph type="body" sz="quarter" idx="31" hasCustomPrompt="1"/>
          </p:nvPr>
        </p:nvSpPr>
        <p:spPr>
          <a:xfrm>
            <a:off x="4426241" y="1371602"/>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bg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18" name="Text Placeholder 4">
            <a:extLst>
              <a:ext uri="{FF2B5EF4-FFF2-40B4-BE49-F238E27FC236}">
                <a16:creationId xmlns:a16="http://schemas.microsoft.com/office/drawing/2014/main" id="{257C0C72-781A-F24F-B1F2-0A290409F1F6}"/>
              </a:ext>
            </a:extLst>
          </p:cNvPr>
          <p:cNvSpPr>
            <a:spLocks noGrp="1"/>
          </p:cNvSpPr>
          <p:nvPr>
            <p:ph type="body" sz="quarter" idx="16" hasCustomPrompt="1"/>
          </p:nvPr>
        </p:nvSpPr>
        <p:spPr>
          <a:xfrm>
            <a:off x="4966974" y="1371602"/>
            <a:ext cx="2783175" cy="485340"/>
          </a:xfrm>
          <a:prstGeom prst="rect">
            <a:avLst/>
          </a:prstGeom>
        </p:spPr>
        <p:txBody>
          <a:bodyPr anchor="ctr"/>
          <a:lstStyle>
            <a:lvl1pPr>
              <a:spcAft>
                <a:spcPts val="0"/>
              </a:spcAft>
              <a:buNone/>
              <a:defRPr sz="1600" b="0" i="0">
                <a:latin typeface="Graphik" panose="020B0503030202060203" pitchFamily="34" charset="77"/>
              </a:defRPr>
            </a:lvl1pPr>
          </a:lstStyle>
          <a:p>
            <a:pPr lvl="0"/>
            <a:r>
              <a:rPr lang="en-GB"/>
              <a:t>Insert agenda item</a:t>
            </a:r>
            <a:endParaRPr lang="en-US"/>
          </a:p>
        </p:txBody>
      </p:sp>
      <p:sp>
        <p:nvSpPr>
          <p:cNvPr id="30" name="Text Placeholder 5">
            <a:extLst>
              <a:ext uri="{FF2B5EF4-FFF2-40B4-BE49-F238E27FC236}">
                <a16:creationId xmlns:a16="http://schemas.microsoft.com/office/drawing/2014/main" id="{E8AE9E02-9423-4748-8AD7-2BBB3B94A799}"/>
              </a:ext>
            </a:extLst>
          </p:cNvPr>
          <p:cNvSpPr>
            <a:spLocks noGrp="1"/>
          </p:cNvSpPr>
          <p:nvPr>
            <p:ph type="body" sz="quarter" idx="32" hasCustomPrompt="1"/>
          </p:nvPr>
        </p:nvSpPr>
        <p:spPr>
          <a:xfrm>
            <a:off x="4426241" y="1976479"/>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bg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57" name="Text Placeholder 6">
            <a:extLst>
              <a:ext uri="{FF2B5EF4-FFF2-40B4-BE49-F238E27FC236}">
                <a16:creationId xmlns:a16="http://schemas.microsoft.com/office/drawing/2014/main" id="{A5D4C4AC-7870-A641-AF65-6F3ECB9DA9CA}"/>
              </a:ext>
            </a:extLst>
          </p:cNvPr>
          <p:cNvSpPr>
            <a:spLocks noGrp="1"/>
          </p:cNvSpPr>
          <p:nvPr>
            <p:ph type="body" sz="quarter" idx="18" hasCustomPrompt="1"/>
          </p:nvPr>
        </p:nvSpPr>
        <p:spPr>
          <a:xfrm>
            <a:off x="4966974" y="1976479"/>
            <a:ext cx="2783175" cy="485340"/>
          </a:xfrm>
          <a:prstGeom prst="rect">
            <a:avLst/>
          </a:prstGeom>
        </p:spPr>
        <p:txBody>
          <a:bodyPr anchor="ctr"/>
          <a:lstStyle>
            <a:lvl1pPr>
              <a:spcAft>
                <a:spcPts val="0"/>
              </a:spcAft>
              <a:buNone/>
              <a:defRPr sz="1600" b="0" i="0">
                <a:latin typeface="Graphik" panose="020B0503030202060203" pitchFamily="34" charset="77"/>
              </a:defRPr>
            </a:lvl1pPr>
          </a:lstStyle>
          <a:p>
            <a:pPr lvl="0"/>
            <a:r>
              <a:rPr lang="en-GB"/>
              <a:t>Insert agenda item</a:t>
            </a:r>
            <a:endParaRPr lang="en-US"/>
          </a:p>
        </p:txBody>
      </p:sp>
      <p:sp>
        <p:nvSpPr>
          <p:cNvPr id="31" name="Text Placeholder 7">
            <a:extLst>
              <a:ext uri="{FF2B5EF4-FFF2-40B4-BE49-F238E27FC236}">
                <a16:creationId xmlns:a16="http://schemas.microsoft.com/office/drawing/2014/main" id="{7C692F47-FBF4-5842-A0CA-4B8B48DE4638}"/>
              </a:ext>
            </a:extLst>
          </p:cNvPr>
          <p:cNvSpPr>
            <a:spLocks noGrp="1"/>
          </p:cNvSpPr>
          <p:nvPr>
            <p:ph type="body" sz="quarter" idx="33" hasCustomPrompt="1"/>
          </p:nvPr>
        </p:nvSpPr>
        <p:spPr>
          <a:xfrm>
            <a:off x="4426241" y="2581358"/>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bg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59" name="Text Placeholder 8">
            <a:extLst>
              <a:ext uri="{FF2B5EF4-FFF2-40B4-BE49-F238E27FC236}">
                <a16:creationId xmlns:a16="http://schemas.microsoft.com/office/drawing/2014/main" id="{9F332AA7-2896-E24E-B21D-90FED54D4335}"/>
              </a:ext>
            </a:extLst>
          </p:cNvPr>
          <p:cNvSpPr>
            <a:spLocks noGrp="1"/>
          </p:cNvSpPr>
          <p:nvPr>
            <p:ph type="body" sz="quarter" idx="20" hasCustomPrompt="1"/>
          </p:nvPr>
        </p:nvSpPr>
        <p:spPr>
          <a:xfrm>
            <a:off x="4966974" y="2581358"/>
            <a:ext cx="2783175" cy="485340"/>
          </a:xfrm>
          <a:prstGeom prst="rect">
            <a:avLst/>
          </a:prstGeom>
        </p:spPr>
        <p:txBody>
          <a:bodyPr anchor="ctr"/>
          <a:lstStyle>
            <a:lvl1pPr>
              <a:spcAft>
                <a:spcPts val="0"/>
              </a:spcAft>
              <a:buNone/>
              <a:defRPr sz="1600" b="0" i="0">
                <a:latin typeface="Graphik" panose="020B0503030202060203" pitchFamily="34" charset="77"/>
              </a:defRPr>
            </a:lvl1pPr>
          </a:lstStyle>
          <a:p>
            <a:pPr lvl="0"/>
            <a:r>
              <a:rPr lang="en-GB"/>
              <a:t>Insert agenda item</a:t>
            </a:r>
            <a:endParaRPr lang="en-US"/>
          </a:p>
        </p:txBody>
      </p:sp>
      <p:sp>
        <p:nvSpPr>
          <p:cNvPr id="32" name="Text Placeholder 9">
            <a:extLst>
              <a:ext uri="{FF2B5EF4-FFF2-40B4-BE49-F238E27FC236}">
                <a16:creationId xmlns:a16="http://schemas.microsoft.com/office/drawing/2014/main" id="{BDE48124-A481-074B-9AD4-22EC49D172D0}"/>
              </a:ext>
            </a:extLst>
          </p:cNvPr>
          <p:cNvSpPr>
            <a:spLocks noGrp="1"/>
          </p:cNvSpPr>
          <p:nvPr>
            <p:ph type="body" sz="quarter" idx="34" hasCustomPrompt="1"/>
          </p:nvPr>
        </p:nvSpPr>
        <p:spPr>
          <a:xfrm>
            <a:off x="4426241" y="3186235"/>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bg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61" name="Text Placeholder 10">
            <a:extLst>
              <a:ext uri="{FF2B5EF4-FFF2-40B4-BE49-F238E27FC236}">
                <a16:creationId xmlns:a16="http://schemas.microsoft.com/office/drawing/2014/main" id="{25D7BCB2-FC6B-2A46-AC11-482A4F731116}"/>
              </a:ext>
            </a:extLst>
          </p:cNvPr>
          <p:cNvSpPr>
            <a:spLocks noGrp="1"/>
          </p:cNvSpPr>
          <p:nvPr>
            <p:ph type="body" sz="quarter" idx="22" hasCustomPrompt="1"/>
          </p:nvPr>
        </p:nvSpPr>
        <p:spPr>
          <a:xfrm>
            <a:off x="4966974" y="3186235"/>
            <a:ext cx="2783175" cy="485340"/>
          </a:xfrm>
          <a:prstGeom prst="rect">
            <a:avLst/>
          </a:prstGeom>
        </p:spPr>
        <p:txBody>
          <a:bodyPr anchor="ctr"/>
          <a:lstStyle>
            <a:lvl1pPr>
              <a:spcAft>
                <a:spcPts val="0"/>
              </a:spcAft>
              <a:buNone/>
              <a:defRPr sz="1600" b="0" i="0">
                <a:latin typeface="Graphik" panose="020B0503030202060203" pitchFamily="34" charset="77"/>
              </a:defRPr>
            </a:lvl1pPr>
          </a:lstStyle>
          <a:p>
            <a:pPr lvl="0"/>
            <a:r>
              <a:rPr lang="en-GB"/>
              <a:t>Insert agenda item</a:t>
            </a:r>
            <a:endParaRPr lang="en-US"/>
          </a:p>
        </p:txBody>
      </p:sp>
      <p:sp>
        <p:nvSpPr>
          <p:cNvPr id="33" name="Text Placeholder 11">
            <a:extLst>
              <a:ext uri="{FF2B5EF4-FFF2-40B4-BE49-F238E27FC236}">
                <a16:creationId xmlns:a16="http://schemas.microsoft.com/office/drawing/2014/main" id="{98E2B4B4-ED02-4945-B581-1A8D48D031AA}"/>
              </a:ext>
            </a:extLst>
          </p:cNvPr>
          <p:cNvSpPr>
            <a:spLocks noGrp="1"/>
          </p:cNvSpPr>
          <p:nvPr>
            <p:ph type="body" sz="quarter" idx="35" hasCustomPrompt="1"/>
          </p:nvPr>
        </p:nvSpPr>
        <p:spPr>
          <a:xfrm>
            <a:off x="4426241" y="3791114"/>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bg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63" name="Text Placeholder 12">
            <a:extLst>
              <a:ext uri="{FF2B5EF4-FFF2-40B4-BE49-F238E27FC236}">
                <a16:creationId xmlns:a16="http://schemas.microsoft.com/office/drawing/2014/main" id="{FD74906C-72A4-CF4A-A4F6-B28AE864B9B7}"/>
              </a:ext>
            </a:extLst>
          </p:cNvPr>
          <p:cNvSpPr>
            <a:spLocks noGrp="1"/>
          </p:cNvSpPr>
          <p:nvPr>
            <p:ph type="body" sz="quarter" idx="24" hasCustomPrompt="1"/>
          </p:nvPr>
        </p:nvSpPr>
        <p:spPr>
          <a:xfrm>
            <a:off x="4966974" y="3791114"/>
            <a:ext cx="2783175" cy="485340"/>
          </a:xfrm>
          <a:prstGeom prst="rect">
            <a:avLst/>
          </a:prstGeom>
        </p:spPr>
        <p:txBody>
          <a:bodyPr anchor="ctr"/>
          <a:lstStyle>
            <a:lvl1pPr>
              <a:spcAft>
                <a:spcPts val="0"/>
              </a:spcAft>
              <a:buNone/>
              <a:defRPr sz="1600" b="0" i="0">
                <a:latin typeface="Graphik" panose="020B0503030202060203" pitchFamily="34" charset="77"/>
              </a:defRPr>
            </a:lvl1pPr>
          </a:lstStyle>
          <a:p>
            <a:pPr lvl="0"/>
            <a:r>
              <a:rPr lang="en-GB"/>
              <a:t>Insert agenda item</a:t>
            </a:r>
            <a:endParaRPr lang="en-US"/>
          </a:p>
        </p:txBody>
      </p:sp>
      <p:sp>
        <p:nvSpPr>
          <p:cNvPr id="34" name="Text Placeholder 13">
            <a:extLst>
              <a:ext uri="{FF2B5EF4-FFF2-40B4-BE49-F238E27FC236}">
                <a16:creationId xmlns:a16="http://schemas.microsoft.com/office/drawing/2014/main" id="{B70B7DFE-5DE8-0F42-BF3C-DA43110C0D0E}"/>
              </a:ext>
            </a:extLst>
          </p:cNvPr>
          <p:cNvSpPr>
            <a:spLocks noGrp="1"/>
          </p:cNvSpPr>
          <p:nvPr>
            <p:ph type="body" sz="quarter" idx="36" hasCustomPrompt="1"/>
          </p:nvPr>
        </p:nvSpPr>
        <p:spPr>
          <a:xfrm>
            <a:off x="4426241" y="4395991"/>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bg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65" name="Text Placeholder 14">
            <a:extLst>
              <a:ext uri="{FF2B5EF4-FFF2-40B4-BE49-F238E27FC236}">
                <a16:creationId xmlns:a16="http://schemas.microsoft.com/office/drawing/2014/main" id="{F28AA3EC-0083-2742-A4D0-0B32569FD766}"/>
              </a:ext>
            </a:extLst>
          </p:cNvPr>
          <p:cNvSpPr>
            <a:spLocks noGrp="1"/>
          </p:cNvSpPr>
          <p:nvPr>
            <p:ph type="body" sz="quarter" idx="26" hasCustomPrompt="1"/>
          </p:nvPr>
        </p:nvSpPr>
        <p:spPr>
          <a:xfrm>
            <a:off x="4966974" y="4395991"/>
            <a:ext cx="2783175" cy="485340"/>
          </a:xfrm>
          <a:prstGeom prst="rect">
            <a:avLst/>
          </a:prstGeom>
        </p:spPr>
        <p:txBody>
          <a:bodyPr anchor="ctr"/>
          <a:lstStyle>
            <a:lvl1pPr>
              <a:spcAft>
                <a:spcPts val="0"/>
              </a:spcAft>
              <a:buNone/>
              <a:defRPr sz="1600" b="0" i="0">
                <a:latin typeface="Graphik" panose="020B0503030202060203" pitchFamily="34" charset="77"/>
              </a:defRPr>
            </a:lvl1pPr>
          </a:lstStyle>
          <a:p>
            <a:pPr lvl="0"/>
            <a:r>
              <a:rPr lang="en-GB"/>
              <a:t>Insert agenda item</a:t>
            </a:r>
            <a:endParaRPr lang="en-US"/>
          </a:p>
        </p:txBody>
      </p:sp>
      <p:sp>
        <p:nvSpPr>
          <p:cNvPr id="35" name="Text Placeholder 15">
            <a:extLst>
              <a:ext uri="{FF2B5EF4-FFF2-40B4-BE49-F238E27FC236}">
                <a16:creationId xmlns:a16="http://schemas.microsoft.com/office/drawing/2014/main" id="{D63FCDAD-F7F9-774F-8EC9-A0777820ED0F}"/>
              </a:ext>
            </a:extLst>
          </p:cNvPr>
          <p:cNvSpPr>
            <a:spLocks noGrp="1"/>
          </p:cNvSpPr>
          <p:nvPr>
            <p:ph type="body" sz="quarter" idx="37" hasCustomPrompt="1"/>
          </p:nvPr>
        </p:nvSpPr>
        <p:spPr>
          <a:xfrm>
            <a:off x="4426241" y="5000870"/>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bg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67" name="Text Placeholder 16">
            <a:extLst>
              <a:ext uri="{FF2B5EF4-FFF2-40B4-BE49-F238E27FC236}">
                <a16:creationId xmlns:a16="http://schemas.microsoft.com/office/drawing/2014/main" id="{D46DA866-B19E-684E-8A23-EEA295487841}"/>
              </a:ext>
            </a:extLst>
          </p:cNvPr>
          <p:cNvSpPr>
            <a:spLocks noGrp="1"/>
          </p:cNvSpPr>
          <p:nvPr>
            <p:ph type="body" sz="quarter" idx="28" hasCustomPrompt="1"/>
          </p:nvPr>
        </p:nvSpPr>
        <p:spPr>
          <a:xfrm>
            <a:off x="4966974" y="5000870"/>
            <a:ext cx="2783175" cy="485340"/>
          </a:xfrm>
          <a:prstGeom prst="rect">
            <a:avLst/>
          </a:prstGeom>
        </p:spPr>
        <p:txBody>
          <a:bodyPr anchor="ctr"/>
          <a:lstStyle>
            <a:lvl1pPr>
              <a:spcAft>
                <a:spcPts val="0"/>
              </a:spcAft>
              <a:buNone/>
              <a:defRPr sz="1600" b="0" i="0">
                <a:latin typeface="Graphik" panose="020B0503030202060203" pitchFamily="34" charset="77"/>
              </a:defRPr>
            </a:lvl1pPr>
          </a:lstStyle>
          <a:p>
            <a:pPr lvl="0"/>
            <a:r>
              <a:rPr lang="en-GB"/>
              <a:t>Insert agenda item</a:t>
            </a:r>
            <a:endParaRPr lang="en-US"/>
          </a:p>
        </p:txBody>
      </p:sp>
      <p:sp>
        <p:nvSpPr>
          <p:cNvPr id="36" name="Text Placeholder 17">
            <a:extLst>
              <a:ext uri="{FF2B5EF4-FFF2-40B4-BE49-F238E27FC236}">
                <a16:creationId xmlns:a16="http://schemas.microsoft.com/office/drawing/2014/main" id="{AE66CCF5-C5F4-5645-A851-E4A7D572FDA7}"/>
              </a:ext>
            </a:extLst>
          </p:cNvPr>
          <p:cNvSpPr>
            <a:spLocks noGrp="1"/>
          </p:cNvSpPr>
          <p:nvPr>
            <p:ph type="body" sz="quarter" idx="38" hasCustomPrompt="1"/>
          </p:nvPr>
        </p:nvSpPr>
        <p:spPr>
          <a:xfrm>
            <a:off x="4426241" y="5605747"/>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bg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69" name="Text Placeholder 18">
            <a:extLst>
              <a:ext uri="{FF2B5EF4-FFF2-40B4-BE49-F238E27FC236}">
                <a16:creationId xmlns:a16="http://schemas.microsoft.com/office/drawing/2014/main" id="{A4A135E2-DF01-5543-BA57-DFBCCC446A3A}"/>
              </a:ext>
            </a:extLst>
          </p:cNvPr>
          <p:cNvSpPr>
            <a:spLocks noGrp="1"/>
          </p:cNvSpPr>
          <p:nvPr>
            <p:ph type="body" sz="quarter" idx="30" hasCustomPrompt="1"/>
          </p:nvPr>
        </p:nvSpPr>
        <p:spPr>
          <a:xfrm>
            <a:off x="4966974" y="5605747"/>
            <a:ext cx="2783175" cy="485340"/>
          </a:xfrm>
          <a:prstGeom prst="rect">
            <a:avLst/>
          </a:prstGeom>
        </p:spPr>
        <p:txBody>
          <a:bodyPr anchor="ctr"/>
          <a:lstStyle>
            <a:lvl1pPr>
              <a:spcAft>
                <a:spcPts val="0"/>
              </a:spcAft>
              <a:buNone/>
              <a:defRPr sz="1600" b="0" i="0">
                <a:latin typeface="Graphik" panose="020B0503030202060203" pitchFamily="34" charset="77"/>
              </a:defRPr>
            </a:lvl1pPr>
          </a:lstStyle>
          <a:p>
            <a:pPr lvl="0"/>
            <a:r>
              <a:rPr lang="en-GB"/>
              <a:t>Insert agenda item</a:t>
            </a:r>
            <a:endParaRPr lang="en-US"/>
          </a:p>
        </p:txBody>
      </p:sp>
      <p:sp>
        <p:nvSpPr>
          <p:cNvPr id="94" name="Text Placeholder 19">
            <a:extLst>
              <a:ext uri="{FF2B5EF4-FFF2-40B4-BE49-F238E27FC236}">
                <a16:creationId xmlns:a16="http://schemas.microsoft.com/office/drawing/2014/main" id="{ED51288A-4DF8-0D4F-8BBC-90AE60B66177}"/>
              </a:ext>
            </a:extLst>
          </p:cNvPr>
          <p:cNvSpPr>
            <a:spLocks noGrp="1"/>
          </p:cNvSpPr>
          <p:nvPr>
            <p:ph type="body" sz="quarter" idx="47" hasCustomPrompt="1"/>
          </p:nvPr>
        </p:nvSpPr>
        <p:spPr>
          <a:xfrm>
            <a:off x="8317231" y="1371602"/>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bg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86" name="Text Placeholder 20">
            <a:extLst>
              <a:ext uri="{FF2B5EF4-FFF2-40B4-BE49-F238E27FC236}">
                <a16:creationId xmlns:a16="http://schemas.microsoft.com/office/drawing/2014/main" id="{C10680BC-1106-B24D-A63E-02912A27325E}"/>
              </a:ext>
            </a:extLst>
          </p:cNvPr>
          <p:cNvSpPr>
            <a:spLocks noGrp="1"/>
          </p:cNvSpPr>
          <p:nvPr>
            <p:ph type="body" sz="quarter" idx="39" hasCustomPrompt="1"/>
          </p:nvPr>
        </p:nvSpPr>
        <p:spPr>
          <a:xfrm>
            <a:off x="8857963" y="1371602"/>
            <a:ext cx="2783175" cy="485340"/>
          </a:xfrm>
          <a:prstGeom prst="rect">
            <a:avLst/>
          </a:prstGeom>
        </p:spPr>
        <p:txBody>
          <a:bodyPr anchor="ctr"/>
          <a:lstStyle>
            <a:lvl1pPr>
              <a:spcAft>
                <a:spcPts val="0"/>
              </a:spcAft>
              <a:buNone/>
              <a:defRPr sz="1600" b="0" i="0">
                <a:latin typeface="Graphik" panose="020B0503030202060203" pitchFamily="34" charset="77"/>
              </a:defRPr>
            </a:lvl1pPr>
          </a:lstStyle>
          <a:p>
            <a:pPr lvl="0"/>
            <a:r>
              <a:rPr lang="en-GB"/>
              <a:t>Insert agenda item</a:t>
            </a:r>
            <a:endParaRPr lang="en-US"/>
          </a:p>
        </p:txBody>
      </p:sp>
      <p:sp>
        <p:nvSpPr>
          <p:cNvPr id="95" name="Text Placeholder 21">
            <a:extLst>
              <a:ext uri="{FF2B5EF4-FFF2-40B4-BE49-F238E27FC236}">
                <a16:creationId xmlns:a16="http://schemas.microsoft.com/office/drawing/2014/main" id="{B55123CE-2705-2A4C-88D5-5BEECF04606C}"/>
              </a:ext>
            </a:extLst>
          </p:cNvPr>
          <p:cNvSpPr>
            <a:spLocks noGrp="1"/>
          </p:cNvSpPr>
          <p:nvPr>
            <p:ph type="body" sz="quarter" idx="48" hasCustomPrompt="1"/>
          </p:nvPr>
        </p:nvSpPr>
        <p:spPr>
          <a:xfrm>
            <a:off x="8317231" y="1976479"/>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bg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87" name="Text Placeholder 22">
            <a:extLst>
              <a:ext uri="{FF2B5EF4-FFF2-40B4-BE49-F238E27FC236}">
                <a16:creationId xmlns:a16="http://schemas.microsoft.com/office/drawing/2014/main" id="{194D437D-E8B7-694E-B60A-5A3D6E811713}"/>
              </a:ext>
            </a:extLst>
          </p:cNvPr>
          <p:cNvSpPr>
            <a:spLocks noGrp="1"/>
          </p:cNvSpPr>
          <p:nvPr>
            <p:ph type="body" sz="quarter" idx="40" hasCustomPrompt="1"/>
          </p:nvPr>
        </p:nvSpPr>
        <p:spPr>
          <a:xfrm>
            <a:off x="8857963" y="1976479"/>
            <a:ext cx="2783175" cy="485340"/>
          </a:xfrm>
          <a:prstGeom prst="rect">
            <a:avLst/>
          </a:prstGeom>
        </p:spPr>
        <p:txBody>
          <a:bodyPr anchor="ctr"/>
          <a:lstStyle>
            <a:lvl1pPr>
              <a:spcAft>
                <a:spcPts val="0"/>
              </a:spcAft>
              <a:buNone/>
              <a:defRPr sz="1600" b="0" i="0">
                <a:latin typeface="Graphik" panose="020B0503030202060203" pitchFamily="34" charset="77"/>
              </a:defRPr>
            </a:lvl1pPr>
          </a:lstStyle>
          <a:p>
            <a:pPr lvl="0"/>
            <a:r>
              <a:rPr lang="en-GB"/>
              <a:t>Insert agenda item</a:t>
            </a:r>
            <a:endParaRPr lang="en-US"/>
          </a:p>
        </p:txBody>
      </p:sp>
      <p:sp>
        <p:nvSpPr>
          <p:cNvPr id="96" name="Text Placeholder 23">
            <a:extLst>
              <a:ext uri="{FF2B5EF4-FFF2-40B4-BE49-F238E27FC236}">
                <a16:creationId xmlns:a16="http://schemas.microsoft.com/office/drawing/2014/main" id="{95340386-A048-C64F-B858-E874FB9006DC}"/>
              </a:ext>
            </a:extLst>
          </p:cNvPr>
          <p:cNvSpPr>
            <a:spLocks noGrp="1"/>
          </p:cNvSpPr>
          <p:nvPr>
            <p:ph type="body" sz="quarter" idx="49" hasCustomPrompt="1"/>
          </p:nvPr>
        </p:nvSpPr>
        <p:spPr>
          <a:xfrm>
            <a:off x="8317231" y="2581358"/>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bg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88" name="Text Placeholder 24">
            <a:extLst>
              <a:ext uri="{FF2B5EF4-FFF2-40B4-BE49-F238E27FC236}">
                <a16:creationId xmlns:a16="http://schemas.microsoft.com/office/drawing/2014/main" id="{D743CFF4-B173-B648-86A6-5021F5FB8C07}"/>
              </a:ext>
            </a:extLst>
          </p:cNvPr>
          <p:cNvSpPr>
            <a:spLocks noGrp="1"/>
          </p:cNvSpPr>
          <p:nvPr>
            <p:ph type="body" sz="quarter" idx="41" hasCustomPrompt="1"/>
          </p:nvPr>
        </p:nvSpPr>
        <p:spPr>
          <a:xfrm>
            <a:off x="8857963" y="2581358"/>
            <a:ext cx="2783175" cy="485340"/>
          </a:xfrm>
          <a:prstGeom prst="rect">
            <a:avLst/>
          </a:prstGeom>
        </p:spPr>
        <p:txBody>
          <a:bodyPr anchor="ctr"/>
          <a:lstStyle>
            <a:lvl1pPr>
              <a:spcAft>
                <a:spcPts val="0"/>
              </a:spcAft>
              <a:buNone/>
              <a:defRPr sz="1600" b="0" i="0">
                <a:latin typeface="Graphik" panose="020B0503030202060203" pitchFamily="34" charset="77"/>
              </a:defRPr>
            </a:lvl1pPr>
          </a:lstStyle>
          <a:p>
            <a:pPr lvl="0"/>
            <a:r>
              <a:rPr lang="en-GB"/>
              <a:t>Insert agenda item</a:t>
            </a:r>
            <a:endParaRPr lang="en-US"/>
          </a:p>
        </p:txBody>
      </p:sp>
      <p:sp>
        <p:nvSpPr>
          <p:cNvPr id="97" name="Text Placeholder 25">
            <a:extLst>
              <a:ext uri="{FF2B5EF4-FFF2-40B4-BE49-F238E27FC236}">
                <a16:creationId xmlns:a16="http://schemas.microsoft.com/office/drawing/2014/main" id="{389D3522-38D0-6A46-B023-28998ECDD0FA}"/>
              </a:ext>
            </a:extLst>
          </p:cNvPr>
          <p:cNvSpPr>
            <a:spLocks noGrp="1"/>
          </p:cNvSpPr>
          <p:nvPr>
            <p:ph type="body" sz="quarter" idx="50" hasCustomPrompt="1"/>
          </p:nvPr>
        </p:nvSpPr>
        <p:spPr>
          <a:xfrm>
            <a:off x="8317231" y="3186235"/>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bg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89" name="Text Placeholder 26">
            <a:extLst>
              <a:ext uri="{FF2B5EF4-FFF2-40B4-BE49-F238E27FC236}">
                <a16:creationId xmlns:a16="http://schemas.microsoft.com/office/drawing/2014/main" id="{67B9EDF9-023B-A84C-B540-ABBA3E3BA5C0}"/>
              </a:ext>
            </a:extLst>
          </p:cNvPr>
          <p:cNvSpPr>
            <a:spLocks noGrp="1"/>
          </p:cNvSpPr>
          <p:nvPr>
            <p:ph type="body" sz="quarter" idx="42" hasCustomPrompt="1"/>
          </p:nvPr>
        </p:nvSpPr>
        <p:spPr>
          <a:xfrm>
            <a:off x="8857963" y="3186235"/>
            <a:ext cx="2783175" cy="485340"/>
          </a:xfrm>
          <a:prstGeom prst="rect">
            <a:avLst/>
          </a:prstGeom>
        </p:spPr>
        <p:txBody>
          <a:bodyPr anchor="ctr"/>
          <a:lstStyle>
            <a:lvl1pPr>
              <a:spcAft>
                <a:spcPts val="0"/>
              </a:spcAft>
              <a:buNone/>
              <a:defRPr sz="1600" b="0" i="0">
                <a:latin typeface="Graphik" panose="020B0503030202060203" pitchFamily="34" charset="77"/>
              </a:defRPr>
            </a:lvl1pPr>
          </a:lstStyle>
          <a:p>
            <a:pPr lvl="0"/>
            <a:r>
              <a:rPr lang="en-GB"/>
              <a:t>Insert agenda item</a:t>
            </a:r>
            <a:endParaRPr lang="en-US"/>
          </a:p>
        </p:txBody>
      </p:sp>
      <p:sp>
        <p:nvSpPr>
          <p:cNvPr id="98" name="Text Placeholder 27">
            <a:extLst>
              <a:ext uri="{FF2B5EF4-FFF2-40B4-BE49-F238E27FC236}">
                <a16:creationId xmlns:a16="http://schemas.microsoft.com/office/drawing/2014/main" id="{DFF1DA35-A5DD-8E48-B33F-D2FC79AD9AF0}"/>
              </a:ext>
            </a:extLst>
          </p:cNvPr>
          <p:cNvSpPr>
            <a:spLocks noGrp="1"/>
          </p:cNvSpPr>
          <p:nvPr>
            <p:ph type="body" sz="quarter" idx="51" hasCustomPrompt="1"/>
          </p:nvPr>
        </p:nvSpPr>
        <p:spPr>
          <a:xfrm>
            <a:off x="8317231" y="3791114"/>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bg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90" name="Text Placeholder 28">
            <a:extLst>
              <a:ext uri="{FF2B5EF4-FFF2-40B4-BE49-F238E27FC236}">
                <a16:creationId xmlns:a16="http://schemas.microsoft.com/office/drawing/2014/main" id="{EA82EDEB-3F03-7A48-BC36-8C7437083F46}"/>
              </a:ext>
            </a:extLst>
          </p:cNvPr>
          <p:cNvSpPr>
            <a:spLocks noGrp="1"/>
          </p:cNvSpPr>
          <p:nvPr>
            <p:ph type="body" sz="quarter" idx="43" hasCustomPrompt="1"/>
          </p:nvPr>
        </p:nvSpPr>
        <p:spPr>
          <a:xfrm>
            <a:off x="8857963" y="3791114"/>
            <a:ext cx="2783175" cy="485340"/>
          </a:xfrm>
          <a:prstGeom prst="rect">
            <a:avLst/>
          </a:prstGeom>
        </p:spPr>
        <p:txBody>
          <a:bodyPr anchor="ctr"/>
          <a:lstStyle>
            <a:lvl1pPr>
              <a:spcAft>
                <a:spcPts val="0"/>
              </a:spcAft>
              <a:buNone/>
              <a:defRPr sz="1600" b="0" i="0">
                <a:latin typeface="Graphik" panose="020B0503030202060203" pitchFamily="34" charset="77"/>
              </a:defRPr>
            </a:lvl1pPr>
          </a:lstStyle>
          <a:p>
            <a:pPr lvl="0"/>
            <a:r>
              <a:rPr lang="en-GB"/>
              <a:t>Insert agenda item</a:t>
            </a:r>
            <a:endParaRPr lang="en-US"/>
          </a:p>
        </p:txBody>
      </p:sp>
      <p:sp>
        <p:nvSpPr>
          <p:cNvPr id="99" name="Text Placeholder 29">
            <a:extLst>
              <a:ext uri="{FF2B5EF4-FFF2-40B4-BE49-F238E27FC236}">
                <a16:creationId xmlns:a16="http://schemas.microsoft.com/office/drawing/2014/main" id="{2DD1FA43-908E-6A4A-8D78-19F781C138B2}"/>
              </a:ext>
            </a:extLst>
          </p:cNvPr>
          <p:cNvSpPr>
            <a:spLocks noGrp="1"/>
          </p:cNvSpPr>
          <p:nvPr>
            <p:ph type="body" sz="quarter" idx="52" hasCustomPrompt="1"/>
          </p:nvPr>
        </p:nvSpPr>
        <p:spPr>
          <a:xfrm>
            <a:off x="8317231" y="4395991"/>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bg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91" name="Text Placeholder 30">
            <a:extLst>
              <a:ext uri="{FF2B5EF4-FFF2-40B4-BE49-F238E27FC236}">
                <a16:creationId xmlns:a16="http://schemas.microsoft.com/office/drawing/2014/main" id="{8D7A3AD2-4413-D941-B944-D1D235AC6689}"/>
              </a:ext>
            </a:extLst>
          </p:cNvPr>
          <p:cNvSpPr>
            <a:spLocks noGrp="1"/>
          </p:cNvSpPr>
          <p:nvPr>
            <p:ph type="body" sz="quarter" idx="44" hasCustomPrompt="1"/>
          </p:nvPr>
        </p:nvSpPr>
        <p:spPr>
          <a:xfrm>
            <a:off x="8857963" y="4395991"/>
            <a:ext cx="2783175" cy="485340"/>
          </a:xfrm>
          <a:prstGeom prst="rect">
            <a:avLst/>
          </a:prstGeom>
        </p:spPr>
        <p:txBody>
          <a:bodyPr anchor="ctr"/>
          <a:lstStyle>
            <a:lvl1pPr>
              <a:spcAft>
                <a:spcPts val="0"/>
              </a:spcAft>
              <a:buNone/>
              <a:defRPr sz="1600" b="0" i="0">
                <a:latin typeface="Graphik" panose="020B0503030202060203" pitchFamily="34" charset="77"/>
              </a:defRPr>
            </a:lvl1pPr>
          </a:lstStyle>
          <a:p>
            <a:pPr lvl="0"/>
            <a:r>
              <a:rPr lang="en-GB"/>
              <a:t>Insert agenda item</a:t>
            </a:r>
            <a:endParaRPr lang="en-US"/>
          </a:p>
        </p:txBody>
      </p:sp>
      <p:sp>
        <p:nvSpPr>
          <p:cNvPr id="100" name="Text Placeholder 31">
            <a:extLst>
              <a:ext uri="{FF2B5EF4-FFF2-40B4-BE49-F238E27FC236}">
                <a16:creationId xmlns:a16="http://schemas.microsoft.com/office/drawing/2014/main" id="{B42DF6FB-CEA5-344B-B42D-A5B8AF0712F6}"/>
              </a:ext>
            </a:extLst>
          </p:cNvPr>
          <p:cNvSpPr>
            <a:spLocks noGrp="1"/>
          </p:cNvSpPr>
          <p:nvPr>
            <p:ph type="body" sz="quarter" idx="53" hasCustomPrompt="1"/>
          </p:nvPr>
        </p:nvSpPr>
        <p:spPr>
          <a:xfrm>
            <a:off x="8317231" y="5000870"/>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bg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92" name="Text Placeholder 32">
            <a:extLst>
              <a:ext uri="{FF2B5EF4-FFF2-40B4-BE49-F238E27FC236}">
                <a16:creationId xmlns:a16="http://schemas.microsoft.com/office/drawing/2014/main" id="{F5014509-24B5-6040-8686-31A95601E0B3}"/>
              </a:ext>
            </a:extLst>
          </p:cNvPr>
          <p:cNvSpPr>
            <a:spLocks noGrp="1"/>
          </p:cNvSpPr>
          <p:nvPr>
            <p:ph type="body" sz="quarter" idx="45" hasCustomPrompt="1"/>
          </p:nvPr>
        </p:nvSpPr>
        <p:spPr>
          <a:xfrm>
            <a:off x="8857963" y="5000870"/>
            <a:ext cx="2783175" cy="485340"/>
          </a:xfrm>
          <a:prstGeom prst="rect">
            <a:avLst/>
          </a:prstGeom>
        </p:spPr>
        <p:txBody>
          <a:bodyPr anchor="ctr"/>
          <a:lstStyle>
            <a:lvl1pPr>
              <a:spcAft>
                <a:spcPts val="0"/>
              </a:spcAft>
              <a:buNone/>
              <a:defRPr sz="1600" b="0" i="0">
                <a:latin typeface="Graphik" panose="020B0503030202060203" pitchFamily="34" charset="77"/>
              </a:defRPr>
            </a:lvl1pPr>
          </a:lstStyle>
          <a:p>
            <a:pPr lvl="0"/>
            <a:r>
              <a:rPr lang="en-GB"/>
              <a:t>Insert agenda item</a:t>
            </a:r>
            <a:endParaRPr lang="en-US"/>
          </a:p>
        </p:txBody>
      </p:sp>
      <p:sp>
        <p:nvSpPr>
          <p:cNvPr id="101" name="Text Placeholder 33">
            <a:extLst>
              <a:ext uri="{FF2B5EF4-FFF2-40B4-BE49-F238E27FC236}">
                <a16:creationId xmlns:a16="http://schemas.microsoft.com/office/drawing/2014/main" id="{DD7618EA-1B4E-9D4F-BE9D-ED39BC26377B}"/>
              </a:ext>
            </a:extLst>
          </p:cNvPr>
          <p:cNvSpPr>
            <a:spLocks noGrp="1"/>
          </p:cNvSpPr>
          <p:nvPr>
            <p:ph type="body" sz="quarter" idx="54" hasCustomPrompt="1"/>
          </p:nvPr>
        </p:nvSpPr>
        <p:spPr>
          <a:xfrm>
            <a:off x="8317231" y="5605747"/>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bg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93" name="Text Placeholder 34">
            <a:extLst>
              <a:ext uri="{FF2B5EF4-FFF2-40B4-BE49-F238E27FC236}">
                <a16:creationId xmlns:a16="http://schemas.microsoft.com/office/drawing/2014/main" id="{02B9D5CB-DA36-724C-A996-6331344816A3}"/>
              </a:ext>
            </a:extLst>
          </p:cNvPr>
          <p:cNvSpPr>
            <a:spLocks noGrp="1"/>
          </p:cNvSpPr>
          <p:nvPr>
            <p:ph type="body" sz="quarter" idx="46" hasCustomPrompt="1"/>
          </p:nvPr>
        </p:nvSpPr>
        <p:spPr>
          <a:xfrm>
            <a:off x="8857963" y="5605747"/>
            <a:ext cx="2783175" cy="485340"/>
          </a:xfrm>
          <a:prstGeom prst="rect">
            <a:avLst/>
          </a:prstGeom>
        </p:spPr>
        <p:txBody>
          <a:bodyPr anchor="ctr"/>
          <a:lstStyle>
            <a:lvl1pPr>
              <a:spcAft>
                <a:spcPts val="0"/>
              </a:spcAft>
              <a:buNone/>
              <a:defRPr sz="1600" b="0" i="0">
                <a:latin typeface="Graphik" panose="020B0503030202060203" pitchFamily="34" charset="77"/>
              </a:defRPr>
            </a:lvl1pPr>
          </a:lstStyle>
          <a:p>
            <a:pPr lvl="0"/>
            <a:r>
              <a:rPr lang="en-GB"/>
              <a:t>Insert agenda item</a:t>
            </a:r>
            <a:endParaRPr lang="en-US"/>
          </a:p>
        </p:txBody>
      </p:sp>
      <p:cxnSp>
        <p:nvCxnSpPr>
          <p:cNvPr id="4" name="Straight Connector 3">
            <a:extLst>
              <a:ext uri="{FF2B5EF4-FFF2-40B4-BE49-F238E27FC236}">
                <a16:creationId xmlns:a16="http://schemas.microsoft.com/office/drawing/2014/main" id="{D72EABDE-2DC7-B441-8D65-EC926DD10B85}"/>
              </a:ext>
              <a:ext uri="{C183D7F6-B498-43B3-948B-1728B52AA6E4}">
                <adec:decorative xmlns:adec="http://schemas.microsoft.com/office/drawing/2017/decorative" val="1"/>
              </a:ext>
            </a:extLst>
          </p:cNvPr>
          <p:cNvCxnSpPr/>
          <p:nvPr userDrawn="1"/>
        </p:nvCxnSpPr>
        <p:spPr>
          <a:xfrm>
            <a:off x="4045241" y="1371603"/>
            <a:ext cx="0" cy="4719487"/>
          </a:xfrm>
          <a:prstGeom prst="line">
            <a:avLst/>
          </a:prstGeom>
          <a:ln w="12700">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57581845"/>
      </p:ext>
    </p:extLst>
  </p:cSld>
  <p:clrMapOvr>
    <a:masterClrMapping/>
  </p:clrMapOvr>
  <p:extLst>
    <p:ext uri="{DCECCB84-F9BA-43D5-87BE-67443E8EF086}">
      <p15:sldGuideLst xmlns:p15="http://schemas.microsoft.com/office/powerpoint/2012/main"/>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Agenda: image 1">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1798FE22-CDE6-88FF-ACBC-FD9C36E03DFD}"/>
              </a:ext>
            </a:extLst>
          </p:cNvPr>
          <p:cNvSpPr>
            <a:spLocks noGrp="1"/>
          </p:cNvSpPr>
          <p:nvPr>
            <p:ph type="pic" sz="quarter" idx="10"/>
          </p:nvPr>
        </p:nvSpPr>
        <p:spPr>
          <a:xfrm>
            <a:off x="-6349" y="1341439"/>
            <a:ext cx="2329381" cy="4787900"/>
          </a:xfrm>
          <a:solidFill>
            <a:schemeClr val="bg1">
              <a:lumMod val="95000"/>
            </a:schemeClr>
          </a:solidFill>
        </p:spPr>
        <p:txBody>
          <a:bodyPr anchor="ctr"/>
          <a:lstStyle>
            <a:lvl1pPr algn="ctr">
              <a:defRPr/>
            </a:lvl1pPr>
          </a:lstStyle>
          <a:p>
            <a:r>
              <a:rPr lang="en-GB"/>
              <a:t>Click icon to add picture</a:t>
            </a:r>
            <a:endParaRPr lang="en-US"/>
          </a:p>
        </p:txBody>
      </p:sp>
      <p:sp>
        <p:nvSpPr>
          <p:cNvPr id="12" name="Text Placeholder 2">
            <a:extLst>
              <a:ext uri="{FF2B5EF4-FFF2-40B4-BE49-F238E27FC236}">
                <a16:creationId xmlns:a16="http://schemas.microsoft.com/office/drawing/2014/main" id="{F7CBA93D-A16D-15A7-59FB-5DA53C303FE4}"/>
              </a:ext>
            </a:extLst>
          </p:cNvPr>
          <p:cNvSpPr>
            <a:spLocks noGrp="1"/>
          </p:cNvSpPr>
          <p:nvPr>
            <p:ph idx="1" hasCustomPrompt="1"/>
          </p:nvPr>
        </p:nvSpPr>
        <p:spPr>
          <a:xfrm>
            <a:off x="2759509" y="4791684"/>
            <a:ext cx="1913607" cy="1299406"/>
          </a:xfrm>
          <a:prstGeom prst="rect">
            <a:avLst/>
          </a:prstGeom>
        </p:spPr>
        <p:txBody>
          <a:bodyPr vert="horz" lIns="0" tIns="0" rIns="0" bIns="0" rtlCol="0">
            <a:noAutofit/>
          </a:bodyPr>
          <a:lstStyle>
            <a:lvl1pPr>
              <a:defRPr sz="1600" b="1" i="0">
                <a:solidFill>
                  <a:schemeClr val="bg2"/>
                </a:solidFill>
                <a:latin typeface="Graphik Semibold" panose="020B0503030202060203" pitchFamily="34" charset="77"/>
              </a:defRPr>
            </a:lvl1pPr>
            <a:lvl2pPr marL="0" indent="0">
              <a:buNone/>
              <a:defRPr sz="1200" b="0" i="0">
                <a:latin typeface="Graphik" panose="020B0503030202060203" pitchFamily="34" charset="77"/>
              </a:defRPr>
            </a:lvl2pPr>
            <a:lvl3pPr marL="16933" indent="0">
              <a:buNone/>
              <a:tabLst/>
              <a:defRPr sz="1200" b="0" i="0">
                <a:latin typeface="Graphik" panose="020B0503030202060203" pitchFamily="34" charset="77"/>
              </a:defRPr>
            </a:lvl3pPr>
            <a:lvl4pPr marL="16933" indent="0">
              <a:buNone/>
              <a:tabLst/>
              <a:defRPr sz="1050" b="0" i="0">
                <a:latin typeface="Graphik" panose="020B0503030202060203" pitchFamily="34" charset="77"/>
              </a:defRPr>
            </a:lvl4pPr>
            <a:lvl5pPr marL="16933" indent="0">
              <a:buNone/>
              <a:tabLst/>
              <a:defRPr sz="1050" b="0" i="0">
                <a:latin typeface="Graphik" panose="020B0503030202060203" pitchFamily="34" charset="77"/>
              </a:defRPr>
            </a:lvl5pPr>
            <a:lvl6pPr>
              <a:defRPr sz="1200" b="0" i="0">
                <a:latin typeface="Graphik" panose="020B0503030202060203" pitchFamily="34" charset="77"/>
              </a:defRPr>
            </a:lvl6pPr>
            <a:lvl7pPr>
              <a:defRPr sz="1050" b="0" i="0">
                <a:latin typeface="Graphik" panose="020B0503030202060203" pitchFamily="34" charset="77"/>
              </a:defRPr>
            </a:lvl7pPr>
            <a:lvl9pPr>
              <a:defRPr sz="1050" b="0" i="0">
                <a:latin typeface="Graphik" panose="020B0503030202060203" pitchFamily="34" charset="77"/>
              </a:defRPr>
            </a:lvl9pPr>
          </a:lstStyle>
          <a:p>
            <a:pPr lvl="0"/>
            <a:r>
              <a:rPr lang="en-US"/>
              <a:t>First level (bullet)</a:t>
            </a:r>
          </a:p>
          <a:p>
            <a:pPr lvl="1"/>
            <a:r>
              <a:rPr lang="en-US"/>
              <a:t>Insert text here</a:t>
            </a:r>
          </a:p>
        </p:txBody>
      </p:sp>
      <p:sp>
        <p:nvSpPr>
          <p:cNvPr id="13" name="Text Placeholder 2">
            <a:extLst>
              <a:ext uri="{FF2B5EF4-FFF2-40B4-BE49-F238E27FC236}">
                <a16:creationId xmlns:a16="http://schemas.microsoft.com/office/drawing/2014/main" id="{59F85972-AC4E-08A3-B374-8C2AF42D54FD}"/>
              </a:ext>
            </a:extLst>
          </p:cNvPr>
          <p:cNvSpPr>
            <a:spLocks noGrp="1"/>
          </p:cNvSpPr>
          <p:nvPr>
            <p:ph idx="11" hasCustomPrompt="1"/>
          </p:nvPr>
        </p:nvSpPr>
        <p:spPr>
          <a:xfrm>
            <a:off x="5080176" y="4791684"/>
            <a:ext cx="1913607" cy="1299406"/>
          </a:xfrm>
          <a:prstGeom prst="rect">
            <a:avLst/>
          </a:prstGeom>
        </p:spPr>
        <p:txBody>
          <a:bodyPr vert="horz" lIns="0" tIns="0" rIns="0" bIns="0" rtlCol="0">
            <a:noAutofit/>
          </a:bodyPr>
          <a:lstStyle>
            <a:lvl1pPr>
              <a:defRPr sz="1600" b="1" i="0">
                <a:solidFill>
                  <a:schemeClr val="bg2"/>
                </a:solidFill>
                <a:latin typeface="Graphik Semibold" panose="020B0503030202060203" pitchFamily="34" charset="77"/>
              </a:defRPr>
            </a:lvl1pPr>
            <a:lvl2pPr marL="0" indent="0">
              <a:buNone/>
              <a:defRPr sz="1200" b="0" i="0">
                <a:latin typeface="Graphik" panose="020B0503030202060203" pitchFamily="34" charset="77"/>
              </a:defRPr>
            </a:lvl2pPr>
            <a:lvl3pPr marL="16933" indent="0">
              <a:buNone/>
              <a:tabLst/>
              <a:defRPr sz="1200" b="0" i="0">
                <a:latin typeface="Graphik" panose="020B0503030202060203" pitchFamily="34" charset="77"/>
              </a:defRPr>
            </a:lvl3pPr>
            <a:lvl4pPr marL="16933" indent="0">
              <a:buNone/>
              <a:tabLst/>
              <a:defRPr sz="1050" b="0" i="0">
                <a:latin typeface="Graphik" panose="020B0503030202060203" pitchFamily="34" charset="77"/>
              </a:defRPr>
            </a:lvl4pPr>
            <a:lvl5pPr marL="16933" indent="0">
              <a:buNone/>
              <a:tabLst/>
              <a:defRPr sz="1050" b="0" i="0">
                <a:latin typeface="Graphik" panose="020B0503030202060203" pitchFamily="34" charset="77"/>
              </a:defRPr>
            </a:lvl5pPr>
            <a:lvl6pPr>
              <a:defRPr sz="1200" b="0" i="0">
                <a:latin typeface="Graphik" panose="020B0503030202060203" pitchFamily="34" charset="77"/>
              </a:defRPr>
            </a:lvl6pPr>
            <a:lvl7pPr>
              <a:defRPr sz="1050" b="0" i="0">
                <a:latin typeface="Graphik" panose="020B0503030202060203" pitchFamily="34" charset="77"/>
              </a:defRPr>
            </a:lvl7pPr>
            <a:lvl9pPr>
              <a:defRPr sz="1050" b="0" i="0">
                <a:latin typeface="Graphik" panose="020B0503030202060203" pitchFamily="34" charset="77"/>
              </a:defRPr>
            </a:lvl9pPr>
          </a:lstStyle>
          <a:p>
            <a:pPr lvl="0"/>
            <a:r>
              <a:rPr lang="en-US"/>
              <a:t>First level (bullet)</a:t>
            </a:r>
          </a:p>
          <a:p>
            <a:pPr lvl="1"/>
            <a:r>
              <a:rPr lang="en-US"/>
              <a:t>Insert text here</a:t>
            </a:r>
          </a:p>
        </p:txBody>
      </p:sp>
      <p:sp>
        <p:nvSpPr>
          <p:cNvPr id="14" name="Text Placeholder 2">
            <a:extLst>
              <a:ext uri="{FF2B5EF4-FFF2-40B4-BE49-F238E27FC236}">
                <a16:creationId xmlns:a16="http://schemas.microsoft.com/office/drawing/2014/main" id="{6C21799C-032C-A3F2-FCE9-D7BE2B106CC9}"/>
              </a:ext>
            </a:extLst>
          </p:cNvPr>
          <p:cNvSpPr>
            <a:spLocks noGrp="1"/>
          </p:cNvSpPr>
          <p:nvPr>
            <p:ph idx="12" hasCustomPrompt="1"/>
          </p:nvPr>
        </p:nvSpPr>
        <p:spPr>
          <a:xfrm>
            <a:off x="7406324" y="4791684"/>
            <a:ext cx="1913607" cy="1299406"/>
          </a:xfrm>
          <a:prstGeom prst="rect">
            <a:avLst/>
          </a:prstGeom>
        </p:spPr>
        <p:txBody>
          <a:bodyPr vert="horz" lIns="0" tIns="0" rIns="0" bIns="0" rtlCol="0">
            <a:noAutofit/>
          </a:bodyPr>
          <a:lstStyle>
            <a:lvl1pPr>
              <a:defRPr sz="1600" b="1" i="0">
                <a:solidFill>
                  <a:schemeClr val="bg2"/>
                </a:solidFill>
                <a:latin typeface="Graphik Semibold" panose="020B0503030202060203" pitchFamily="34" charset="77"/>
              </a:defRPr>
            </a:lvl1pPr>
            <a:lvl2pPr marL="0" indent="0">
              <a:buNone/>
              <a:defRPr sz="1200" b="0" i="0">
                <a:solidFill>
                  <a:schemeClr val="tx2"/>
                </a:solidFill>
                <a:latin typeface="Graphik" panose="020B0503030202060203" pitchFamily="34" charset="77"/>
              </a:defRPr>
            </a:lvl2pPr>
            <a:lvl3pPr marL="16933" indent="0">
              <a:buNone/>
              <a:tabLst/>
              <a:defRPr sz="1200" b="0" i="0">
                <a:latin typeface="Graphik" panose="020B0503030202060203" pitchFamily="34" charset="77"/>
              </a:defRPr>
            </a:lvl3pPr>
            <a:lvl4pPr marL="16933" indent="0">
              <a:buNone/>
              <a:tabLst/>
              <a:defRPr sz="1050" b="0" i="0">
                <a:latin typeface="Graphik" panose="020B0503030202060203" pitchFamily="34" charset="77"/>
              </a:defRPr>
            </a:lvl4pPr>
            <a:lvl5pPr marL="16933" indent="0">
              <a:buNone/>
              <a:tabLst/>
              <a:defRPr sz="1050" b="0" i="0">
                <a:latin typeface="Graphik" panose="020B0503030202060203" pitchFamily="34" charset="77"/>
              </a:defRPr>
            </a:lvl5pPr>
            <a:lvl6pPr>
              <a:defRPr sz="1200" b="0" i="0">
                <a:latin typeface="Graphik" panose="020B0503030202060203" pitchFamily="34" charset="77"/>
              </a:defRPr>
            </a:lvl6pPr>
            <a:lvl7pPr>
              <a:defRPr sz="1050" b="0" i="0">
                <a:latin typeface="Graphik" panose="020B0503030202060203" pitchFamily="34" charset="77"/>
              </a:defRPr>
            </a:lvl7pPr>
            <a:lvl9pPr>
              <a:defRPr sz="1050" b="0" i="0">
                <a:latin typeface="Graphik" panose="020B0503030202060203" pitchFamily="34" charset="77"/>
              </a:defRPr>
            </a:lvl9pPr>
          </a:lstStyle>
          <a:p>
            <a:pPr lvl="0"/>
            <a:r>
              <a:rPr lang="en-US"/>
              <a:t>First level (bullet)</a:t>
            </a:r>
          </a:p>
          <a:p>
            <a:pPr lvl="1"/>
            <a:r>
              <a:rPr lang="en-US"/>
              <a:t>Insert text here</a:t>
            </a:r>
          </a:p>
        </p:txBody>
      </p:sp>
      <p:sp>
        <p:nvSpPr>
          <p:cNvPr id="3" name="Text Placeholder 2">
            <a:extLst>
              <a:ext uri="{FF2B5EF4-FFF2-40B4-BE49-F238E27FC236}">
                <a16:creationId xmlns:a16="http://schemas.microsoft.com/office/drawing/2014/main" id="{6EE563D9-F425-062E-85B6-BFD1ECBB98D3}"/>
              </a:ext>
            </a:extLst>
          </p:cNvPr>
          <p:cNvSpPr>
            <a:spLocks noGrp="1"/>
          </p:cNvSpPr>
          <p:nvPr>
            <p:ph idx="13" hasCustomPrompt="1"/>
          </p:nvPr>
        </p:nvSpPr>
        <p:spPr>
          <a:xfrm>
            <a:off x="9726991" y="4791684"/>
            <a:ext cx="1913607" cy="1299406"/>
          </a:xfrm>
          <a:prstGeom prst="rect">
            <a:avLst/>
          </a:prstGeom>
        </p:spPr>
        <p:txBody>
          <a:bodyPr vert="horz" lIns="0" tIns="0" rIns="0" bIns="0" rtlCol="0">
            <a:noAutofit/>
          </a:bodyPr>
          <a:lstStyle>
            <a:lvl1pPr>
              <a:defRPr sz="1600" b="1" i="0">
                <a:solidFill>
                  <a:schemeClr val="bg2"/>
                </a:solidFill>
                <a:latin typeface="Graphik Semibold" panose="020B0503030202060203" pitchFamily="34" charset="77"/>
              </a:defRPr>
            </a:lvl1pPr>
            <a:lvl2pPr marL="0" indent="0">
              <a:buNone/>
              <a:defRPr sz="1200" b="0" i="0">
                <a:latin typeface="Graphik" panose="020B0503030202060203" pitchFamily="34" charset="77"/>
              </a:defRPr>
            </a:lvl2pPr>
            <a:lvl3pPr marL="16933" indent="0">
              <a:buNone/>
              <a:tabLst/>
              <a:defRPr sz="1200" b="0" i="0">
                <a:latin typeface="Graphik" panose="020B0503030202060203" pitchFamily="34" charset="77"/>
              </a:defRPr>
            </a:lvl3pPr>
            <a:lvl4pPr marL="16933" indent="0">
              <a:buNone/>
              <a:tabLst/>
              <a:defRPr sz="1050" b="0" i="0">
                <a:latin typeface="Graphik" panose="020B0503030202060203" pitchFamily="34" charset="77"/>
              </a:defRPr>
            </a:lvl4pPr>
            <a:lvl5pPr marL="16933" indent="0">
              <a:buNone/>
              <a:tabLst/>
              <a:defRPr sz="1050" b="0" i="0">
                <a:latin typeface="Graphik" panose="020B0503030202060203" pitchFamily="34" charset="77"/>
              </a:defRPr>
            </a:lvl5pPr>
            <a:lvl6pPr>
              <a:defRPr sz="1200" b="0" i="0">
                <a:latin typeface="Graphik" panose="020B0503030202060203" pitchFamily="34" charset="77"/>
              </a:defRPr>
            </a:lvl6pPr>
            <a:lvl7pPr>
              <a:defRPr sz="1050" b="0" i="0">
                <a:latin typeface="Graphik" panose="020B0503030202060203" pitchFamily="34" charset="77"/>
              </a:defRPr>
            </a:lvl7pPr>
            <a:lvl9pPr>
              <a:defRPr sz="1050" b="0" i="0">
                <a:latin typeface="Graphik" panose="020B0503030202060203" pitchFamily="34" charset="77"/>
              </a:defRPr>
            </a:lvl9pPr>
          </a:lstStyle>
          <a:p>
            <a:pPr lvl="0"/>
            <a:r>
              <a:rPr lang="en-US"/>
              <a:t>First level (bullet)</a:t>
            </a:r>
          </a:p>
          <a:p>
            <a:pPr lvl="1"/>
            <a:r>
              <a:rPr lang="en-US"/>
              <a:t>Insert text here</a:t>
            </a:r>
          </a:p>
        </p:txBody>
      </p:sp>
      <p:sp>
        <p:nvSpPr>
          <p:cNvPr id="4" name="Title 1">
            <a:extLst>
              <a:ext uri="{FF2B5EF4-FFF2-40B4-BE49-F238E27FC236}">
                <a16:creationId xmlns:a16="http://schemas.microsoft.com/office/drawing/2014/main" id="{B439FCDF-0209-75C7-EEFD-72F454BE9350}"/>
              </a:ext>
            </a:extLst>
          </p:cNvPr>
          <p:cNvSpPr>
            <a:spLocks noGrp="1"/>
          </p:cNvSpPr>
          <p:nvPr>
            <p:ph type="title"/>
          </p:nvPr>
        </p:nvSpPr>
        <p:spPr>
          <a:xfrm>
            <a:off x="565461" y="558086"/>
            <a:ext cx="11075678" cy="393954"/>
          </a:xfrm>
        </p:spPr>
        <p:txBody>
          <a:bodyPr/>
          <a:lstStyle/>
          <a:p>
            <a:r>
              <a:rPr lang="en-GB"/>
              <a:t>Click to edit Master title style</a:t>
            </a:r>
            <a:endParaRPr lang="en-US"/>
          </a:p>
        </p:txBody>
      </p:sp>
      <p:sp>
        <p:nvSpPr>
          <p:cNvPr id="6" name="Text Placeholder 3">
            <a:extLst>
              <a:ext uri="{FF2B5EF4-FFF2-40B4-BE49-F238E27FC236}">
                <a16:creationId xmlns:a16="http://schemas.microsoft.com/office/drawing/2014/main" id="{56063D68-A744-CDD7-FA67-D2E3EBBCDB1B}"/>
              </a:ext>
            </a:extLst>
          </p:cNvPr>
          <p:cNvSpPr>
            <a:spLocks noGrp="1"/>
          </p:cNvSpPr>
          <p:nvPr>
            <p:ph type="body" sz="quarter" idx="31" hasCustomPrompt="1"/>
          </p:nvPr>
        </p:nvSpPr>
        <p:spPr>
          <a:xfrm>
            <a:off x="2759508" y="1371602"/>
            <a:ext cx="721093"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4000" b="0">
                <a:solidFill>
                  <a:schemeClr val="tx1"/>
                </a:solidFill>
                <a:latin typeface="+mn-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cxnSp>
        <p:nvCxnSpPr>
          <p:cNvPr id="7" name="Straight Connector 6">
            <a:extLst>
              <a:ext uri="{FF2B5EF4-FFF2-40B4-BE49-F238E27FC236}">
                <a16:creationId xmlns:a16="http://schemas.microsoft.com/office/drawing/2014/main" id="{68764EE2-7F2F-45E2-82F3-AAF71D3EBFB5}"/>
              </a:ext>
              <a:ext uri="{C183D7F6-B498-43B3-948B-1728B52AA6E4}">
                <adec:decorative xmlns:adec="http://schemas.microsoft.com/office/drawing/2017/decorative" val="1"/>
              </a:ext>
            </a:extLst>
          </p:cNvPr>
          <p:cNvCxnSpPr/>
          <p:nvPr userDrawn="1"/>
        </p:nvCxnSpPr>
        <p:spPr>
          <a:xfrm>
            <a:off x="2562457" y="1371603"/>
            <a:ext cx="0" cy="4719487"/>
          </a:xfrm>
          <a:prstGeom prst="line">
            <a:avLst/>
          </a:prstGeom>
          <a:ln w="12700">
            <a:solidFill>
              <a:schemeClr val="bg2"/>
            </a:solidFill>
          </a:ln>
        </p:spPr>
        <p:style>
          <a:lnRef idx="1">
            <a:schemeClr val="accent1"/>
          </a:lnRef>
          <a:fillRef idx="0">
            <a:schemeClr val="accent1"/>
          </a:fillRef>
          <a:effectRef idx="0">
            <a:schemeClr val="accent1"/>
          </a:effectRef>
          <a:fontRef idx="minor">
            <a:schemeClr val="tx1"/>
          </a:fontRef>
        </p:style>
      </p:cxnSp>
      <p:sp>
        <p:nvSpPr>
          <p:cNvPr id="20" name="Text Placeholder 3">
            <a:extLst>
              <a:ext uri="{FF2B5EF4-FFF2-40B4-BE49-F238E27FC236}">
                <a16:creationId xmlns:a16="http://schemas.microsoft.com/office/drawing/2014/main" id="{591D4CA2-E2F2-5487-46F9-665130B94BE8}"/>
              </a:ext>
            </a:extLst>
          </p:cNvPr>
          <p:cNvSpPr>
            <a:spLocks noGrp="1"/>
          </p:cNvSpPr>
          <p:nvPr>
            <p:ph type="body" sz="quarter" idx="35" hasCustomPrompt="1"/>
          </p:nvPr>
        </p:nvSpPr>
        <p:spPr>
          <a:xfrm>
            <a:off x="5080175" y="1371602"/>
            <a:ext cx="721093"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4000" b="0">
                <a:solidFill>
                  <a:schemeClr val="tx1"/>
                </a:solidFill>
                <a:latin typeface="+mn-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cxnSp>
        <p:nvCxnSpPr>
          <p:cNvPr id="21" name="Straight Connector 20">
            <a:extLst>
              <a:ext uri="{FF2B5EF4-FFF2-40B4-BE49-F238E27FC236}">
                <a16:creationId xmlns:a16="http://schemas.microsoft.com/office/drawing/2014/main" id="{3B5359CD-D0A3-6EBD-72CC-C75E6319FD1B}"/>
              </a:ext>
              <a:ext uri="{C183D7F6-B498-43B3-948B-1728B52AA6E4}">
                <adec:decorative xmlns:adec="http://schemas.microsoft.com/office/drawing/2017/decorative" val="1"/>
              </a:ext>
            </a:extLst>
          </p:cNvPr>
          <p:cNvCxnSpPr/>
          <p:nvPr userDrawn="1"/>
        </p:nvCxnSpPr>
        <p:spPr>
          <a:xfrm>
            <a:off x="4883124" y="1371603"/>
            <a:ext cx="0" cy="4719487"/>
          </a:xfrm>
          <a:prstGeom prst="line">
            <a:avLst/>
          </a:prstGeom>
          <a:ln w="12700">
            <a:solidFill>
              <a:schemeClr val="bg2"/>
            </a:solidFill>
          </a:ln>
        </p:spPr>
        <p:style>
          <a:lnRef idx="1">
            <a:schemeClr val="accent1"/>
          </a:lnRef>
          <a:fillRef idx="0">
            <a:schemeClr val="accent1"/>
          </a:fillRef>
          <a:effectRef idx="0">
            <a:schemeClr val="accent1"/>
          </a:effectRef>
          <a:fontRef idx="minor">
            <a:schemeClr val="tx1"/>
          </a:fontRef>
        </p:style>
      </p:cxnSp>
      <p:sp>
        <p:nvSpPr>
          <p:cNvPr id="26" name="Text Placeholder 3">
            <a:extLst>
              <a:ext uri="{FF2B5EF4-FFF2-40B4-BE49-F238E27FC236}">
                <a16:creationId xmlns:a16="http://schemas.microsoft.com/office/drawing/2014/main" id="{414973FE-1A5A-4784-BBEF-55CFBBF298DC}"/>
              </a:ext>
            </a:extLst>
          </p:cNvPr>
          <p:cNvSpPr>
            <a:spLocks noGrp="1"/>
          </p:cNvSpPr>
          <p:nvPr>
            <p:ph type="body" sz="quarter" idx="36" hasCustomPrompt="1"/>
          </p:nvPr>
        </p:nvSpPr>
        <p:spPr>
          <a:xfrm>
            <a:off x="7406323" y="1371602"/>
            <a:ext cx="721093"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4000" b="0">
                <a:solidFill>
                  <a:schemeClr val="tx1"/>
                </a:solidFill>
                <a:latin typeface="+mn-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cxnSp>
        <p:nvCxnSpPr>
          <p:cNvPr id="27" name="Straight Connector 26">
            <a:extLst>
              <a:ext uri="{FF2B5EF4-FFF2-40B4-BE49-F238E27FC236}">
                <a16:creationId xmlns:a16="http://schemas.microsoft.com/office/drawing/2014/main" id="{DEC62542-3EC7-23B4-6810-D7943AD8A258}"/>
              </a:ext>
              <a:ext uri="{C183D7F6-B498-43B3-948B-1728B52AA6E4}">
                <adec:decorative xmlns:adec="http://schemas.microsoft.com/office/drawing/2017/decorative" val="1"/>
              </a:ext>
            </a:extLst>
          </p:cNvPr>
          <p:cNvCxnSpPr/>
          <p:nvPr userDrawn="1"/>
        </p:nvCxnSpPr>
        <p:spPr>
          <a:xfrm>
            <a:off x="7209272" y="1371603"/>
            <a:ext cx="0" cy="4719487"/>
          </a:xfrm>
          <a:prstGeom prst="line">
            <a:avLst/>
          </a:prstGeom>
          <a:ln w="12700">
            <a:solidFill>
              <a:schemeClr val="bg2"/>
            </a:solidFill>
          </a:ln>
        </p:spPr>
        <p:style>
          <a:lnRef idx="1">
            <a:schemeClr val="accent1"/>
          </a:lnRef>
          <a:fillRef idx="0">
            <a:schemeClr val="accent1"/>
          </a:fillRef>
          <a:effectRef idx="0">
            <a:schemeClr val="accent1"/>
          </a:effectRef>
          <a:fontRef idx="minor">
            <a:schemeClr val="tx1"/>
          </a:fontRef>
        </p:style>
      </p:cxnSp>
      <p:sp>
        <p:nvSpPr>
          <p:cNvPr id="28" name="Text Placeholder 3">
            <a:extLst>
              <a:ext uri="{FF2B5EF4-FFF2-40B4-BE49-F238E27FC236}">
                <a16:creationId xmlns:a16="http://schemas.microsoft.com/office/drawing/2014/main" id="{E4DD7065-8DBD-BB8F-6299-198F246266BE}"/>
              </a:ext>
            </a:extLst>
          </p:cNvPr>
          <p:cNvSpPr>
            <a:spLocks noGrp="1"/>
          </p:cNvSpPr>
          <p:nvPr>
            <p:ph type="body" sz="quarter" idx="37" hasCustomPrompt="1"/>
          </p:nvPr>
        </p:nvSpPr>
        <p:spPr>
          <a:xfrm>
            <a:off x="9726990" y="1371602"/>
            <a:ext cx="721093"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4000" b="0">
                <a:solidFill>
                  <a:schemeClr val="tx1"/>
                </a:solidFill>
                <a:latin typeface="+mn-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cxnSp>
        <p:nvCxnSpPr>
          <p:cNvPr id="29" name="Straight Connector 28">
            <a:extLst>
              <a:ext uri="{FF2B5EF4-FFF2-40B4-BE49-F238E27FC236}">
                <a16:creationId xmlns:a16="http://schemas.microsoft.com/office/drawing/2014/main" id="{678B4AEA-422E-5B9F-1050-B102C345D5CB}"/>
              </a:ext>
              <a:ext uri="{C183D7F6-B498-43B3-948B-1728B52AA6E4}">
                <adec:decorative xmlns:adec="http://schemas.microsoft.com/office/drawing/2017/decorative" val="1"/>
              </a:ext>
            </a:extLst>
          </p:cNvPr>
          <p:cNvCxnSpPr/>
          <p:nvPr userDrawn="1"/>
        </p:nvCxnSpPr>
        <p:spPr>
          <a:xfrm>
            <a:off x="9529939" y="1371603"/>
            <a:ext cx="0" cy="4719487"/>
          </a:xfrm>
          <a:prstGeom prst="line">
            <a:avLst/>
          </a:prstGeom>
          <a:ln w="12700">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36323836"/>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Agenda: imag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97204A-4462-2F62-F226-525C35783498}"/>
              </a:ext>
            </a:extLst>
          </p:cNvPr>
          <p:cNvSpPr>
            <a:spLocks noGrp="1"/>
          </p:cNvSpPr>
          <p:nvPr>
            <p:ph type="title"/>
          </p:nvPr>
        </p:nvSpPr>
        <p:spPr>
          <a:xfrm>
            <a:off x="565461" y="558086"/>
            <a:ext cx="11075678" cy="393954"/>
          </a:xfrm>
        </p:spPr>
        <p:txBody>
          <a:bodyPr/>
          <a:lstStyle/>
          <a:p>
            <a:r>
              <a:rPr lang="en-GB"/>
              <a:t>Click to edit Master title style</a:t>
            </a:r>
            <a:endParaRPr lang="en-US"/>
          </a:p>
        </p:txBody>
      </p:sp>
      <p:sp>
        <p:nvSpPr>
          <p:cNvPr id="3" name="Picture Placeholder 10">
            <a:extLst>
              <a:ext uri="{FF2B5EF4-FFF2-40B4-BE49-F238E27FC236}">
                <a16:creationId xmlns:a16="http://schemas.microsoft.com/office/drawing/2014/main" id="{49ACF502-3E74-91C2-B945-4A140A77E48E}"/>
              </a:ext>
            </a:extLst>
          </p:cNvPr>
          <p:cNvSpPr>
            <a:spLocks noGrp="1"/>
          </p:cNvSpPr>
          <p:nvPr>
            <p:ph type="pic" sz="quarter" idx="10"/>
          </p:nvPr>
        </p:nvSpPr>
        <p:spPr>
          <a:xfrm>
            <a:off x="-6350" y="1331548"/>
            <a:ext cx="3130551" cy="4812304"/>
          </a:xfrm>
          <a:solidFill>
            <a:schemeClr val="bg1">
              <a:lumMod val="95000"/>
            </a:schemeClr>
          </a:solidFill>
        </p:spPr>
        <p:txBody>
          <a:bodyPr anchor="ctr"/>
          <a:lstStyle>
            <a:lvl1pPr algn="ctr">
              <a:defRPr>
                <a:solidFill>
                  <a:schemeClr val="tx1"/>
                </a:solidFill>
              </a:defRPr>
            </a:lvl1pPr>
          </a:lstStyle>
          <a:p>
            <a:r>
              <a:rPr lang="en-GB"/>
              <a:t>Click icon to add picture</a:t>
            </a:r>
            <a:endParaRPr lang="en-US"/>
          </a:p>
        </p:txBody>
      </p:sp>
      <p:sp>
        <p:nvSpPr>
          <p:cNvPr id="16" name="Text Placeholder 15">
            <a:extLst>
              <a:ext uri="{FF2B5EF4-FFF2-40B4-BE49-F238E27FC236}">
                <a16:creationId xmlns:a16="http://schemas.microsoft.com/office/drawing/2014/main" id="{E6ED4F0B-36A9-C1D2-C829-FDA15A800F9D}"/>
              </a:ext>
            </a:extLst>
          </p:cNvPr>
          <p:cNvSpPr>
            <a:spLocks noGrp="1"/>
          </p:cNvSpPr>
          <p:nvPr>
            <p:ph type="body" sz="quarter" idx="14" hasCustomPrompt="1"/>
          </p:nvPr>
        </p:nvSpPr>
        <p:spPr>
          <a:xfrm>
            <a:off x="3326296" y="1399117"/>
            <a:ext cx="563754" cy="492443"/>
          </a:xfrm>
        </p:spPr>
        <p:txBody>
          <a:bodyPr wrap="square">
            <a:spAutoFit/>
          </a:bodyPr>
          <a:lstStyle>
            <a:lvl1pPr algn="r">
              <a:defRPr sz="1600">
                <a:latin typeface="+mj-lt"/>
              </a:defRPr>
            </a:lvl1pPr>
          </a:lstStyle>
          <a:p>
            <a:pPr lvl="0"/>
            <a:r>
              <a:rPr lang="en-US"/>
              <a:t>Click ##</a:t>
            </a:r>
          </a:p>
        </p:txBody>
      </p:sp>
      <p:sp>
        <p:nvSpPr>
          <p:cNvPr id="4" name="Text Placeholder 2">
            <a:extLst>
              <a:ext uri="{FF2B5EF4-FFF2-40B4-BE49-F238E27FC236}">
                <a16:creationId xmlns:a16="http://schemas.microsoft.com/office/drawing/2014/main" id="{E40A9406-C547-1F85-E71D-853495CEBBB9}"/>
              </a:ext>
            </a:extLst>
          </p:cNvPr>
          <p:cNvSpPr>
            <a:spLocks noGrp="1"/>
          </p:cNvSpPr>
          <p:nvPr>
            <p:ph idx="1" hasCustomPrompt="1"/>
          </p:nvPr>
        </p:nvSpPr>
        <p:spPr>
          <a:xfrm>
            <a:off x="4148043" y="1398093"/>
            <a:ext cx="6980401" cy="694100"/>
          </a:xfrm>
          <a:prstGeom prst="rect">
            <a:avLst/>
          </a:prstGeom>
        </p:spPr>
        <p:txBody>
          <a:bodyPr vert="horz" lIns="0" tIns="0" rIns="0" bIns="0" rtlCol="0">
            <a:noAutofit/>
          </a:bodyPr>
          <a:lstStyle>
            <a:lvl1pPr>
              <a:spcAft>
                <a:spcPts val="400"/>
              </a:spcAft>
              <a:defRPr sz="1600" b="1" i="0">
                <a:solidFill>
                  <a:schemeClr val="bg2"/>
                </a:solidFill>
                <a:latin typeface="Graphik Semibold" panose="020B0503030202060203" pitchFamily="34" charset="77"/>
              </a:defRPr>
            </a:lvl1pPr>
            <a:lvl2pPr marL="0" indent="0">
              <a:spcAft>
                <a:spcPts val="400"/>
              </a:spcAft>
              <a:buNone/>
              <a:defRPr sz="1200" b="0" i="0">
                <a:latin typeface="Graphik" panose="020B0503030202060203" pitchFamily="34" charset="77"/>
              </a:defRPr>
            </a:lvl2pPr>
            <a:lvl3pPr marL="10584" indent="0">
              <a:spcAft>
                <a:spcPts val="400"/>
              </a:spcAft>
              <a:buNone/>
              <a:tabLst/>
              <a:defRPr sz="1200" b="0" i="0">
                <a:latin typeface="Graphik" panose="020B0503030202060203" pitchFamily="34" charset="77"/>
              </a:defRPr>
            </a:lvl3pPr>
            <a:lvl4pPr marL="16933" indent="0">
              <a:buNone/>
              <a:tabLst/>
              <a:defRPr b="0" i="0">
                <a:latin typeface="Graphik" panose="020B0503030202060203" pitchFamily="34" charset="77"/>
              </a:defRPr>
            </a:lvl4pPr>
            <a:lvl5pPr marL="16933" indent="0">
              <a:buNone/>
              <a:tabLst/>
              <a:defRPr b="0" i="0">
                <a:latin typeface="Graphik" panose="020B0503030202060203" pitchFamily="34" charset="77"/>
              </a:defRPr>
            </a:lvl5pPr>
            <a:lvl6pPr>
              <a:defRPr sz="1600" b="0" i="0">
                <a:latin typeface="Graphik" panose="020B0503030202060203" pitchFamily="34" charset="77"/>
              </a:defRPr>
            </a:lvl6pPr>
            <a:lvl7pPr>
              <a:defRPr sz="1200" b="0" i="0">
                <a:latin typeface="Graphik" panose="020B0503030202060203" pitchFamily="34" charset="77"/>
              </a:defRPr>
            </a:lvl7pPr>
            <a:lvl9pPr>
              <a:defRPr sz="1200" b="0" i="0">
                <a:latin typeface="Graphik" panose="020B0503030202060203" pitchFamily="34" charset="77"/>
              </a:defRPr>
            </a:lvl9pPr>
          </a:lstStyle>
          <a:p>
            <a:pPr lvl="0"/>
            <a:r>
              <a:rPr lang="en-US"/>
              <a:t>First level (bullet)</a:t>
            </a:r>
          </a:p>
          <a:p>
            <a:pPr lvl="1"/>
            <a:r>
              <a:rPr lang="en-US"/>
              <a:t>Second level (bullet)</a:t>
            </a:r>
          </a:p>
          <a:p>
            <a:pPr lvl="2"/>
            <a:r>
              <a:rPr lang="en-US"/>
              <a:t>Third level (bullet)</a:t>
            </a:r>
          </a:p>
        </p:txBody>
      </p:sp>
      <p:sp>
        <p:nvSpPr>
          <p:cNvPr id="17" name="Text Placeholder 15">
            <a:extLst>
              <a:ext uri="{FF2B5EF4-FFF2-40B4-BE49-F238E27FC236}">
                <a16:creationId xmlns:a16="http://schemas.microsoft.com/office/drawing/2014/main" id="{F21C5D35-2D9B-01B4-73C2-EF565E27FB9D}"/>
              </a:ext>
            </a:extLst>
          </p:cNvPr>
          <p:cNvSpPr>
            <a:spLocks noGrp="1"/>
          </p:cNvSpPr>
          <p:nvPr>
            <p:ph type="body" sz="quarter" idx="15" hasCustomPrompt="1"/>
          </p:nvPr>
        </p:nvSpPr>
        <p:spPr>
          <a:xfrm>
            <a:off x="3326296" y="2376037"/>
            <a:ext cx="563754" cy="492443"/>
          </a:xfrm>
        </p:spPr>
        <p:txBody>
          <a:bodyPr wrap="square">
            <a:spAutoFit/>
          </a:bodyPr>
          <a:lstStyle>
            <a:lvl1pPr algn="r">
              <a:defRPr sz="1600">
                <a:latin typeface="+mj-lt"/>
              </a:defRPr>
            </a:lvl1pPr>
          </a:lstStyle>
          <a:p>
            <a:pPr lvl="0"/>
            <a:r>
              <a:rPr lang="en-US"/>
              <a:t>Click ##</a:t>
            </a:r>
          </a:p>
        </p:txBody>
      </p:sp>
      <p:sp>
        <p:nvSpPr>
          <p:cNvPr id="8" name="Text Placeholder 2">
            <a:extLst>
              <a:ext uri="{FF2B5EF4-FFF2-40B4-BE49-F238E27FC236}">
                <a16:creationId xmlns:a16="http://schemas.microsoft.com/office/drawing/2014/main" id="{C79B9814-F84A-3469-40B8-1C61FBBE11E2}"/>
              </a:ext>
            </a:extLst>
          </p:cNvPr>
          <p:cNvSpPr>
            <a:spLocks noGrp="1"/>
          </p:cNvSpPr>
          <p:nvPr>
            <p:ph idx="11" hasCustomPrompt="1"/>
          </p:nvPr>
        </p:nvSpPr>
        <p:spPr>
          <a:xfrm>
            <a:off x="4148043" y="2375233"/>
            <a:ext cx="6980401" cy="694100"/>
          </a:xfrm>
          <a:prstGeom prst="rect">
            <a:avLst/>
          </a:prstGeom>
        </p:spPr>
        <p:txBody>
          <a:bodyPr vert="horz" lIns="0" tIns="0" rIns="0" bIns="0" rtlCol="0">
            <a:noAutofit/>
          </a:bodyPr>
          <a:lstStyle>
            <a:lvl1pPr>
              <a:spcAft>
                <a:spcPts val="400"/>
              </a:spcAft>
              <a:defRPr sz="1600" b="1" i="0">
                <a:solidFill>
                  <a:schemeClr val="bg2"/>
                </a:solidFill>
                <a:latin typeface="Graphik Semibold" panose="020B0503030202060203" pitchFamily="34" charset="77"/>
              </a:defRPr>
            </a:lvl1pPr>
            <a:lvl2pPr marL="0" indent="0">
              <a:spcAft>
                <a:spcPts val="400"/>
              </a:spcAft>
              <a:buNone/>
              <a:defRPr sz="1200" b="0" i="0">
                <a:latin typeface="Graphik" panose="020B0503030202060203" pitchFamily="34" charset="77"/>
              </a:defRPr>
            </a:lvl2pPr>
            <a:lvl3pPr marL="10584" indent="0">
              <a:spcAft>
                <a:spcPts val="400"/>
              </a:spcAft>
              <a:buNone/>
              <a:tabLst/>
              <a:defRPr sz="1200" b="0" i="0">
                <a:latin typeface="Graphik" panose="020B0503030202060203" pitchFamily="34" charset="77"/>
              </a:defRPr>
            </a:lvl3pPr>
            <a:lvl4pPr marL="16933" indent="0">
              <a:buNone/>
              <a:tabLst/>
              <a:defRPr b="0" i="0">
                <a:latin typeface="Graphik" panose="020B0503030202060203" pitchFamily="34" charset="77"/>
              </a:defRPr>
            </a:lvl4pPr>
            <a:lvl5pPr marL="16933" indent="0">
              <a:buNone/>
              <a:tabLst/>
              <a:defRPr b="0" i="0">
                <a:latin typeface="Graphik" panose="020B0503030202060203" pitchFamily="34" charset="77"/>
              </a:defRPr>
            </a:lvl5pPr>
            <a:lvl6pPr>
              <a:defRPr sz="1600" b="0" i="0">
                <a:latin typeface="Graphik" panose="020B0503030202060203" pitchFamily="34" charset="77"/>
              </a:defRPr>
            </a:lvl6pPr>
            <a:lvl7pPr>
              <a:defRPr sz="1200" b="0" i="0">
                <a:latin typeface="Graphik" panose="020B0503030202060203" pitchFamily="34" charset="77"/>
              </a:defRPr>
            </a:lvl7pPr>
            <a:lvl9pPr>
              <a:defRPr sz="1200" b="0" i="0">
                <a:latin typeface="Graphik" panose="020B0503030202060203" pitchFamily="34" charset="77"/>
              </a:defRPr>
            </a:lvl9pPr>
          </a:lstStyle>
          <a:p>
            <a:pPr lvl="0"/>
            <a:r>
              <a:rPr lang="en-US"/>
              <a:t>First level (bullet)</a:t>
            </a:r>
          </a:p>
          <a:p>
            <a:pPr lvl="1"/>
            <a:r>
              <a:rPr lang="en-US"/>
              <a:t>Second level (bullet)</a:t>
            </a:r>
          </a:p>
          <a:p>
            <a:pPr lvl="2"/>
            <a:r>
              <a:rPr lang="en-US"/>
              <a:t>Third level (bullet)</a:t>
            </a:r>
          </a:p>
        </p:txBody>
      </p:sp>
      <p:sp>
        <p:nvSpPr>
          <p:cNvPr id="18" name="Text Placeholder 15">
            <a:extLst>
              <a:ext uri="{FF2B5EF4-FFF2-40B4-BE49-F238E27FC236}">
                <a16:creationId xmlns:a16="http://schemas.microsoft.com/office/drawing/2014/main" id="{731C7DC5-DAD9-9025-120D-FBB8C142A60F}"/>
              </a:ext>
            </a:extLst>
          </p:cNvPr>
          <p:cNvSpPr>
            <a:spLocks noGrp="1"/>
          </p:cNvSpPr>
          <p:nvPr>
            <p:ph type="body" sz="quarter" idx="16" hasCustomPrompt="1"/>
          </p:nvPr>
        </p:nvSpPr>
        <p:spPr>
          <a:xfrm>
            <a:off x="3326296" y="3350384"/>
            <a:ext cx="563754" cy="492443"/>
          </a:xfrm>
        </p:spPr>
        <p:txBody>
          <a:bodyPr wrap="square">
            <a:spAutoFit/>
          </a:bodyPr>
          <a:lstStyle>
            <a:lvl1pPr algn="r">
              <a:defRPr sz="1600">
                <a:latin typeface="+mj-lt"/>
              </a:defRPr>
            </a:lvl1pPr>
          </a:lstStyle>
          <a:p>
            <a:pPr lvl="0"/>
            <a:r>
              <a:rPr lang="en-US"/>
              <a:t>Click ##</a:t>
            </a:r>
          </a:p>
        </p:txBody>
      </p:sp>
      <p:sp>
        <p:nvSpPr>
          <p:cNvPr id="9" name="Text Placeholder 2">
            <a:extLst>
              <a:ext uri="{FF2B5EF4-FFF2-40B4-BE49-F238E27FC236}">
                <a16:creationId xmlns:a16="http://schemas.microsoft.com/office/drawing/2014/main" id="{DBE139AE-63B6-C2C1-4D09-17C298F69AB6}"/>
              </a:ext>
            </a:extLst>
          </p:cNvPr>
          <p:cNvSpPr>
            <a:spLocks noGrp="1"/>
          </p:cNvSpPr>
          <p:nvPr>
            <p:ph idx="12" hasCustomPrompt="1"/>
          </p:nvPr>
        </p:nvSpPr>
        <p:spPr>
          <a:xfrm>
            <a:off x="4148043" y="3352372"/>
            <a:ext cx="6980401" cy="694100"/>
          </a:xfrm>
          <a:prstGeom prst="rect">
            <a:avLst/>
          </a:prstGeom>
        </p:spPr>
        <p:txBody>
          <a:bodyPr vert="horz" lIns="0" tIns="0" rIns="0" bIns="0" rtlCol="0">
            <a:noAutofit/>
          </a:bodyPr>
          <a:lstStyle>
            <a:lvl1pPr>
              <a:spcAft>
                <a:spcPts val="400"/>
              </a:spcAft>
              <a:defRPr sz="1600" b="1" i="0">
                <a:solidFill>
                  <a:schemeClr val="bg2"/>
                </a:solidFill>
                <a:latin typeface="Graphik Semibold" panose="020B0503030202060203" pitchFamily="34" charset="77"/>
              </a:defRPr>
            </a:lvl1pPr>
            <a:lvl2pPr marL="0" indent="0">
              <a:spcAft>
                <a:spcPts val="400"/>
              </a:spcAft>
              <a:buNone/>
              <a:defRPr sz="1200" b="0" i="0">
                <a:latin typeface="Graphik" panose="020B0503030202060203" pitchFamily="34" charset="77"/>
              </a:defRPr>
            </a:lvl2pPr>
            <a:lvl3pPr marL="10584" indent="0">
              <a:spcAft>
                <a:spcPts val="400"/>
              </a:spcAft>
              <a:buNone/>
              <a:tabLst/>
              <a:defRPr sz="1200" b="0" i="0">
                <a:latin typeface="Graphik" panose="020B0503030202060203" pitchFamily="34" charset="77"/>
              </a:defRPr>
            </a:lvl3pPr>
            <a:lvl4pPr marL="16933" indent="0">
              <a:buNone/>
              <a:tabLst/>
              <a:defRPr b="0" i="0">
                <a:latin typeface="Graphik" panose="020B0503030202060203" pitchFamily="34" charset="77"/>
              </a:defRPr>
            </a:lvl4pPr>
            <a:lvl5pPr marL="16933" indent="0">
              <a:buNone/>
              <a:tabLst/>
              <a:defRPr b="0" i="0">
                <a:latin typeface="Graphik" panose="020B0503030202060203" pitchFamily="34" charset="77"/>
              </a:defRPr>
            </a:lvl5pPr>
            <a:lvl6pPr>
              <a:defRPr sz="1600" b="0" i="0">
                <a:latin typeface="Graphik" panose="020B0503030202060203" pitchFamily="34" charset="77"/>
              </a:defRPr>
            </a:lvl6pPr>
            <a:lvl7pPr>
              <a:defRPr sz="1200" b="0" i="0">
                <a:latin typeface="Graphik" panose="020B0503030202060203" pitchFamily="34" charset="77"/>
              </a:defRPr>
            </a:lvl7pPr>
            <a:lvl9pPr>
              <a:defRPr sz="1200" b="0" i="0">
                <a:latin typeface="Graphik" panose="020B0503030202060203" pitchFamily="34" charset="77"/>
              </a:defRPr>
            </a:lvl9pPr>
          </a:lstStyle>
          <a:p>
            <a:pPr lvl="0"/>
            <a:r>
              <a:rPr lang="en-US"/>
              <a:t>First level (bullet)</a:t>
            </a:r>
          </a:p>
          <a:p>
            <a:pPr lvl="1"/>
            <a:r>
              <a:rPr lang="en-US"/>
              <a:t>Second level (bullet)</a:t>
            </a:r>
          </a:p>
          <a:p>
            <a:pPr lvl="2"/>
            <a:r>
              <a:rPr lang="en-US"/>
              <a:t>Third level (bullet)</a:t>
            </a:r>
          </a:p>
        </p:txBody>
      </p:sp>
      <p:sp>
        <p:nvSpPr>
          <p:cNvPr id="19" name="Text Placeholder 15">
            <a:extLst>
              <a:ext uri="{FF2B5EF4-FFF2-40B4-BE49-F238E27FC236}">
                <a16:creationId xmlns:a16="http://schemas.microsoft.com/office/drawing/2014/main" id="{8EA33AE2-AAF8-CAB9-E244-AD70E24C3EB6}"/>
              </a:ext>
            </a:extLst>
          </p:cNvPr>
          <p:cNvSpPr>
            <a:spLocks noGrp="1"/>
          </p:cNvSpPr>
          <p:nvPr>
            <p:ph type="body" sz="quarter" idx="17" hasCustomPrompt="1"/>
          </p:nvPr>
        </p:nvSpPr>
        <p:spPr>
          <a:xfrm>
            <a:off x="3326296" y="4335521"/>
            <a:ext cx="563754" cy="492443"/>
          </a:xfrm>
        </p:spPr>
        <p:txBody>
          <a:bodyPr wrap="square">
            <a:spAutoFit/>
          </a:bodyPr>
          <a:lstStyle>
            <a:lvl1pPr algn="r">
              <a:defRPr sz="1600">
                <a:latin typeface="+mj-lt"/>
              </a:defRPr>
            </a:lvl1pPr>
          </a:lstStyle>
          <a:p>
            <a:pPr lvl="0"/>
            <a:r>
              <a:rPr lang="en-US"/>
              <a:t>Click ##</a:t>
            </a:r>
          </a:p>
        </p:txBody>
      </p:sp>
      <p:sp>
        <p:nvSpPr>
          <p:cNvPr id="10" name="Text Placeholder 2">
            <a:extLst>
              <a:ext uri="{FF2B5EF4-FFF2-40B4-BE49-F238E27FC236}">
                <a16:creationId xmlns:a16="http://schemas.microsoft.com/office/drawing/2014/main" id="{F7111FC3-B91A-E597-25A2-DCDF58B1DF3D}"/>
              </a:ext>
            </a:extLst>
          </p:cNvPr>
          <p:cNvSpPr>
            <a:spLocks noGrp="1"/>
          </p:cNvSpPr>
          <p:nvPr>
            <p:ph idx="13" hasCustomPrompt="1"/>
          </p:nvPr>
        </p:nvSpPr>
        <p:spPr>
          <a:xfrm>
            <a:off x="4148043" y="4329511"/>
            <a:ext cx="6980401" cy="694100"/>
          </a:xfrm>
          <a:prstGeom prst="rect">
            <a:avLst/>
          </a:prstGeom>
        </p:spPr>
        <p:txBody>
          <a:bodyPr vert="horz" lIns="0" tIns="0" rIns="0" bIns="0" rtlCol="0">
            <a:noAutofit/>
          </a:bodyPr>
          <a:lstStyle>
            <a:lvl1pPr>
              <a:spcAft>
                <a:spcPts val="400"/>
              </a:spcAft>
              <a:defRPr sz="1600" b="1" i="0">
                <a:solidFill>
                  <a:schemeClr val="bg2"/>
                </a:solidFill>
                <a:latin typeface="Graphik Semibold" panose="020B0503030202060203" pitchFamily="34" charset="77"/>
              </a:defRPr>
            </a:lvl1pPr>
            <a:lvl2pPr marL="0" indent="0">
              <a:spcAft>
                <a:spcPts val="400"/>
              </a:spcAft>
              <a:buNone/>
              <a:defRPr sz="1200" b="0" i="0">
                <a:latin typeface="Graphik" panose="020B0503030202060203" pitchFamily="34" charset="77"/>
              </a:defRPr>
            </a:lvl2pPr>
            <a:lvl3pPr marL="10584" indent="0">
              <a:spcAft>
                <a:spcPts val="400"/>
              </a:spcAft>
              <a:buNone/>
              <a:tabLst/>
              <a:defRPr sz="1200" b="0" i="0">
                <a:latin typeface="Graphik" panose="020B0503030202060203" pitchFamily="34" charset="77"/>
              </a:defRPr>
            </a:lvl3pPr>
            <a:lvl4pPr marL="16933" indent="0">
              <a:buNone/>
              <a:tabLst/>
              <a:defRPr b="0" i="0">
                <a:latin typeface="Graphik" panose="020B0503030202060203" pitchFamily="34" charset="77"/>
              </a:defRPr>
            </a:lvl4pPr>
            <a:lvl5pPr marL="16933" indent="0">
              <a:buNone/>
              <a:tabLst/>
              <a:defRPr b="0" i="0">
                <a:latin typeface="Graphik" panose="020B0503030202060203" pitchFamily="34" charset="77"/>
              </a:defRPr>
            </a:lvl5pPr>
            <a:lvl6pPr>
              <a:defRPr sz="1600" b="0" i="0">
                <a:latin typeface="Graphik" panose="020B0503030202060203" pitchFamily="34" charset="77"/>
              </a:defRPr>
            </a:lvl6pPr>
            <a:lvl7pPr>
              <a:defRPr sz="1200" b="0" i="0">
                <a:latin typeface="Graphik" panose="020B0503030202060203" pitchFamily="34" charset="77"/>
              </a:defRPr>
            </a:lvl7pPr>
            <a:lvl9pPr>
              <a:defRPr sz="1200" b="0" i="0">
                <a:latin typeface="Graphik" panose="020B0503030202060203" pitchFamily="34" charset="77"/>
              </a:defRPr>
            </a:lvl9pPr>
          </a:lstStyle>
          <a:p>
            <a:pPr lvl="0"/>
            <a:r>
              <a:rPr lang="en-US"/>
              <a:t>First level (bullet)</a:t>
            </a:r>
          </a:p>
          <a:p>
            <a:pPr lvl="1"/>
            <a:r>
              <a:rPr lang="en-US"/>
              <a:t>Second level (bullet)</a:t>
            </a:r>
          </a:p>
          <a:p>
            <a:pPr lvl="2"/>
            <a:r>
              <a:rPr lang="en-US"/>
              <a:t>Third level (bullet)</a:t>
            </a:r>
          </a:p>
        </p:txBody>
      </p:sp>
      <p:sp>
        <p:nvSpPr>
          <p:cNvPr id="6" name="Text Placeholder 15">
            <a:extLst>
              <a:ext uri="{FF2B5EF4-FFF2-40B4-BE49-F238E27FC236}">
                <a16:creationId xmlns:a16="http://schemas.microsoft.com/office/drawing/2014/main" id="{8EC9E534-1AD8-73C5-C5AC-15F48DA342B1}"/>
              </a:ext>
            </a:extLst>
          </p:cNvPr>
          <p:cNvSpPr>
            <a:spLocks noGrp="1"/>
          </p:cNvSpPr>
          <p:nvPr>
            <p:ph type="body" sz="quarter" idx="19" hasCustomPrompt="1"/>
          </p:nvPr>
        </p:nvSpPr>
        <p:spPr>
          <a:xfrm>
            <a:off x="3326296" y="5307673"/>
            <a:ext cx="563754" cy="492443"/>
          </a:xfrm>
        </p:spPr>
        <p:txBody>
          <a:bodyPr wrap="square">
            <a:spAutoFit/>
          </a:bodyPr>
          <a:lstStyle>
            <a:lvl1pPr algn="r">
              <a:defRPr sz="1600">
                <a:latin typeface="+mj-lt"/>
              </a:defRPr>
            </a:lvl1pPr>
          </a:lstStyle>
          <a:p>
            <a:pPr lvl="0"/>
            <a:r>
              <a:rPr lang="en-US"/>
              <a:t>Click ##</a:t>
            </a:r>
          </a:p>
        </p:txBody>
      </p:sp>
      <p:sp>
        <p:nvSpPr>
          <p:cNvPr id="5" name="Text Placeholder 2">
            <a:extLst>
              <a:ext uri="{FF2B5EF4-FFF2-40B4-BE49-F238E27FC236}">
                <a16:creationId xmlns:a16="http://schemas.microsoft.com/office/drawing/2014/main" id="{1702F099-923C-04BF-8A6D-959AE146329A}"/>
              </a:ext>
            </a:extLst>
          </p:cNvPr>
          <p:cNvSpPr>
            <a:spLocks noGrp="1"/>
          </p:cNvSpPr>
          <p:nvPr>
            <p:ph idx="18" hasCustomPrompt="1"/>
          </p:nvPr>
        </p:nvSpPr>
        <p:spPr>
          <a:xfrm>
            <a:off x="4148043" y="5306651"/>
            <a:ext cx="6980401" cy="694100"/>
          </a:xfrm>
          <a:prstGeom prst="rect">
            <a:avLst/>
          </a:prstGeom>
        </p:spPr>
        <p:txBody>
          <a:bodyPr vert="horz" lIns="0" tIns="0" rIns="0" bIns="0" rtlCol="0">
            <a:noAutofit/>
          </a:bodyPr>
          <a:lstStyle>
            <a:lvl1pPr>
              <a:spcAft>
                <a:spcPts val="400"/>
              </a:spcAft>
              <a:defRPr sz="1600" b="1" i="0">
                <a:solidFill>
                  <a:schemeClr val="bg2"/>
                </a:solidFill>
                <a:latin typeface="Graphik Semibold" panose="020B0503030202060203" pitchFamily="34" charset="77"/>
              </a:defRPr>
            </a:lvl1pPr>
            <a:lvl2pPr marL="0" indent="0">
              <a:spcAft>
                <a:spcPts val="400"/>
              </a:spcAft>
              <a:buNone/>
              <a:defRPr sz="1200" b="0" i="0">
                <a:latin typeface="Graphik" panose="020B0503030202060203" pitchFamily="34" charset="77"/>
              </a:defRPr>
            </a:lvl2pPr>
            <a:lvl3pPr marL="10584" indent="0">
              <a:spcAft>
                <a:spcPts val="400"/>
              </a:spcAft>
              <a:buNone/>
              <a:tabLst/>
              <a:defRPr sz="1200" b="0" i="0">
                <a:latin typeface="Graphik" panose="020B0503030202060203" pitchFamily="34" charset="77"/>
              </a:defRPr>
            </a:lvl3pPr>
            <a:lvl4pPr marL="16933" indent="0">
              <a:buNone/>
              <a:tabLst/>
              <a:defRPr b="0" i="0">
                <a:latin typeface="Graphik" panose="020B0503030202060203" pitchFamily="34" charset="77"/>
              </a:defRPr>
            </a:lvl4pPr>
            <a:lvl5pPr marL="16933" indent="0">
              <a:buNone/>
              <a:tabLst/>
              <a:defRPr b="0" i="0">
                <a:latin typeface="Graphik" panose="020B0503030202060203" pitchFamily="34" charset="77"/>
              </a:defRPr>
            </a:lvl5pPr>
            <a:lvl6pPr>
              <a:defRPr sz="1600" b="0" i="0">
                <a:latin typeface="Graphik" panose="020B0503030202060203" pitchFamily="34" charset="77"/>
              </a:defRPr>
            </a:lvl6pPr>
            <a:lvl7pPr>
              <a:defRPr sz="1200" b="0" i="0">
                <a:latin typeface="Graphik" panose="020B0503030202060203" pitchFamily="34" charset="77"/>
              </a:defRPr>
            </a:lvl7pPr>
            <a:lvl9pPr>
              <a:defRPr sz="1200" b="0" i="0">
                <a:latin typeface="Graphik" panose="020B0503030202060203" pitchFamily="34" charset="77"/>
              </a:defRPr>
            </a:lvl9pPr>
          </a:lstStyle>
          <a:p>
            <a:pPr lvl="0"/>
            <a:r>
              <a:rPr lang="en-US"/>
              <a:t>First level (bullet)</a:t>
            </a:r>
          </a:p>
          <a:p>
            <a:pPr lvl="1"/>
            <a:r>
              <a:rPr lang="en-US"/>
              <a:t>Second level (bullet)</a:t>
            </a:r>
          </a:p>
          <a:p>
            <a:pPr lvl="2"/>
            <a:r>
              <a:rPr lang="en-US"/>
              <a:t>Third level (bullet)</a:t>
            </a:r>
          </a:p>
        </p:txBody>
      </p:sp>
    </p:spTree>
    <p:extLst>
      <p:ext uri="{BB962C8B-B14F-4D97-AF65-F5344CB8AC3E}">
        <p14:creationId xmlns:p14="http://schemas.microsoft.com/office/powerpoint/2010/main" val="2080521210"/>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Section divider: gradient">
    <p:bg>
      <p:bgPr>
        <a:solidFill>
          <a:schemeClr val="accent3"/>
        </a:solidFill>
        <a:effectLst/>
      </p:bgPr>
    </p:bg>
    <p:spTree>
      <p:nvGrpSpPr>
        <p:cNvPr id="1" name=""/>
        <p:cNvGrpSpPr/>
        <p:nvPr/>
      </p:nvGrpSpPr>
      <p:grpSpPr>
        <a:xfrm>
          <a:off x="0" y="0"/>
          <a:ext cx="0" cy="0"/>
          <a:chOff x="0" y="0"/>
          <a:chExt cx="0" cy="0"/>
        </a:xfrm>
      </p:grpSpPr>
      <p:pic>
        <p:nvPicPr>
          <p:cNvPr id="4" name="Picture 3" descr="A purple and white blurry background&#10;&#10;AI-generated content may be incorrect.">
            <a:extLst>
              <a:ext uri="{FF2B5EF4-FFF2-40B4-BE49-F238E27FC236}">
                <a16:creationId xmlns:a16="http://schemas.microsoft.com/office/drawing/2014/main" id="{87111667-186F-DD25-9A4B-3608F196AB79}"/>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rot="5400000">
            <a:off x="2665522" y="-2667001"/>
            <a:ext cx="6857998" cy="12192000"/>
          </a:xfrm>
          <a:prstGeom prst="rect">
            <a:avLst/>
          </a:prstGeom>
        </p:spPr>
      </p:pic>
      <p:sp>
        <p:nvSpPr>
          <p:cNvPr id="17" name="Title 1">
            <a:extLst>
              <a:ext uri="{FF2B5EF4-FFF2-40B4-BE49-F238E27FC236}">
                <a16:creationId xmlns:a16="http://schemas.microsoft.com/office/drawing/2014/main" id="{2B28B826-EFF3-117E-A205-62F240EBE2CC}"/>
              </a:ext>
            </a:extLst>
          </p:cNvPr>
          <p:cNvSpPr>
            <a:spLocks noGrp="1"/>
          </p:cNvSpPr>
          <p:nvPr>
            <p:ph type="ctrTitle"/>
          </p:nvPr>
        </p:nvSpPr>
        <p:spPr bwMode="white">
          <a:xfrm>
            <a:off x="1182796" y="3776810"/>
            <a:ext cx="5715000" cy="1329595"/>
          </a:xfrm>
          <a:prstGeom prst="rect">
            <a:avLst/>
          </a:prstGeom>
        </p:spPr>
        <p:txBody>
          <a:bodyPr anchor="b"/>
          <a:lstStyle>
            <a:lvl1pPr algn="l">
              <a:lnSpc>
                <a:spcPct val="90000"/>
              </a:lnSpc>
              <a:defRPr sz="4800">
                <a:solidFill>
                  <a:schemeClr val="tx1"/>
                </a:solidFill>
              </a:defRPr>
            </a:lvl1pPr>
          </a:lstStyle>
          <a:p>
            <a:r>
              <a:rPr lang="en-GB"/>
              <a:t>Click to edit Master title style</a:t>
            </a:r>
            <a:endParaRPr lang="en-US"/>
          </a:p>
        </p:txBody>
      </p:sp>
      <p:sp>
        <p:nvSpPr>
          <p:cNvPr id="18" name="Subtitle 2">
            <a:extLst>
              <a:ext uri="{FF2B5EF4-FFF2-40B4-BE49-F238E27FC236}">
                <a16:creationId xmlns:a16="http://schemas.microsoft.com/office/drawing/2014/main" id="{31547BE7-16A3-D21E-ADAC-48D17CDF3008}"/>
              </a:ext>
            </a:extLst>
          </p:cNvPr>
          <p:cNvSpPr>
            <a:spLocks noGrp="1"/>
          </p:cNvSpPr>
          <p:nvPr>
            <p:ph type="subTitle" idx="1" hasCustomPrompt="1"/>
          </p:nvPr>
        </p:nvSpPr>
        <p:spPr bwMode="white">
          <a:xfrm>
            <a:off x="1182796" y="5219056"/>
            <a:ext cx="5715000" cy="1092845"/>
          </a:xfrm>
          <a:prstGeom prst="rect">
            <a:avLst/>
          </a:prstGeom>
        </p:spPr>
        <p:txBody>
          <a:bodyPr/>
          <a:lstStyle>
            <a:lvl1pPr marL="0" indent="0" algn="l">
              <a:lnSpc>
                <a:spcPct val="90000"/>
              </a:lnSpc>
              <a:spcAft>
                <a:spcPts val="0"/>
              </a:spcAft>
              <a:buNone/>
              <a:defRPr sz="1800" b="0" i="0" spc="0">
                <a:solidFill>
                  <a:schemeClr val="tx1"/>
                </a:solidFill>
                <a:latin typeface="Graphik" panose="020B0503030202060203" pitchFamily="34" charset="77"/>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pPr marL="0" lvl="0" indent="0" algn="l" defTabSz="914377" rtl="0" eaLnBrk="1" latinLnBrk="0" hangingPunct="1">
              <a:lnSpc>
                <a:spcPct val="100000"/>
              </a:lnSpc>
              <a:spcBef>
                <a:spcPts val="0"/>
              </a:spcBef>
              <a:spcAft>
                <a:spcPts val="0"/>
              </a:spcAft>
              <a:buFont typeface="Graphik" panose="020B0604020202020204" pitchFamily="34" charset="0"/>
              <a:buNone/>
            </a:pPr>
            <a:r>
              <a:rPr lang="en-GB"/>
              <a:t>Place subtitle here in </a:t>
            </a:r>
            <a:r>
              <a:rPr lang="en-GB" err="1"/>
              <a:t>Graphik</a:t>
            </a:r>
            <a:r>
              <a:rPr lang="en-GB"/>
              <a:t> regular</a:t>
            </a:r>
            <a:endParaRPr lang="en-US"/>
          </a:p>
        </p:txBody>
      </p:sp>
      <p:sp>
        <p:nvSpPr>
          <p:cNvPr id="2" name="Text Placeholder 8">
            <a:extLst>
              <a:ext uri="{FF2B5EF4-FFF2-40B4-BE49-F238E27FC236}">
                <a16:creationId xmlns:a16="http://schemas.microsoft.com/office/drawing/2014/main" id="{56C59DBC-B2E5-1892-B37B-68897D161976}"/>
              </a:ext>
            </a:extLst>
          </p:cNvPr>
          <p:cNvSpPr>
            <a:spLocks noGrp="1"/>
          </p:cNvSpPr>
          <p:nvPr>
            <p:ph type="body" sz="quarter" idx="11" hasCustomPrompt="1"/>
          </p:nvPr>
        </p:nvSpPr>
        <p:spPr>
          <a:xfrm>
            <a:off x="1189497" y="2433053"/>
            <a:ext cx="1150956" cy="1231106"/>
          </a:xfrm>
        </p:spPr>
        <p:txBody>
          <a:bodyPr wrap="none" anchor="b">
            <a:spAutoFit/>
          </a:bodyPr>
          <a:lstStyle>
            <a:lvl1pPr>
              <a:defRPr sz="8000">
                <a:latin typeface="+mj-lt"/>
              </a:defRPr>
            </a:lvl1pPr>
          </a:lstStyle>
          <a:p>
            <a:pPr lvl="0"/>
            <a:r>
              <a:rPr lang="pt-BR"/>
              <a:t>##</a:t>
            </a:r>
            <a:endParaRPr lang="en-AR"/>
          </a:p>
        </p:txBody>
      </p:sp>
      <p:sp>
        <p:nvSpPr>
          <p:cNvPr id="9" name="GTS_WH">
            <a:extLst>
              <a:ext uri="{FF2B5EF4-FFF2-40B4-BE49-F238E27FC236}">
                <a16:creationId xmlns:a16="http://schemas.microsoft.com/office/drawing/2014/main" id="{08C622A3-6AC3-418E-A8AE-75B117754CFC}"/>
              </a:ext>
              <a:ext uri="{C183D7F6-B498-43B3-948B-1728B52AA6E4}">
                <adec:decorative xmlns:adec="http://schemas.microsoft.com/office/drawing/2017/decorative" val="1"/>
              </a:ext>
            </a:extLst>
          </p:cNvPr>
          <p:cNvSpPr>
            <a:spLocks noChangeAspect="1"/>
          </p:cNvSpPr>
          <p:nvPr userDrawn="1"/>
        </p:nvSpPr>
        <p:spPr bwMode="white">
          <a:xfrm>
            <a:off x="10499353" y="5752334"/>
            <a:ext cx="509851" cy="559567"/>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Tree>
    <p:extLst>
      <p:ext uri="{BB962C8B-B14F-4D97-AF65-F5344CB8AC3E}">
        <p14:creationId xmlns:p14="http://schemas.microsoft.com/office/powerpoint/2010/main" val="10489473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Section divider: image dark mode">
    <p:bg>
      <p:bgPr>
        <a:solidFill>
          <a:srgbClr val="00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574352" y="4020089"/>
            <a:ext cx="4205323" cy="787908"/>
          </a:xfrm>
          <a:prstGeom prst="rect">
            <a:avLst/>
          </a:prstGeom>
        </p:spPr>
        <p:txBody>
          <a:bodyPr anchor="b" anchorCtr="0"/>
          <a:lstStyle>
            <a:lvl1pPr>
              <a:defRPr sz="3200">
                <a:solidFill>
                  <a:schemeClr val="tx1"/>
                </a:solidFill>
              </a:defRPr>
            </a:lvl1pPr>
          </a:lstStyle>
          <a:p>
            <a:r>
              <a:rPr lang="en-US"/>
              <a:t>Click to edit Section title style</a:t>
            </a:r>
          </a:p>
        </p:txBody>
      </p:sp>
      <p:sp>
        <p:nvSpPr>
          <p:cNvPr id="3" name="Text Placeholder 8">
            <a:extLst>
              <a:ext uri="{FF2B5EF4-FFF2-40B4-BE49-F238E27FC236}">
                <a16:creationId xmlns:a16="http://schemas.microsoft.com/office/drawing/2014/main" id="{1462BA77-FAF3-D3DC-18C0-2C2257012AB5}"/>
              </a:ext>
            </a:extLst>
          </p:cNvPr>
          <p:cNvSpPr>
            <a:spLocks noGrp="1"/>
          </p:cNvSpPr>
          <p:nvPr>
            <p:ph type="body" sz="quarter" idx="11" hasCustomPrompt="1"/>
          </p:nvPr>
        </p:nvSpPr>
        <p:spPr>
          <a:xfrm>
            <a:off x="574352" y="2576447"/>
            <a:ext cx="1150956" cy="1231106"/>
          </a:xfrm>
        </p:spPr>
        <p:txBody>
          <a:bodyPr wrap="none" anchor="b">
            <a:spAutoFit/>
          </a:bodyPr>
          <a:lstStyle>
            <a:lvl1pPr>
              <a:defRPr sz="8000">
                <a:latin typeface="+mj-lt"/>
              </a:defRPr>
            </a:lvl1pPr>
          </a:lstStyle>
          <a:p>
            <a:pPr lvl="0"/>
            <a:r>
              <a:rPr lang="pt-BR"/>
              <a:t>##</a:t>
            </a:r>
            <a:endParaRPr lang="en-AR"/>
          </a:p>
        </p:txBody>
      </p:sp>
      <p:sp>
        <p:nvSpPr>
          <p:cNvPr id="5" name="Text Placeholder 8">
            <a:extLst>
              <a:ext uri="{FF2B5EF4-FFF2-40B4-BE49-F238E27FC236}">
                <a16:creationId xmlns:a16="http://schemas.microsoft.com/office/drawing/2014/main" id="{772726BC-B615-3428-7DAF-2FCAE36D30B4}"/>
              </a:ext>
            </a:extLst>
          </p:cNvPr>
          <p:cNvSpPr>
            <a:spLocks noGrp="1"/>
          </p:cNvSpPr>
          <p:nvPr>
            <p:ph type="body" sz="quarter" idx="19" hasCustomPrompt="1"/>
          </p:nvPr>
        </p:nvSpPr>
        <p:spPr>
          <a:xfrm>
            <a:off x="574352" y="5080829"/>
            <a:ext cx="4205324" cy="787909"/>
          </a:xfrm>
          <a:prstGeom prst="rect">
            <a:avLst/>
          </a:prstGeom>
        </p:spPr>
        <p:txBody>
          <a:bodyPr/>
          <a:lstStyle>
            <a:lvl1pPr marL="0" indent="0">
              <a:lnSpc>
                <a:spcPct val="90000"/>
              </a:lnSpc>
              <a:spcAft>
                <a:spcPts val="600"/>
              </a:spcAft>
              <a:buNone/>
              <a:defRPr sz="1600" b="0" i="0">
                <a:solidFill>
                  <a:schemeClr val="accent2"/>
                </a:solidFill>
                <a:latin typeface="Graphik" panose="020B0503030202060203" pitchFamily="34" charset="77"/>
              </a:defRPr>
            </a:lvl1pPr>
            <a:lvl2pPr marL="0" indent="0">
              <a:spcAft>
                <a:spcPts val="600"/>
              </a:spcAft>
              <a:buNone/>
              <a:defRPr sz="2400">
                <a:latin typeface="GT Sectra Fine Rg" panose="00000500000000000000" pitchFamily="50" charset="0"/>
              </a:defRPr>
            </a:lvl2pPr>
            <a:lvl3pPr marL="0" indent="0">
              <a:spcAft>
                <a:spcPts val="600"/>
              </a:spcAft>
              <a:buNone/>
              <a:defRPr sz="2400">
                <a:latin typeface="GT Sectra Fine Rg" panose="00000500000000000000" pitchFamily="50" charset="0"/>
              </a:defRPr>
            </a:lvl3pPr>
            <a:lvl4pPr marL="0" indent="0">
              <a:spcAft>
                <a:spcPts val="600"/>
              </a:spcAft>
              <a:buNone/>
              <a:defRPr sz="2400">
                <a:latin typeface="GT Sectra Fine Rg" panose="00000500000000000000" pitchFamily="50" charset="0"/>
              </a:defRPr>
            </a:lvl4pPr>
            <a:lvl5pPr marL="0" indent="0">
              <a:spcAft>
                <a:spcPts val="600"/>
              </a:spcAft>
              <a:buNone/>
              <a:defRPr sz="2400">
                <a:latin typeface="GT Sectra Fine Rg" panose="00000500000000000000" pitchFamily="50" charset="0"/>
              </a:defRPr>
            </a:lvl5pPr>
          </a:lstStyle>
          <a:p>
            <a:pPr lvl="0"/>
            <a:r>
              <a:rPr lang="en-GB"/>
              <a:t>Place subtitle here in </a:t>
            </a:r>
            <a:r>
              <a:rPr lang="en-GB" err="1"/>
              <a:t>Graphik</a:t>
            </a:r>
            <a:r>
              <a:rPr lang="en-GB"/>
              <a:t> regular</a:t>
            </a:r>
            <a:endParaRPr lang="en-US"/>
          </a:p>
        </p:txBody>
      </p:sp>
      <p:sp>
        <p:nvSpPr>
          <p:cNvPr id="12" name="Picture Placeholder 18">
            <a:extLst>
              <a:ext uri="{FF2B5EF4-FFF2-40B4-BE49-F238E27FC236}">
                <a16:creationId xmlns:a16="http://schemas.microsoft.com/office/drawing/2014/main" id="{3996D868-07E7-4C6F-B00B-4026C634BAE0}"/>
              </a:ext>
            </a:extLst>
          </p:cNvPr>
          <p:cNvSpPr>
            <a:spLocks noGrp="1"/>
          </p:cNvSpPr>
          <p:nvPr>
            <p:ph type="pic" sz="quarter" idx="13" hasCustomPrompt="1"/>
          </p:nvPr>
        </p:nvSpPr>
        <p:spPr>
          <a:xfrm>
            <a:off x="5362807" y="549275"/>
            <a:ext cx="6278331" cy="5759449"/>
          </a:xfrm>
          <a:prstGeom prst="rect">
            <a:avLst/>
          </a:prstGeom>
          <a:solidFill>
            <a:schemeClr val="tx1">
              <a:lumMod val="95000"/>
            </a:schemeClr>
          </a:solidFill>
        </p:spPr>
        <p:txBody>
          <a:bodyPr tIns="274320" bIns="274320" anchor="ctr"/>
          <a:lstStyle>
            <a:lvl1pPr marL="0" indent="0" algn="ctr">
              <a:buNone/>
              <a:defRPr sz="1400" b="0" i="0">
                <a:solidFill>
                  <a:schemeClr val="bg1"/>
                </a:solidFill>
                <a:latin typeface="Graphik" panose="020B0503030202060203" pitchFamily="34" charset="77"/>
              </a:defRPr>
            </a:lvl1pPr>
          </a:lstStyle>
          <a:p>
            <a:r>
              <a:rPr lang="en-GB"/>
              <a:t>Drag picture to placeholder or click icon to add</a:t>
            </a:r>
            <a:endParaRPr lang="en-US"/>
          </a:p>
        </p:txBody>
      </p:sp>
      <p:sp>
        <p:nvSpPr>
          <p:cNvPr id="16" name="GTS_WH">
            <a:extLst>
              <a:ext uri="{FF2B5EF4-FFF2-40B4-BE49-F238E27FC236}">
                <a16:creationId xmlns:a16="http://schemas.microsoft.com/office/drawing/2014/main" id="{B99510A1-6B22-EF9F-A1BE-64088860C26E}"/>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
        <p:nvSpPr>
          <p:cNvPr id="4" name="copyright">
            <a:extLst>
              <a:ext uri="{FF2B5EF4-FFF2-40B4-BE49-F238E27FC236}">
                <a16:creationId xmlns:a16="http://schemas.microsoft.com/office/drawing/2014/main" id="{3BFEEF07-2489-1DF1-A61D-F05EF6756806}"/>
              </a:ext>
            </a:extLst>
          </p:cNvPr>
          <p:cNvSpPr txBox="1"/>
          <p:nvPr userDrawn="1"/>
        </p:nvSpPr>
        <p:spPr>
          <a:xfrm>
            <a:off x="9031909" y="6429853"/>
            <a:ext cx="2398092"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GB" sz="800">
                <a:solidFill>
                  <a:srgbClr val="FFFFFF">
                    <a:alpha val="75000"/>
                  </a:srgbClr>
                </a:solidFill>
                <a:latin typeface="Graphik" panose="020B0503030202060203" pitchFamily="34" charset="77"/>
              </a:rPr>
              <a:t>Copyright © 2025 Accenture. All rights reserved.</a:t>
            </a:r>
            <a:endParaRPr lang="en-US" sz="1351" noProof="0">
              <a:solidFill>
                <a:srgbClr val="FFFFFF">
                  <a:alpha val="75000"/>
                </a:srgbClr>
              </a:solidFill>
              <a:latin typeface="Graphik" panose="020B0503030202060203" pitchFamily="34" charset="77"/>
            </a:endParaRPr>
          </a:p>
        </p:txBody>
      </p:sp>
      <p:sp>
        <p:nvSpPr>
          <p:cNvPr id="7" name="slide number automatic">
            <a:extLst>
              <a:ext uri="{FF2B5EF4-FFF2-40B4-BE49-F238E27FC236}">
                <a16:creationId xmlns:a16="http://schemas.microsoft.com/office/drawing/2014/main" id="{89017E74-C690-EF85-4C2D-25D3ED0FF55F}"/>
              </a:ext>
            </a:extLst>
          </p:cNvPr>
          <p:cNvSpPr txBox="1"/>
          <p:nvPr userDrawn="1"/>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rgbClr val="FFFFFF">
                    <a:alpha val="75000"/>
                  </a:srgbClr>
                </a:solidFill>
                <a:latin typeface="+mj-lt"/>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a:solidFill>
                <a:srgbClr val="FFFFFF">
                  <a:alpha val="75000"/>
                </a:srgbClr>
              </a:solidFill>
              <a:latin typeface="+mj-lt"/>
            </a:endParaRPr>
          </a:p>
        </p:txBody>
      </p:sp>
    </p:spTree>
    <p:extLst>
      <p:ext uri="{BB962C8B-B14F-4D97-AF65-F5344CB8AC3E}">
        <p14:creationId xmlns:p14="http://schemas.microsoft.com/office/powerpoint/2010/main" val="193908803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Section divider: image light mode">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1F18E800-DE3F-7813-356B-5ABD491337A5}"/>
              </a:ext>
            </a:extLst>
          </p:cNvPr>
          <p:cNvSpPr>
            <a:spLocks noGrp="1"/>
          </p:cNvSpPr>
          <p:nvPr>
            <p:ph type="title" hasCustomPrompt="1"/>
          </p:nvPr>
        </p:nvSpPr>
        <p:spPr>
          <a:xfrm>
            <a:off x="574352" y="4020089"/>
            <a:ext cx="4205323" cy="787908"/>
          </a:xfrm>
          <a:prstGeom prst="rect">
            <a:avLst/>
          </a:prstGeom>
        </p:spPr>
        <p:txBody>
          <a:bodyPr anchor="b" anchorCtr="0"/>
          <a:lstStyle>
            <a:lvl1pPr>
              <a:defRPr sz="3200">
                <a:solidFill>
                  <a:schemeClr val="tx1"/>
                </a:solidFill>
              </a:defRPr>
            </a:lvl1pPr>
          </a:lstStyle>
          <a:p>
            <a:r>
              <a:rPr lang="en-US"/>
              <a:t>Click to edit Section title style</a:t>
            </a:r>
          </a:p>
        </p:txBody>
      </p:sp>
      <p:sp>
        <p:nvSpPr>
          <p:cNvPr id="11" name="Picture Placeholder 18">
            <a:extLst>
              <a:ext uri="{FF2B5EF4-FFF2-40B4-BE49-F238E27FC236}">
                <a16:creationId xmlns:a16="http://schemas.microsoft.com/office/drawing/2014/main" id="{C1C7CFCC-2C79-7017-C82B-A74A23285174}"/>
              </a:ext>
            </a:extLst>
          </p:cNvPr>
          <p:cNvSpPr>
            <a:spLocks noGrp="1"/>
          </p:cNvSpPr>
          <p:nvPr>
            <p:ph type="pic" sz="quarter" idx="13" hasCustomPrompt="1"/>
          </p:nvPr>
        </p:nvSpPr>
        <p:spPr>
          <a:xfrm>
            <a:off x="5362807" y="549275"/>
            <a:ext cx="6278331" cy="5759449"/>
          </a:xfrm>
          <a:prstGeom prst="rect">
            <a:avLst/>
          </a:prstGeom>
          <a:solidFill>
            <a:schemeClr val="bg1">
              <a:lumMod val="95000"/>
            </a:schemeClr>
          </a:solidFill>
        </p:spPr>
        <p:txBody>
          <a:bodyPr tIns="274320" bIns="274320" anchor="ctr"/>
          <a:lstStyle>
            <a:lvl1pPr marL="0" indent="0" algn="ctr">
              <a:buNone/>
              <a:defRPr sz="1400" b="0" i="0">
                <a:solidFill>
                  <a:schemeClr val="tx1"/>
                </a:solidFill>
                <a:latin typeface="Graphik" panose="020B0503030202060203" pitchFamily="34" charset="77"/>
              </a:defRPr>
            </a:lvl1pPr>
          </a:lstStyle>
          <a:p>
            <a:r>
              <a:rPr lang="en-GB"/>
              <a:t>Drag picture to placeholder or click icon to add</a:t>
            </a:r>
            <a:endParaRPr lang="en-US"/>
          </a:p>
        </p:txBody>
      </p:sp>
      <p:sp>
        <p:nvSpPr>
          <p:cNvPr id="12" name="Text Placeholder 8">
            <a:extLst>
              <a:ext uri="{FF2B5EF4-FFF2-40B4-BE49-F238E27FC236}">
                <a16:creationId xmlns:a16="http://schemas.microsoft.com/office/drawing/2014/main" id="{A631764B-7AB2-0534-6571-AAD04310DAF4}"/>
              </a:ext>
            </a:extLst>
          </p:cNvPr>
          <p:cNvSpPr>
            <a:spLocks noGrp="1"/>
          </p:cNvSpPr>
          <p:nvPr>
            <p:ph type="body" sz="quarter" idx="19" hasCustomPrompt="1"/>
          </p:nvPr>
        </p:nvSpPr>
        <p:spPr>
          <a:xfrm>
            <a:off x="574352" y="5080829"/>
            <a:ext cx="4205324" cy="787909"/>
          </a:xfrm>
          <a:prstGeom prst="rect">
            <a:avLst/>
          </a:prstGeom>
        </p:spPr>
        <p:txBody>
          <a:bodyPr/>
          <a:lstStyle>
            <a:lvl1pPr marL="0" indent="0">
              <a:lnSpc>
                <a:spcPct val="90000"/>
              </a:lnSpc>
              <a:spcAft>
                <a:spcPts val="600"/>
              </a:spcAft>
              <a:buNone/>
              <a:defRPr sz="1600" b="0" i="0">
                <a:solidFill>
                  <a:schemeClr val="bg2"/>
                </a:solidFill>
                <a:latin typeface="Graphik" panose="020B0503030202060203" pitchFamily="34" charset="77"/>
              </a:defRPr>
            </a:lvl1pPr>
            <a:lvl2pPr marL="0" indent="0">
              <a:spcAft>
                <a:spcPts val="600"/>
              </a:spcAft>
              <a:buNone/>
              <a:defRPr sz="2400">
                <a:latin typeface="GT Sectra Fine Rg" panose="00000500000000000000" pitchFamily="50" charset="0"/>
              </a:defRPr>
            </a:lvl2pPr>
            <a:lvl3pPr marL="0" indent="0">
              <a:spcAft>
                <a:spcPts val="600"/>
              </a:spcAft>
              <a:buNone/>
              <a:defRPr sz="2400">
                <a:latin typeface="GT Sectra Fine Rg" panose="00000500000000000000" pitchFamily="50" charset="0"/>
              </a:defRPr>
            </a:lvl3pPr>
            <a:lvl4pPr marL="0" indent="0">
              <a:spcAft>
                <a:spcPts val="600"/>
              </a:spcAft>
              <a:buNone/>
              <a:defRPr sz="2400">
                <a:latin typeface="GT Sectra Fine Rg" panose="00000500000000000000" pitchFamily="50" charset="0"/>
              </a:defRPr>
            </a:lvl4pPr>
            <a:lvl5pPr marL="0" indent="0">
              <a:spcAft>
                <a:spcPts val="600"/>
              </a:spcAft>
              <a:buNone/>
              <a:defRPr sz="2400">
                <a:latin typeface="GT Sectra Fine Rg" panose="00000500000000000000" pitchFamily="50" charset="0"/>
              </a:defRPr>
            </a:lvl5pPr>
          </a:lstStyle>
          <a:p>
            <a:pPr lvl="0"/>
            <a:r>
              <a:rPr lang="en-GB"/>
              <a:t>Place subtitle here in </a:t>
            </a:r>
            <a:r>
              <a:rPr lang="en-GB" err="1"/>
              <a:t>Graphik</a:t>
            </a:r>
            <a:r>
              <a:rPr lang="en-GB"/>
              <a:t> regular</a:t>
            </a:r>
            <a:endParaRPr lang="en-US"/>
          </a:p>
        </p:txBody>
      </p:sp>
      <p:sp>
        <p:nvSpPr>
          <p:cNvPr id="3" name="Text Placeholder 8">
            <a:extLst>
              <a:ext uri="{FF2B5EF4-FFF2-40B4-BE49-F238E27FC236}">
                <a16:creationId xmlns:a16="http://schemas.microsoft.com/office/drawing/2014/main" id="{2823CF50-4615-0652-00EC-47F06086B36E}"/>
              </a:ext>
            </a:extLst>
          </p:cNvPr>
          <p:cNvSpPr>
            <a:spLocks noGrp="1"/>
          </p:cNvSpPr>
          <p:nvPr>
            <p:ph type="body" sz="quarter" idx="11" hasCustomPrompt="1"/>
          </p:nvPr>
        </p:nvSpPr>
        <p:spPr>
          <a:xfrm>
            <a:off x="574352" y="2576447"/>
            <a:ext cx="1150956" cy="1231106"/>
          </a:xfrm>
        </p:spPr>
        <p:txBody>
          <a:bodyPr wrap="none" anchor="b">
            <a:spAutoFit/>
          </a:bodyPr>
          <a:lstStyle>
            <a:lvl1pPr>
              <a:defRPr sz="8000">
                <a:latin typeface="+mj-lt"/>
              </a:defRPr>
            </a:lvl1pPr>
          </a:lstStyle>
          <a:p>
            <a:pPr lvl="0"/>
            <a:r>
              <a:rPr lang="pt-BR"/>
              <a:t>##</a:t>
            </a:r>
            <a:endParaRPr lang="en-AR"/>
          </a:p>
        </p:txBody>
      </p:sp>
    </p:spTree>
    <p:extLst>
      <p:ext uri="{BB962C8B-B14F-4D97-AF65-F5344CB8AC3E}">
        <p14:creationId xmlns:p14="http://schemas.microsoft.com/office/powerpoint/2010/main" val="3765010527"/>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Content: title only">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E215616-27C6-76EE-5488-166BFD01211E}"/>
              </a:ext>
            </a:extLst>
          </p:cNvPr>
          <p:cNvSpPr>
            <a:spLocks noGrp="1"/>
          </p:cNvSpPr>
          <p:nvPr>
            <p:ph type="title"/>
          </p:nvPr>
        </p:nvSpPr>
        <p:spPr>
          <a:xfrm>
            <a:off x="556467" y="572600"/>
            <a:ext cx="11084672" cy="393954"/>
          </a:xfrm>
        </p:spPr>
        <p:txBody>
          <a:bodyPr/>
          <a:lstStyle/>
          <a:p>
            <a:r>
              <a:rPr lang="en-GB"/>
              <a:t>Click to edit Master title style</a:t>
            </a:r>
            <a:endParaRPr lang="en-US"/>
          </a:p>
        </p:txBody>
      </p:sp>
    </p:spTree>
    <p:extLst>
      <p:ext uri="{BB962C8B-B14F-4D97-AF65-F5344CB8AC3E}">
        <p14:creationId xmlns:p14="http://schemas.microsoft.com/office/powerpoint/2010/main" val="260756423"/>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Content: title only dark mode">
    <p:bg>
      <p:bgRef idx="1001">
        <a:schemeClr val="bg1"/>
      </p:bgRef>
    </p:bg>
    <p:spTree>
      <p:nvGrpSpPr>
        <p:cNvPr id="1" name=""/>
        <p:cNvGrpSpPr/>
        <p:nvPr/>
      </p:nvGrpSpPr>
      <p:grpSpPr>
        <a:xfrm>
          <a:off x="0" y="0"/>
          <a:ext cx="0" cy="0"/>
          <a:chOff x="0" y="0"/>
          <a:chExt cx="0" cy="0"/>
        </a:xfrm>
      </p:grpSpPr>
      <p:sp>
        <p:nvSpPr>
          <p:cNvPr id="5" name="GTS_WH">
            <a:extLst>
              <a:ext uri="{FF2B5EF4-FFF2-40B4-BE49-F238E27FC236}">
                <a16:creationId xmlns:a16="http://schemas.microsoft.com/office/drawing/2014/main" id="{5B94EC14-19BD-4059-DC76-FAB415316C6A}"/>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
        <p:nvSpPr>
          <p:cNvPr id="7" name="Title 2">
            <a:extLst>
              <a:ext uri="{FF2B5EF4-FFF2-40B4-BE49-F238E27FC236}">
                <a16:creationId xmlns:a16="http://schemas.microsoft.com/office/drawing/2014/main" id="{A7088337-B770-9033-B18E-F20E290B6743}"/>
              </a:ext>
            </a:extLst>
          </p:cNvPr>
          <p:cNvSpPr>
            <a:spLocks noGrp="1"/>
          </p:cNvSpPr>
          <p:nvPr>
            <p:ph type="title"/>
          </p:nvPr>
        </p:nvSpPr>
        <p:spPr>
          <a:xfrm>
            <a:off x="556467" y="572600"/>
            <a:ext cx="11084672" cy="393954"/>
          </a:xfrm>
        </p:spPr>
        <p:txBody>
          <a:bodyPr/>
          <a:lstStyle/>
          <a:p>
            <a:r>
              <a:rPr lang="en-GB"/>
              <a:t>Click to edit Master title style</a:t>
            </a:r>
            <a:endParaRPr lang="en-US"/>
          </a:p>
        </p:txBody>
      </p:sp>
    </p:spTree>
    <p:extLst>
      <p:ext uri="{BB962C8B-B14F-4D97-AF65-F5344CB8AC3E}">
        <p14:creationId xmlns:p14="http://schemas.microsoft.com/office/powerpoint/2010/main" val="4135540473"/>
      </p:ext>
    </p:extLst>
  </p:cSld>
  <p:clrMapOvr>
    <a:overrideClrMapping bg1="dk1" tx1="lt1" bg2="dk2" tx2="lt2" accent1="accent1" accent2="accent2" accent3="accent3" accent4="accent4" accent5="accent5" accent6="accent6" hlink="hlink" folHlink="folHlink"/>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Content: numbered bullets dark mode ">
    <p:bg>
      <p:bgRef idx="1001">
        <a:schemeClr val="bg1"/>
      </p:bgRef>
    </p:bg>
    <p:spTree>
      <p:nvGrpSpPr>
        <p:cNvPr id="1" name=""/>
        <p:cNvGrpSpPr/>
        <p:nvPr/>
      </p:nvGrpSpPr>
      <p:grpSpPr>
        <a:xfrm>
          <a:off x="0" y="0"/>
          <a:ext cx="0" cy="0"/>
          <a:chOff x="0" y="0"/>
          <a:chExt cx="0" cy="0"/>
        </a:xfrm>
      </p:grpSpPr>
      <p:sp>
        <p:nvSpPr>
          <p:cNvPr id="5" name="GTS_WH">
            <a:extLst>
              <a:ext uri="{FF2B5EF4-FFF2-40B4-BE49-F238E27FC236}">
                <a16:creationId xmlns:a16="http://schemas.microsoft.com/office/drawing/2014/main" id="{5B94EC14-19BD-4059-DC76-FAB415316C6A}"/>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solidFill>
                <a:schemeClr val="accent5"/>
              </a:solidFill>
              <a:latin typeface="Graphik" panose="020B0503030202060203" pitchFamily="34" charset="77"/>
            </a:endParaRPr>
          </a:p>
        </p:txBody>
      </p:sp>
      <p:sp>
        <p:nvSpPr>
          <p:cNvPr id="7" name="Title 2">
            <a:extLst>
              <a:ext uri="{FF2B5EF4-FFF2-40B4-BE49-F238E27FC236}">
                <a16:creationId xmlns:a16="http://schemas.microsoft.com/office/drawing/2014/main" id="{A7088337-B770-9033-B18E-F20E290B6743}"/>
              </a:ext>
            </a:extLst>
          </p:cNvPr>
          <p:cNvSpPr>
            <a:spLocks noGrp="1"/>
          </p:cNvSpPr>
          <p:nvPr>
            <p:ph type="title"/>
          </p:nvPr>
        </p:nvSpPr>
        <p:spPr>
          <a:xfrm>
            <a:off x="556467" y="572600"/>
            <a:ext cx="11084672" cy="393954"/>
          </a:xfrm>
        </p:spPr>
        <p:txBody>
          <a:bodyPr/>
          <a:lstStyle/>
          <a:p>
            <a:r>
              <a:rPr lang="en-GB"/>
              <a:t>Click to edit Master title style</a:t>
            </a:r>
            <a:endParaRPr lang="en-US"/>
          </a:p>
        </p:txBody>
      </p:sp>
      <p:sp>
        <p:nvSpPr>
          <p:cNvPr id="20" name="Text Placeholder 4">
            <a:extLst>
              <a:ext uri="{FF2B5EF4-FFF2-40B4-BE49-F238E27FC236}">
                <a16:creationId xmlns:a16="http://schemas.microsoft.com/office/drawing/2014/main" id="{B399DA3F-4572-D252-06D8-F77FDA3E4F31}"/>
              </a:ext>
            </a:extLst>
          </p:cNvPr>
          <p:cNvSpPr>
            <a:spLocks noGrp="1"/>
          </p:cNvSpPr>
          <p:nvPr>
            <p:ph type="body" sz="quarter" idx="16" hasCustomPrompt="1"/>
          </p:nvPr>
        </p:nvSpPr>
        <p:spPr>
          <a:xfrm>
            <a:off x="1968842" y="1866147"/>
            <a:ext cx="3226642" cy="485340"/>
          </a:xfrm>
          <a:prstGeom prst="rect">
            <a:avLst/>
          </a:prstGeom>
        </p:spPr>
        <p:txBody>
          <a:bodyPr anchor="t"/>
          <a:lstStyle>
            <a:lvl1pPr>
              <a:spcAft>
                <a:spcPts val="0"/>
              </a:spcAft>
              <a:buNone/>
              <a:defRPr lang="en-US" sz="1200" kern="1200" dirty="0">
                <a:solidFill>
                  <a:schemeClr val="tx1"/>
                </a:solidFill>
                <a:latin typeface="Graphik" panose="020B0503030202060203" pitchFamily="34" charset="77"/>
                <a:ea typeface="+mn-ea"/>
                <a:cs typeface="+mn-cs"/>
              </a:defRPr>
            </a:lvl1pPr>
          </a:lstStyle>
          <a:p>
            <a:pPr lvl="0"/>
            <a:r>
              <a:rPr lang="en-GB"/>
              <a:t>Insert text here</a:t>
            </a:r>
            <a:endParaRPr lang="en-US"/>
          </a:p>
        </p:txBody>
      </p:sp>
      <p:sp>
        <p:nvSpPr>
          <p:cNvPr id="21" name="Text Placeholder 9">
            <a:extLst>
              <a:ext uri="{FF2B5EF4-FFF2-40B4-BE49-F238E27FC236}">
                <a16:creationId xmlns:a16="http://schemas.microsoft.com/office/drawing/2014/main" id="{6325E3FE-E322-E468-99F4-AB54161673A1}"/>
              </a:ext>
            </a:extLst>
          </p:cNvPr>
          <p:cNvSpPr>
            <a:spLocks noGrp="1"/>
          </p:cNvSpPr>
          <p:nvPr>
            <p:ph type="body" sz="quarter" idx="32" hasCustomPrompt="1"/>
          </p:nvPr>
        </p:nvSpPr>
        <p:spPr>
          <a:xfrm>
            <a:off x="557213" y="1866147"/>
            <a:ext cx="1163099" cy="393954"/>
          </a:xfrm>
        </p:spPr>
        <p:txBody>
          <a:bodyPr/>
          <a:lstStyle>
            <a:lvl1pPr>
              <a:defRPr lang="en-AR" sz="1600" b="1" kern="1200" dirty="0">
                <a:solidFill>
                  <a:schemeClr val="accent2"/>
                </a:solidFill>
                <a:latin typeface="Graphik Semibold" panose="020B0503030202060203" pitchFamily="34" charset="77"/>
                <a:ea typeface="+mn-ea"/>
                <a:cs typeface="+mn-cs"/>
              </a:defRPr>
            </a:lvl1pPr>
          </a:lstStyle>
          <a:p>
            <a:pPr lvl="0"/>
            <a:r>
              <a:rPr lang="en-AR"/>
              <a:t>##</a:t>
            </a:r>
          </a:p>
        </p:txBody>
      </p:sp>
      <p:sp>
        <p:nvSpPr>
          <p:cNvPr id="22" name="Text Placeholder 4">
            <a:extLst>
              <a:ext uri="{FF2B5EF4-FFF2-40B4-BE49-F238E27FC236}">
                <a16:creationId xmlns:a16="http://schemas.microsoft.com/office/drawing/2014/main" id="{05F341DC-1615-BF26-3E11-E7C93BBCA3BD}"/>
              </a:ext>
            </a:extLst>
          </p:cNvPr>
          <p:cNvSpPr>
            <a:spLocks noGrp="1"/>
          </p:cNvSpPr>
          <p:nvPr>
            <p:ph type="body" sz="quarter" idx="33" hasCustomPrompt="1"/>
          </p:nvPr>
        </p:nvSpPr>
        <p:spPr>
          <a:xfrm>
            <a:off x="7765208" y="1866147"/>
            <a:ext cx="3226642" cy="485340"/>
          </a:xfrm>
          <a:prstGeom prst="rect">
            <a:avLst/>
          </a:prstGeom>
        </p:spPr>
        <p:txBody>
          <a:bodyPr anchor="t"/>
          <a:lstStyle>
            <a:lvl1pPr>
              <a:spcAft>
                <a:spcPts val="0"/>
              </a:spcAft>
              <a:buNone/>
              <a:defRPr lang="en-US" sz="1200" kern="1200" dirty="0">
                <a:solidFill>
                  <a:schemeClr val="tx1"/>
                </a:solidFill>
                <a:latin typeface="Graphik" panose="020B0503030202060203" pitchFamily="34" charset="77"/>
                <a:ea typeface="+mn-ea"/>
                <a:cs typeface="+mn-cs"/>
              </a:defRPr>
            </a:lvl1pPr>
          </a:lstStyle>
          <a:p>
            <a:pPr lvl="0"/>
            <a:r>
              <a:rPr lang="en-GB"/>
              <a:t>Insert text here</a:t>
            </a:r>
            <a:endParaRPr lang="en-US"/>
          </a:p>
        </p:txBody>
      </p:sp>
      <p:sp>
        <p:nvSpPr>
          <p:cNvPr id="23" name="Text Placeholder 9">
            <a:extLst>
              <a:ext uri="{FF2B5EF4-FFF2-40B4-BE49-F238E27FC236}">
                <a16:creationId xmlns:a16="http://schemas.microsoft.com/office/drawing/2014/main" id="{346A6073-19DD-BFEA-265B-416448C27FF5}"/>
              </a:ext>
            </a:extLst>
          </p:cNvPr>
          <p:cNvSpPr>
            <a:spLocks noGrp="1"/>
          </p:cNvSpPr>
          <p:nvPr>
            <p:ph type="body" sz="quarter" idx="34" hasCustomPrompt="1"/>
          </p:nvPr>
        </p:nvSpPr>
        <p:spPr>
          <a:xfrm>
            <a:off x="6353579" y="1866147"/>
            <a:ext cx="1163099" cy="393954"/>
          </a:xfrm>
        </p:spPr>
        <p:txBody>
          <a:bodyPr/>
          <a:lstStyle>
            <a:lvl1pPr>
              <a:defRPr lang="en-AR" sz="1600" b="1" kern="1200" dirty="0">
                <a:solidFill>
                  <a:schemeClr val="accent2"/>
                </a:solidFill>
                <a:latin typeface="Graphik Semibold" panose="020B0503030202060203" pitchFamily="34" charset="77"/>
                <a:ea typeface="+mn-ea"/>
                <a:cs typeface="+mn-cs"/>
              </a:defRPr>
            </a:lvl1pPr>
          </a:lstStyle>
          <a:p>
            <a:pPr lvl="0"/>
            <a:r>
              <a:rPr lang="en-AR"/>
              <a:t>##</a:t>
            </a:r>
          </a:p>
        </p:txBody>
      </p:sp>
      <p:sp>
        <p:nvSpPr>
          <p:cNvPr id="24" name="Text Placeholder 4">
            <a:extLst>
              <a:ext uri="{FF2B5EF4-FFF2-40B4-BE49-F238E27FC236}">
                <a16:creationId xmlns:a16="http://schemas.microsoft.com/office/drawing/2014/main" id="{CC817BB1-741A-B4D2-8998-7808F772A725}"/>
              </a:ext>
            </a:extLst>
          </p:cNvPr>
          <p:cNvSpPr>
            <a:spLocks noGrp="1"/>
          </p:cNvSpPr>
          <p:nvPr>
            <p:ph type="body" sz="quarter" idx="35" hasCustomPrompt="1"/>
          </p:nvPr>
        </p:nvSpPr>
        <p:spPr>
          <a:xfrm>
            <a:off x="1968842" y="2917024"/>
            <a:ext cx="3226642" cy="485340"/>
          </a:xfrm>
          <a:prstGeom prst="rect">
            <a:avLst/>
          </a:prstGeom>
        </p:spPr>
        <p:txBody>
          <a:bodyPr anchor="t"/>
          <a:lstStyle>
            <a:lvl1pPr>
              <a:spcAft>
                <a:spcPts val="0"/>
              </a:spcAft>
              <a:buNone/>
              <a:defRPr lang="en-US" sz="1200" kern="1200" dirty="0">
                <a:solidFill>
                  <a:schemeClr val="tx1"/>
                </a:solidFill>
                <a:latin typeface="Graphik" panose="020B0503030202060203" pitchFamily="34" charset="77"/>
                <a:ea typeface="+mn-ea"/>
                <a:cs typeface="+mn-cs"/>
              </a:defRPr>
            </a:lvl1pPr>
          </a:lstStyle>
          <a:p>
            <a:pPr lvl="0"/>
            <a:r>
              <a:rPr lang="en-GB"/>
              <a:t>Insert text here</a:t>
            </a:r>
            <a:endParaRPr lang="en-US"/>
          </a:p>
        </p:txBody>
      </p:sp>
      <p:sp>
        <p:nvSpPr>
          <p:cNvPr id="25" name="Text Placeholder 9">
            <a:extLst>
              <a:ext uri="{FF2B5EF4-FFF2-40B4-BE49-F238E27FC236}">
                <a16:creationId xmlns:a16="http://schemas.microsoft.com/office/drawing/2014/main" id="{81E65BC6-F788-3A86-EAB2-5E9C6AA562A6}"/>
              </a:ext>
            </a:extLst>
          </p:cNvPr>
          <p:cNvSpPr>
            <a:spLocks noGrp="1"/>
          </p:cNvSpPr>
          <p:nvPr>
            <p:ph type="body" sz="quarter" idx="36" hasCustomPrompt="1"/>
          </p:nvPr>
        </p:nvSpPr>
        <p:spPr>
          <a:xfrm>
            <a:off x="557213" y="2917024"/>
            <a:ext cx="1163099" cy="393954"/>
          </a:xfrm>
        </p:spPr>
        <p:txBody>
          <a:bodyPr/>
          <a:lstStyle>
            <a:lvl1pPr>
              <a:defRPr lang="en-AR" sz="1600" b="1" kern="1200" dirty="0">
                <a:solidFill>
                  <a:schemeClr val="accent2"/>
                </a:solidFill>
                <a:latin typeface="Graphik Semibold" panose="020B0503030202060203" pitchFamily="34" charset="77"/>
                <a:ea typeface="+mn-ea"/>
                <a:cs typeface="+mn-cs"/>
              </a:defRPr>
            </a:lvl1pPr>
          </a:lstStyle>
          <a:p>
            <a:pPr lvl="0"/>
            <a:r>
              <a:rPr lang="en-AR"/>
              <a:t>##</a:t>
            </a:r>
          </a:p>
        </p:txBody>
      </p:sp>
      <p:sp>
        <p:nvSpPr>
          <p:cNvPr id="26" name="Text Placeholder 4">
            <a:extLst>
              <a:ext uri="{FF2B5EF4-FFF2-40B4-BE49-F238E27FC236}">
                <a16:creationId xmlns:a16="http://schemas.microsoft.com/office/drawing/2014/main" id="{78A59011-034B-A4E1-6C3C-7B8CC2C9083E}"/>
              </a:ext>
            </a:extLst>
          </p:cNvPr>
          <p:cNvSpPr>
            <a:spLocks noGrp="1"/>
          </p:cNvSpPr>
          <p:nvPr>
            <p:ph type="body" sz="quarter" idx="37" hasCustomPrompt="1"/>
          </p:nvPr>
        </p:nvSpPr>
        <p:spPr>
          <a:xfrm>
            <a:off x="7765208" y="2917024"/>
            <a:ext cx="3226642" cy="485340"/>
          </a:xfrm>
          <a:prstGeom prst="rect">
            <a:avLst/>
          </a:prstGeom>
        </p:spPr>
        <p:txBody>
          <a:bodyPr anchor="t"/>
          <a:lstStyle>
            <a:lvl1pPr>
              <a:spcAft>
                <a:spcPts val="0"/>
              </a:spcAft>
              <a:buNone/>
              <a:defRPr lang="en-US" sz="1200" kern="1200" dirty="0">
                <a:solidFill>
                  <a:schemeClr val="tx1"/>
                </a:solidFill>
                <a:latin typeface="Graphik" panose="020B0503030202060203" pitchFamily="34" charset="77"/>
                <a:ea typeface="+mn-ea"/>
                <a:cs typeface="+mn-cs"/>
              </a:defRPr>
            </a:lvl1pPr>
          </a:lstStyle>
          <a:p>
            <a:pPr lvl="0"/>
            <a:r>
              <a:rPr lang="en-GB"/>
              <a:t>Insert text here</a:t>
            </a:r>
            <a:endParaRPr lang="en-US"/>
          </a:p>
        </p:txBody>
      </p:sp>
      <p:sp>
        <p:nvSpPr>
          <p:cNvPr id="27" name="Text Placeholder 9">
            <a:extLst>
              <a:ext uri="{FF2B5EF4-FFF2-40B4-BE49-F238E27FC236}">
                <a16:creationId xmlns:a16="http://schemas.microsoft.com/office/drawing/2014/main" id="{2995DA47-C5B7-57CE-BB2F-D8DF22C66EEB}"/>
              </a:ext>
            </a:extLst>
          </p:cNvPr>
          <p:cNvSpPr>
            <a:spLocks noGrp="1"/>
          </p:cNvSpPr>
          <p:nvPr>
            <p:ph type="body" sz="quarter" idx="38" hasCustomPrompt="1"/>
          </p:nvPr>
        </p:nvSpPr>
        <p:spPr>
          <a:xfrm>
            <a:off x="6353579" y="2917024"/>
            <a:ext cx="1163099" cy="393954"/>
          </a:xfrm>
        </p:spPr>
        <p:txBody>
          <a:bodyPr/>
          <a:lstStyle>
            <a:lvl1pPr>
              <a:defRPr lang="en-AR" sz="1600" b="1" kern="1200" dirty="0">
                <a:solidFill>
                  <a:schemeClr val="accent2"/>
                </a:solidFill>
                <a:latin typeface="Graphik Semibold" panose="020B0503030202060203" pitchFamily="34" charset="77"/>
                <a:ea typeface="+mn-ea"/>
                <a:cs typeface="+mn-cs"/>
              </a:defRPr>
            </a:lvl1pPr>
          </a:lstStyle>
          <a:p>
            <a:pPr lvl="0"/>
            <a:r>
              <a:rPr lang="en-AR"/>
              <a:t>##</a:t>
            </a:r>
          </a:p>
        </p:txBody>
      </p:sp>
      <p:sp>
        <p:nvSpPr>
          <p:cNvPr id="28" name="Text Placeholder 4">
            <a:extLst>
              <a:ext uri="{FF2B5EF4-FFF2-40B4-BE49-F238E27FC236}">
                <a16:creationId xmlns:a16="http://schemas.microsoft.com/office/drawing/2014/main" id="{3791AE70-D198-977B-3194-D99863B9AF2E}"/>
              </a:ext>
            </a:extLst>
          </p:cNvPr>
          <p:cNvSpPr>
            <a:spLocks noGrp="1"/>
          </p:cNvSpPr>
          <p:nvPr>
            <p:ph type="body" sz="quarter" idx="43" hasCustomPrompt="1"/>
          </p:nvPr>
        </p:nvSpPr>
        <p:spPr>
          <a:xfrm>
            <a:off x="1968842" y="3967901"/>
            <a:ext cx="3226642" cy="485340"/>
          </a:xfrm>
          <a:prstGeom prst="rect">
            <a:avLst/>
          </a:prstGeom>
        </p:spPr>
        <p:txBody>
          <a:bodyPr anchor="t"/>
          <a:lstStyle>
            <a:lvl1pPr>
              <a:spcAft>
                <a:spcPts val="0"/>
              </a:spcAft>
              <a:buNone/>
              <a:defRPr lang="en-US" sz="1200" kern="1200" dirty="0">
                <a:solidFill>
                  <a:schemeClr val="tx1"/>
                </a:solidFill>
                <a:latin typeface="Graphik" panose="020B0503030202060203" pitchFamily="34" charset="77"/>
                <a:ea typeface="+mn-ea"/>
                <a:cs typeface="+mn-cs"/>
              </a:defRPr>
            </a:lvl1pPr>
          </a:lstStyle>
          <a:p>
            <a:pPr lvl="0"/>
            <a:r>
              <a:rPr lang="en-GB"/>
              <a:t>Insert text here</a:t>
            </a:r>
            <a:endParaRPr lang="en-US"/>
          </a:p>
        </p:txBody>
      </p:sp>
      <p:sp>
        <p:nvSpPr>
          <p:cNvPr id="29" name="Text Placeholder 9">
            <a:extLst>
              <a:ext uri="{FF2B5EF4-FFF2-40B4-BE49-F238E27FC236}">
                <a16:creationId xmlns:a16="http://schemas.microsoft.com/office/drawing/2014/main" id="{55334FA3-2E0A-0615-2560-B2DC41B4690C}"/>
              </a:ext>
            </a:extLst>
          </p:cNvPr>
          <p:cNvSpPr>
            <a:spLocks noGrp="1"/>
          </p:cNvSpPr>
          <p:nvPr>
            <p:ph type="body" sz="quarter" idx="44" hasCustomPrompt="1"/>
          </p:nvPr>
        </p:nvSpPr>
        <p:spPr>
          <a:xfrm>
            <a:off x="557213" y="3967901"/>
            <a:ext cx="1163099" cy="393954"/>
          </a:xfrm>
        </p:spPr>
        <p:txBody>
          <a:bodyPr/>
          <a:lstStyle>
            <a:lvl1pPr>
              <a:defRPr lang="en-AR" sz="1600" b="1" kern="1200" dirty="0">
                <a:solidFill>
                  <a:schemeClr val="accent2"/>
                </a:solidFill>
                <a:latin typeface="Graphik Semibold" panose="020B0503030202060203" pitchFamily="34" charset="77"/>
                <a:ea typeface="+mn-ea"/>
                <a:cs typeface="+mn-cs"/>
              </a:defRPr>
            </a:lvl1pPr>
          </a:lstStyle>
          <a:p>
            <a:pPr lvl="0"/>
            <a:r>
              <a:rPr lang="en-AR"/>
              <a:t>##</a:t>
            </a:r>
          </a:p>
        </p:txBody>
      </p:sp>
      <p:sp>
        <p:nvSpPr>
          <p:cNvPr id="30" name="Text Placeholder 4">
            <a:extLst>
              <a:ext uri="{FF2B5EF4-FFF2-40B4-BE49-F238E27FC236}">
                <a16:creationId xmlns:a16="http://schemas.microsoft.com/office/drawing/2014/main" id="{5F5DE397-D6A0-D7D6-85BF-7FE7AFED826E}"/>
              </a:ext>
            </a:extLst>
          </p:cNvPr>
          <p:cNvSpPr>
            <a:spLocks noGrp="1"/>
          </p:cNvSpPr>
          <p:nvPr>
            <p:ph type="body" sz="quarter" idx="45" hasCustomPrompt="1"/>
          </p:nvPr>
        </p:nvSpPr>
        <p:spPr>
          <a:xfrm>
            <a:off x="7765208" y="3967901"/>
            <a:ext cx="3226642" cy="485340"/>
          </a:xfrm>
          <a:prstGeom prst="rect">
            <a:avLst/>
          </a:prstGeom>
        </p:spPr>
        <p:txBody>
          <a:bodyPr anchor="t"/>
          <a:lstStyle>
            <a:lvl1pPr>
              <a:spcAft>
                <a:spcPts val="0"/>
              </a:spcAft>
              <a:buNone/>
              <a:defRPr lang="en-US" sz="1200" kern="1200" dirty="0">
                <a:solidFill>
                  <a:schemeClr val="tx1"/>
                </a:solidFill>
                <a:latin typeface="Graphik" panose="020B0503030202060203" pitchFamily="34" charset="77"/>
                <a:ea typeface="+mn-ea"/>
                <a:cs typeface="+mn-cs"/>
              </a:defRPr>
            </a:lvl1pPr>
          </a:lstStyle>
          <a:p>
            <a:pPr lvl="0"/>
            <a:r>
              <a:rPr lang="en-GB"/>
              <a:t>Insert text here</a:t>
            </a:r>
            <a:endParaRPr lang="en-US"/>
          </a:p>
        </p:txBody>
      </p:sp>
      <p:sp>
        <p:nvSpPr>
          <p:cNvPr id="31" name="Text Placeholder 9">
            <a:extLst>
              <a:ext uri="{FF2B5EF4-FFF2-40B4-BE49-F238E27FC236}">
                <a16:creationId xmlns:a16="http://schemas.microsoft.com/office/drawing/2014/main" id="{E93286B5-3D1C-B060-1798-83F5D175BF03}"/>
              </a:ext>
            </a:extLst>
          </p:cNvPr>
          <p:cNvSpPr>
            <a:spLocks noGrp="1"/>
          </p:cNvSpPr>
          <p:nvPr>
            <p:ph type="body" sz="quarter" idx="46" hasCustomPrompt="1"/>
          </p:nvPr>
        </p:nvSpPr>
        <p:spPr>
          <a:xfrm>
            <a:off x="6353579" y="3967901"/>
            <a:ext cx="1163099" cy="393954"/>
          </a:xfrm>
        </p:spPr>
        <p:txBody>
          <a:bodyPr/>
          <a:lstStyle>
            <a:lvl1pPr>
              <a:defRPr lang="en-AR" sz="1600" b="1" kern="1200" dirty="0">
                <a:solidFill>
                  <a:schemeClr val="accent2"/>
                </a:solidFill>
                <a:latin typeface="Graphik Semibold" panose="020B0503030202060203" pitchFamily="34" charset="77"/>
                <a:ea typeface="+mn-ea"/>
                <a:cs typeface="+mn-cs"/>
              </a:defRPr>
            </a:lvl1pPr>
          </a:lstStyle>
          <a:p>
            <a:pPr lvl="0"/>
            <a:r>
              <a:rPr lang="en-AR"/>
              <a:t>##</a:t>
            </a:r>
          </a:p>
        </p:txBody>
      </p:sp>
      <p:sp>
        <p:nvSpPr>
          <p:cNvPr id="32" name="Text Placeholder 4">
            <a:extLst>
              <a:ext uri="{FF2B5EF4-FFF2-40B4-BE49-F238E27FC236}">
                <a16:creationId xmlns:a16="http://schemas.microsoft.com/office/drawing/2014/main" id="{B84C73AF-390F-770C-CE5B-5193037C14B1}"/>
              </a:ext>
            </a:extLst>
          </p:cNvPr>
          <p:cNvSpPr>
            <a:spLocks noGrp="1"/>
          </p:cNvSpPr>
          <p:nvPr>
            <p:ph type="body" sz="quarter" idx="51" hasCustomPrompt="1"/>
          </p:nvPr>
        </p:nvSpPr>
        <p:spPr>
          <a:xfrm>
            <a:off x="1968842" y="5021786"/>
            <a:ext cx="3226642" cy="485340"/>
          </a:xfrm>
          <a:prstGeom prst="rect">
            <a:avLst/>
          </a:prstGeom>
        </p:spPr>
        <p:txBody>
          <a:bodyPr anchor="t"/>
          <a:lstStyle>
            <a:lvl1pPr>
              <a:spcAft>
                <a:spcPts val="0"/>
              </a:spcAft>
              <a:buNone/>
              <a:defRPr lang="en-US" sz="1200" kern="1200" dirty="0">
                <a:solidFill>
                  <a:schemeClr val="tx1"/>
                </a:solidFill>
                <a:latin typeface="Graphik" panose="020B0503030202060203" pitchFamily="34" charset="77"/>
                <a:ea typeface="+mn-ea"/>
                <a:cs typeface="+mn-cs"/>
              </a:defRPr>
            </a:lvl1pPr>
          </a:lstStyle>
          <a:p>
            <a:pPr lvl="0"/>
            <a:r>
              <a:rPr lang="en-GB"/>
              <a:t>Insert text here</a:t>
            </a:r>
            <a:endParaRPr lang="en-US"/>
          </a:p>
        </p:txBody>
      </p:sp>
      <p:sp>
        <p:nvSpPr>
          <p:cNvPr id="33" name="Text Placeholder 9">
            <a:extLst>
              <a:ext uri="{FF2B5EF4-FFF2-40B4-BE49-F238E27FC236}">
                <a16:creationId xmlns:a16="http://schemas.microsoft.com/office/drawing/2014/main" id="{C7D3162B-A725-7B11-308B-B829F919CAF0}"/>
              </a:ext>
            </a:extLst>
          </p:cNvPr>
          <p:cNvSpPr>
            <a:spLocks noGrp="1"/>
          </p:cNvSpPr>
          <p:nvPr>
            <p:ph type="body" sz="quarter" idx="52" hasCustomPrompt="1"/>
          </p:nvPr>
        </p:nvSpPr>
        <p:spPr>
          <a:xfrm>
            <a:off x="557213" y="5021786"/>
            <a:ext cx="1163099" cy="393954"/>
          </a:xfrm>
        </p:spPr>
        <p:txBody>
          <a:bodyPr/>
          <a:lstStyle>
            <a:lvl1pPr>
              <a:defRPr lang="en-AR" sz="1600" b="1" kern="1200" dirty="0">
                <a:solidFill>
                  <a:schemeClr val="accent2"/>
                </a:solidFill>
                <a:latin typeface="Graphik Semibold" panose="020B0503030202060203" pitchFamily="34" charset="77"/>
                <a:ea typeface="+mn-ea"/>
                <a:cs typeface="+mn-cs"/>
              </a:defRPr>
            </a:lvl1pPr>
          </a:lstStyle>
          <a:p>
            <a:pPr lvl="0"/>
            <a:r>
              <a:rPr lang="en-AR"/>
              <a:t>##</a:t>
            </a:r>
          </a:p>
        </p:txBody>
      </p:sp>
      <p:sp>
        <p:nvSpPr>
          <p:cNvPr id="34" name="Text Placeholder 4">
            <a:extLst>
              <a:ext uri="{FF2B5EF4-FFF2-40B4-BE49-F238E27FC236}">
                <a16:creationId xmlns:a16="http://schemas.microsoft.com/office/drawing/2014/main" id="{F1036F6C-1EB0-4671-DED0-7D383AB6A059}"/>
              </a:ext>
            </a:extLst>
          </p:cNvPr>
          <p:cNvSpPr>
            <a:spLocks noGrp="1"/>
          </p:cNvSpPr>
          <p:nvPr>
            <p:ph type="body" sz="quarter" idx="53" hasCustomPrompt="1"/>
          </p:nvPr>
        </p:nvSpPr>
        <p:spPr>
          <a:xfrm>
            <a:off x="7765208" y="5021786"/>
            <a:ext cx="3226642" cy="485340"/>
          </a:xfrm>
          <a:prstGeom prst="rect">
            <a:avLst/>
          </a:prstGeom>
        </p:spPr>
        <p:txBody>
          <a:bodyPr anchor="t"/>
          <a:lstStyle>
            <a:lvl1pPr>
              <a:spcAft>
                <a:spcPts val="0"/>
              </a:spcAft>
              <a:buNone/>
              <a:defRPr lang="en-US" sz="1200" kern="1200" dirty="0">
                <a:solidFill>
                  <a:schemeClr val="tx1"/>
                </a:solidFill>
                <a:latin typeface="Graphik" panose="020B0503030202060203" pitchFamily="34" charset="77"/>
                <a:ea typeface="+mn-ea"/>
                <a:cs typeface="+mn-cs"/>
              </a:defRPr>
            </a:lvl1pPr>
          </a:lstStyle>
          <a:p>
            <a:pPr lvl="0"/>
            <a:r>
              <a:rPr lang="en-GB"/>
              <a:t>Insert text here</a:t>
            </a:r>
            <a:endParaRPr lang="en-US"/>
          </a:p>
        </p:txBody>
      </p:sp>
      <p:sp>
        <p:nvSpPr>
          <p:cNvPr id="35" name="Text Placeholder 9">
            <a:extLst>
              <a:ext uri="{FF2B5EF4-FFF2-40B4-BE49-F238E27FC236}">
                <a16:creationId xmlns:a16="http://schemas.microsoft.com/office/drawing/2014/main" id="{0C635698-D554-679D-6A5E-E4E69ABF662E}"/>
              </a:ext>
            </a:extLst>
          </p:cNvPr>
          <p:cNvSpPr>
            <a:spLocks noGrp="1"/>
          </p:cNvSpPr>
          <p:nvPr>
            <p:ph type="body" sz="quarter" idx="54" hasCustomPrompt="1"/>
          </p:nvPr>
        </p:nvSpPr>
        <p:spPr>
          <a:xfrm>
            <a:off x="6353579" y="5021786"/>
            <a:ext cx="1163099" cy="393954"/>
          </a:xfrm>
        </p:spPr>
        <p:txBody>
          <a:bodyPr/>
          <a:lstStyle>
            <a:lvl1pPr>
              <a:defRPr lang="en-AR" sz="1600" b="1" kern="1200" dirty="0">
                <a:solidFill>
                  <a:schemeClr val="accent2"/>
                </a:solidFill>
                <a:latin typeface="Graphik Semibold" panose="020B0503030202060203" pitchFamily="34" charset="77"/>
                <a:ea typeface="+mn-ea"/>
                <a:cs typeface="+mn-cs"/>
              </a:defRPr>
            </a:lvl1pPr>
          </a:lstStyle>
          <a:p>
            <a:pPr lvl="0"/>
            <a:r>
              <a:rPr lang="en-AR"/>
              <a:t>##</a:t>
            </a:r>
          </a:p>
        </p:txBody>
      </p:sp>
    </p:spTree>
    <p:extLst>
      <p:ext uri="{BB962C8B-B14F-4D97-AF65-F5344CB8AC3E}">
        <p14:creationId xmlns:p14="http://schemas.microsoft.com/office/powerpoint/2010/main" val="3844544960"/>
      </p:ext>
    </p:extLst>
  </p:cSld>
  <p:clrMapOvr>
    <a:overrideClrMapping bg1="dk1" tx1="lt1" bg2="dk2" tx2="lt2" accent1="accent1" accent2="accent2" accent3="accent3" accent4="accent4" accent5="accent5" accent6="accent6" hlink="hlink" folHlink="folHlink"/>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Content: numbered bullets light mode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E215616-27C6-76EE-5488-166BFD01211E}"/>
              </a:ext>
            </a:extLst>
          </p:cNvPr>
          <p:cNvSpPr>
            <a:spLocks noGrp="1"/>
          </p:cNvSpPr>
          <p:nvPr>
            <p:ph type="title"/>
          </p:nvPr>
        </p:nvSpPr>
        <p:spPr>
          <a:xfrm>
            <a:off x="556467" y="572600"/>
            <a:ext cx="11084672" cy="393954"/>
          </a:xfrm>
        </p:spPr>
        <p:txBody>
          <a:bodyPr/>
          <a:lstStyle/>
          <a:p>
            <a:r>
              <a:rPr lang="en-GB"/>
              <a:t>Click to edit Master title style</a:t>
            </a:r>
            <a:endParaRPr lang="en-US"/>
          </a:p>
        </p:txBody>
      </p:sp>
      <p:sp>
        <p:nvSpPr>
          <p:cNvPr id="11" name="Text Placeholder 4">
            <a:extLst>
              <a:ext uri="{FF2B5EF4-FFF2-40B4-BE49-F238E27FC236}">
                <a16:creationId xmlns:a16="http://schemas.microsoft.com/office/drawing/2014/main" id="{77491F38-EA5D-D7B9-CAB2-157B785C367F}"/>
              </a:ext>
            </a:extLst>
          </p:cNvPr>
          <p:cNvSpPr>
            <a:spLocks noGrp="1"/>
          </p:cNvSpPr>
          <p:nvPr>
            <p:ph type="body" sz="quarter" idx="16" hasCustomPrompt="1"/>
          </p:nvPr>
        </p:nvSpPr>
        <p:spPr>
          <a:xfrm>
            <a:off x="1968842" y="1866147"/>
            <a:ext cx="3226642" cy="485340"/>
          </a:xfrm>
          <a:prstGeom prst="rect">
            <a:avLst/>
          </a:prstGeom>
        </p:spPr>
        <p:txBody>
          <a:bodyPr anchor="t"/>
          <a:lstStyle>
            <a:lvl1pPr>
              <a:spcAft>
                <a:spcPts val="0"/>
              </a:spcAft>
              <a:buNone/>
              <a:defRPr lang="en-US" sz="1200" kern="1200" dirty="0">
                <a:solidFill>
                  <a:srgbClr val="000000"/>
                </a:solidFill>
                <a:latin typeface="Graphik" panose="020B0503030202060203" pitchFamily="34" charset="77"/>
                <a:ea typeface="+mn-ea"/>
                <a:cs typeface="+mn-cs"/>
              </a:defRPr>
            </a:lvl1pPr>
          </a:lstStyle>
          <a:p>
            <a:pPr lvl="0"/>
            <a:r>
              <a:rPr lang="en-GB"/>
              <a:t>Insert text here</a:t>
            </a:r>
            <a:endParaRPr lang="en-US"/>
          </a:p>
        </p:txBody>
      </p:sp>
      <p:sp>
        <p:nvSpPr>
          <p:cNvPr id="12" name="Text Placeholder 9">
            <a:extLst>
              <a:ext uri="{FF2B5EF4-FFF2-40B4-BE49-F238E27FC236}">
                <a16:creationId xmlns:a16="http://schemas.microsoft.com/office/drawing/2014/main" id="{62419F48-27CD-9483-1EC7-3FB199CA40D7}"/>
              </a:ext>
            </a:extLst>
          </p:cNvPr>
          <p:cNvSpPr>
            <a:spLocks noGrp="1"/>
          </p:cNvSpPr>
          <p:nvPr>
            <p:ph type="body" sz="quarter" idx="32" hasCustomPrompt="1"/>
          </p:nvPr>
        </p:nvSpPr>
        <p:spPr>
          <a:xfrm>
            <a:off x="557213" y="1866147"/>
            <a:ext cx="1163099" cy="393954"/>
          </a:xfrm>
        </p:spPr>
        <p:txBody>
          <a:bodyPr/>
          <a:lstStyle>
            <a:lvl1pPr>
              <a:defRPr lang="en-AR" sz="1600" b="1" kern="1200" dirty="0">
                <a:solidFill>
                  <a:schemeClr val="bg2"/>
                </a:solidFill>
                <a:latin typeface="Graphik Semibold" panose="020B0503030202060203" pitchFamily="34" charset="77"/>
                <a:ea typeface="+mn-ea"/>
                <a:cs typeface="+mn-cs"/>
              </a:defRPr>
            </a:lvl1pPr>
          </a:lstStyle>
          <a:p>
            <a:pPr lvl="0"/>
            <a:r>
              <a:rPr lang="en-AR"/>
              <a:t>##</a:t>
            </a:r>
          </a:p>
        </p:txBody>
      </p:sp>
      <p:sp>
        <p:nvSpPr>
          <p:cNvPr id="15" name="Text Placeholder 4">
            <a:extLst>
              <a:ext uri="{FF2B5EF4-FFF2-40B4-BE49-F238E27FC236}">
                <a16:creationId xmlns:a16="http://schemas.microsoft.com/office/drawing/2014/main" id="{08345CBF-50C2-FB65-17ED-3D6DA4271AC9}"/>
              </a:ext>
            </a:extLst>
          </p:cNvPr>
          <p:cNvSpPr>
            <a:spLocks noGrp="1"/>
          </p:cNvSpPr>
          <p:nvPr>
            <p:ph type="body" sz="quarter" idx="33" hasCustomPrompt="1"/>
          </p:nvPr>
        </p:nvSpPr>
        <p:spPr>
          <a:xfrm>
            <a:off x="7765208" y="1866147"/>
            <a:ext cx="3226642" cy="485340"/>
          </a:xfrm>
          <a:prstGeom prst="rect">
            <a:avLst/>
          </a:prstGeom>
        </p:spPr>
        <p:txBody>
          <a:bodyPr anchor="t"/>
          <a:lstStyle>
            <a:lvl1pPr>
              <a:spcAft>
                <a:spcPts val="0"/>
              </a:spcAft>
              <a:buNone/>
              <a:defRPr lang="en-US" sz="1200" kern="1200" dirty="0">
                <a:solidFill>
                  <a:srgbClr val="000000"/>
                </a:solidFill>
                <a:latin typeface="Graphik" panose="020B0503030202060203" pitchFamily="34" charset="77"/>
                <a:ea typeface="+mn-ea"/>
                <a:cs typeface="+mn-cs"/>
              </a:defRPr>
            </a:lvl1pPr>
          </a:lstStyle>
          <a:p>
            <a:pPr lvl="0"/>
            <a:r>
              <a:rPr lang="en-GB"/>
              <a:t>Insert text here</a:t>
            </a:r>
            <a:endParaRPr lang="en-US"/>
          </a:p>
        </p:txBody>
      </p:sp>
      <p:sp>
        <p:nvSpPr>
          <p:cNvPr id="16" name="Text Placeholder 9">
            <a:extLst>
              <a:ext uri="{FF2B5EF4-FFF2-40B4-BE49-F238E27FC236}">
                <a16:creationId xmlns:a16="http://schemas.microsoft.com/office/drawing/2014/main" id="{4AFE20C7-1104-B877-56C6-12779547D579}"/>
              </a:ext>
            </a:extLst>
          </p:cNvPr>
          <p:cNvSpPr>
            <a:spLocks noGrp="1"/>
          </p:cNvSpPr>
          <p:nvPr>
            <p:ph type="body" sz="quarter" idx="34" hasCustomPrompt="1"/>
          </p:nvPr>
        </p:nvSpPr>
        <p:spPr>
          <a:xfrm>
            <a:off x="6353579" y="1866147"/>
            <a:ext cx="1163099" cy="393954"/>
          </a:xfrm>
        </p:spPr>
        <p:txBody>
          <a:bodyPr/>
          <a:lstStyle>
            <a:lvl1pPr>
              <a:defRPr lang="en-AR" sz="1600" b="1" kern="1200" dirty="0">
                <a:solidFill>
                  <a:schemeClr val="bg2"/>
                </a:solidFill>
                <a:latin typeface="Graphik Semibold" panose="020B0503030202060203" pitchFamily="34" charset="77"/>
                <a:ea typeface="+mn-ea"/>
                <a:cs typeface="+mn-cs"/>
              </a:defRPr>
            </a:lvl1pPr>
          </a:lstStyle>
          <a:p>
            <a:pPr lvl="0"/>
            <a:r>
              <a:rPr lang="en-AR"/>
              <a:t>##</a:t>
            </a:r>
          </a:p>
        </p:txBody>
      </p:sp>
      <p:sp>
        <p:nvSpPr>
          <p:cNvPr id="17" name="Text Placeholder 4">
            <a:extLst>
              <a:ext uri="{FF2B5EF4-FFF2-40B4-BE49-F238E27FC236}">
                <a16:creationId xmlns:a16="http://schemas.microsoft.com/office/drawing/2014/main" id="{888AF1FA-5C2F-7A4F-3490-6716382D7C62}"/>
              </a:ext>
            </a:extLst>
          </p:cNvPr>
          <p:cNvSpPr>
            <a:spLocks noGrp="1"/>
          </p:cNvSpPr>
          <p:nvPr>
            <p:ph type="body" sz="quarter" idx="35" hasCustomPrompt="1"/>
          </p:nvPr>
        </p:nvSpPr>
        <p:spPr>
          <a:xfrm>
            <a:off x="1968842" y="2917024"/>
            <a:ext cx="3226642" cy="485340"/>
          </a:xfrm>
          <a:prstGeom prst="rect">
            <a:avLst/>
          </a:prstGeom>
        </p:spPr>
        <p:txBody>
          <a:bodyPr anchor="t"/>
          <a:lstStyle>
            <a:lvl1pPr>
              <a:spcAft>
                <a:spcPts val="0"/>
              </a:spcAft>
              <a:buNone/>
              <a:defRPr lang="en-US" sz="1200" kern="1200" dirty="0">
                <a:solidFill>
                  <a:srgbClr val="000000"/>
                </a:solidFill>
                <a:latin typeface="Graphik" panose="020B0503030202060203" pitchFamily="34" charset="77"/>
                <a:ea typeface="+mn-ea"/>
                <a:cs typeface="+mn-cs"/>
              </a:defRPr>
            </a:lvl1pPr>
          </a:lstStyle>
          <a:p>
            <a:pPr lvl="0"/>
            <a:r>
              <a:rPr lang="en-GB"/>
              <a:t>Insert text here</a:t>
            </a:r>
            <a:endParaRPr lang="en-US"/>
          </a:p>
        </p:txBody>
      </p:sp>
      <p:sp>
        <p:nvSpPr>
          <p:cNvPr id="18" name="Text Placeholder 9">
            <a:extLst>
              <a:ext uri="{FF2B5EF4-FFF2-40B4-BE49-F238E27FC236}">
                <a16:creationId xmlns:a16="http://schemas.microsoft.com/office/drawing/2014/main" id="{270E8484-BCCD-6724-FC4D-BC84FAAE73CC}"/>
              </a:ext>
            </a:extLst>
          </p:cNvPr>
          <p:cNvSpPr>
            <a:spLocks noGrp="1"/>
          </p:cNvSpPr>
          <p:nvPr>
            <p:ph type="body" sz="quarter" idx="36" hasCustomPrompt="1"/>
          </p:nvPr>
        </p:nvSpPr>
        <p:spPr>
          <a:xfrm>
            <a:off x="557213" y="2917024"/>
            <a:ext cx="1163099" cy="393954"/>
          </a:xfrm>
        </p:spPr>
        <p:txBody>
          <a:bodyPr/>
          <a:lstStyle>
            <a:lvl1pPr>
              <a:defRPr lang="en-AR" sz="1600" b="1" kern="1200" dirty="0">
                <a:solidFill>
                  <a:schemeClr val="bg2"/>
                </a:solidFill>
                <a:latin typeface="Graphik Semibold" panose="020B0503030202060203" pitchFamily="34" charset="77"/>
                <a:ea typeface="+mn-ea"/>
                <a:cs typeface="+mn-cs"/>
              </a:defRPr>
            </a:lvl1pPr>
          </a:lstStyle>
          <a:p>
            <a:pPr lvl="0"/>
            <a:r>
              <a:rPr lang="en-AR"/>
              <a:t>##</a:t>
            </a:r>
          </a:p>
        </p:txBody>
      </p:sp>
      <p:sp>
        <p:nvSpPr>
          <p:cNvPr id="19" name="Text Placeholder 4">
            <a:extLst>
              <a:ext uri="{FF2B5EF4-FFF2-40B4-BE49-F238E27FC236}">
                <a16:creationId xmlns:a16="http://schemas.microsoft.com/office/drawing/2014/main" id="{0F859FF9-60D5-2DBD-4D3D-49BD3A4EC22C}"/>
              </a:ext>
            </a:extLst>
          </p:cNvPr>
          <p:cNvSpPr>
            <a:spLocks noGrp="1"/>
          </p:cNvSpPr>
          <p:nvPr>
            <p:ph type="body" sz="quarter" idx="37" hasCustomPrompt="1"/>
          </p:nvPr>
        </p:nvSpPr>
        <p:spPr>
          <a:xfrm>
            <a:off x="7765208" y="2917024"/>
            <a:ext cx="3226642" cy="485340"/>
          </a:xfrm>
          <a:prstGeom prst="rect">
            <a:avLst/>
          </a:prstGeom>
        </p:spPr>
        <p:txBody>
          <a:bodyPr anchor="t"/>
          <a:lstStyle>
            <a:lvl1pPr>
              <a:spcAft>
                <a:spcPts val="0"/>
              </a:spcAft>
              <a:buNone/>
              <a:defRPr lang="en-US" sz="1200" kern="1200" dirty="0">
                <a:solidFill>
                  <a:srgbClr val="000000"/>
                </a:solidFill>
                <a:latin typeface="Graphik" panose="020B0503030202060203" pitchFamily="34" charset="77"/>
                <a:ea typeface="+mn-ea"/>
                <a:cs typeface="+mn-cs"/>
              </a:defRPr>
            </a:lvl1pPr>
          </a:lstStyle>
          <a:p>
            <a:pPr lvl="0"/>
            <a:r>
              <a:rPr lang="en-GB"/>
              <a:t>Insert text here</a:t>
            </a:r>
            <a:endParaRPr lang="en-US"/>
          </a:p>
        </p:txBody>
      </p:sp>
      <p:sp>
        <p:nvSpPr>
          <p:cNvPr id="20" name="Text Placeholder 9">
            <a:extLst>
              <a:ext uri="{FF2B5EF4-FFF2-40B4-BE49-F238E27FC236}">
                <a16:creationId xmlns:a16="http://schemas.microsoft.com/office/drawing/2014/main" id="{698D04DC-A35C-18BC-A09D-06ED6125A3FF}"/>
              </a:ext>
            </a:extLst>
          </p:cNvPr>
          <p:cNvSpPr>
            <a:spLocks noGrp="1"/>
          </p:cNvSpPr>
          <p:nvPr>
            <p:ph type="body" sz="quarter" idx="38" hasCustomPrompt="1"/>
          </p:nvPr>
        </p:nvSpPr>
        <p:spPr>
          <a:xfrm>
            <a:off x="6353579" y="2917024"/>
            <a:ext cx="1163099" cy="393954"/>
          </a:xfrm>
        </p:spPr>
        <p:txBody>
          <a:bodyPr/>
          <a:lstStyle>
            <a:lvl1pPr>
              <a:defRPr lang="en-AR" sz="1600" b="1" kern="1200" dirty="0">
                <a:solidFill>
                  <a:schemeClr val="bg2"/>
                </a:solidFill>
                <a:latin typeface="Graphik Semibold" panose="020B0503030202060203" pitchFamily="34" charset="77"/>
                <a:ea typeface="+mn-ea"/>
                <a:cs typeface="+mn-cs"/>
              </a:defRPr>
            </a:lvl1pPr>
          </a:lstStyle>
          <a:p>
            <a:pPr lvl="0"/>
            <a:r>
              <a:rPr lang="en-AR"/>
              <a:t>##</a:t>
            </a:r>
          </a:p>
        </p:txBody>
      </p:sp>
      <p:sp>
        <p:nvSpPr>
          <p:cNvPr id="25" name="Text Placeholder 4">
            <a:extLst>
              <a:ext uri="{FF2B5EF4-FFF2-40B4-BE49-F238E27FC236}">
                <a16:creationId xmlns:a16="http://schemas.microsoft.com/office/drawing/2014/main" id="{7AC48787-061F-65B7-CA0E-CA985E032C3F}"/>
              </a:ext>
            </a:extLst>
          </p:cNvPr>
          <p:cNvSpPr>
            <a:spLocks noGrp="1"/>
          </p:cNvSpPr>
          <p:nvPr>
            <p:ph type="body" sz="quarter" idx="43" hasCustomPrompt="1"/>
          </p:nvPr>
        </p:nvSpPr>
        <p:spPr>
          <a:xfrm>
            <a:off x="1968842" y="3967901"/>
            <a:ext cx="3226642" cy="485340"/>
          </a:xfrm>
          <a:prstGeom prst="rect">
            <a:avLst/>
          </a:prstGeom>
        </p:spPr>
        <p:txBody>
          <a:bodyPr anchor="t"/>
          <a:lstStyle>
            <a:lvl1pPr>
              <a:spcAft>
                <a:spcPts val="0"/>
              </a:spcAft>
              <a:buNone/>
              <a:defRPr lang="en-US" sz="1200" kern="1200" dirty="0">
                <a:solidFill>
                  <a:srgbClr val="000000"/>
                </a:solidFill>
                <a:latin typeface="Graphik" panose="020B0503030202060203" pitchFamily="34" charset="77"/>
                <a:ea typeface="+mn-ea"/>
                <a:cs typeface="+mn-cs"/>
              </a:defRPr>
            </a:lvl1pPr>
          </a:lstStyle>
          <a:p>
            <a:pPr lvl="0"/>
            <a:r>
              <a:rPr lang="en-GB"/>
              <a:t>Insert text here</a:t>
            </a:r>
            <a:endParaRPr lang="en-US"/>
          </a:p>
        </p:txBody>
      </p:sp>
      <p:sp>
        <p:nvSpPr>
          <p:cNvPr id="26" name="Text Placeholder 9">
            <a:extLst>
              <a:ext uri="{FF2B5EF4-FFF2-40B4-BE49-F238E27FC236}">
                <a16:creationId xmlns:a16="http://schemas.microsoft.com/office/drawing/2014/main" id="{40C38646-2C59-7604-F628-AACD4C03C391}"/>
              </a:ext>
            </a:extLst>
          </p:cNvPr>
          <p:cNvSpPr>
            <a:spLocks noGrp="1"/>
          </p:cNvSpPr>
          <p:nvPr>
            <p:ph type="body" sz="quarter" idx="44" hasCustomPrompt="1"/>
          </p:nvPr>
        </p:nvSpPr>
        <p:spPr>
          <a:xfrm>
            <a:off x="557213" y="3967901"/>
            <a:ext cx="1163099" cy="393954"/>
          </a:xfrm>
        </p:spPr>
        <p:txBody>
          <a:bodyPr/>
          <a:lstStyle>
            <a:lvl1pPr>
              <a:defRPr lang="en-AR" sz="1600" b="1" kern="1200" dirty="0">
                <a:solidFill>
                  <a:schemeClr val="bg2"/>
                </a:solidFill>
                <a:latin typeface="Graphik Semibold" panose="020B0503030202060203" pitchFamily="34" charset="77"/>
                <a:ea typeface="+mn-ea"/>
                <a:cs typeface="+mn-cs"/>
              </a:defRPr>
            </a:lvl1pPr>
          </a:lstStyle>
          <a:p>
            <a:pPr lvl="0"/>
            <a:r>
              <a:rPr lang="en-AR"/>
              <a:t>##</a:t>
            </a:r>
          </a:p>
        </p:txBody>
      </p:sp>
      <p:sp>
        <p:nvSpPr>
          <p:cNvPr id="27" name="Text Placeholder 4">
            <a:extLst>
              <a:ext uri="{FF2B5EF4-FFF2-40B4-BE49-F238E27FC236}">
                <a16:creationId xmlns:a16="http://schemas.microsoft.com/office/drawing/2014/main" id="{08AF3CEC-3718-6D4C-CF1D-F7582BAC7136}"/>
              </a:ext>
            </a:extLst>
          </p:cNvPr>
          <p:cNvSpPr>
            <a:spLocks noGrp="1"/>
          </p:cNvSpPr>
          <p:nvPr>
            <p:ph type="body" sz="quarter" idx="45" hasCustomPrompt="1"/>
          </p:nvPr>
        </p:nvSpPr>
        <p:spPr>
          <a:xfrm>
            <a:off x="7765208" y="3967901"/>
            <a:ext cx="3226642" cy="485340"/>
          </a:xfrm>
          <a:prstGeom prst="rect">
            <a:avLst/>
          </a:prstGeom>
        </p:spPr>
        <p:txBody>
          <a:bodyPr anchor="t"/>
          <a:lstStyle>
            <a:lvl1pPr>
              <a:spcAft>
                <a:spcPts val="0"/>
              </a:spcAft>
              <a:buNone/>
              <a:defRPr lang="en-US" sz="1200" kern="1200" dirty="0">
                <a:solidFill>
                  <a:srgbClr val="000000"/>
                </a:solidFill>
                <a:latin typeface="Graphik" panose="020B0503030202060203" pitchFamily="34" charset="77"/>
                <a:ea typeface="+mn-ea"/>
                <a:cs typeface="+mn-cs"/>
              </a:defRPr>
            </a:lvl1pPr>
          </a:lstStyle>
          <a:p>
            <a:pPr lvl="0"/>
            <a:r>
              <a:rPr lang="en-GB"/>
              <a:t>Insert text here</a:t>
            </a:r>
            <a:endParaRPr lang="en-US"/>
          </a:p>
        </p:txBody>
      </p:sp>
      <p:sp>
        <p:nvSpPr>
          <p:cNvPr id="28" name="Text Placeholder 9">
            <a:extLst>
              <a:ext uri="{FF2B5EF4-FFF2-40B4-BE49-F238E27FC236}">
                <a16:creationId xmlns:a16="http://schemas.microsoft.com/office/drawing/2014/main" id="{9BE62818-1BA0-8973-B3E1-B2AA7A6835E1}"/>
              </a:ext>
            </a:extLst>
          </p:cNvPr>
          <p:cNvSpPr>
            <a:spLocks noGrp="1"/>
          </p:cNvSpPr>
          <p:nvPr>
            <p:ph type="body" sz="quarter" idx="46" hasCustomPrompt="1"/>
          </p:nvPr>
        </p:nvSpPr>
        <p:spPr>
          <a:xfrm>
            <a:off x="6353579" y="3967901"/>
            <a:ext cx="1163099" cy="393954"/>
          </a:xfrm>
        </p:spPr>
        <p:txBody>
          <a:bodyPr/>
          <a:lstStyle>
            <a:lvl1pPr>
              <a:defRPr lang="en-AR" sz="1600" b="1" kern="1200" dirty="0">
                <a:solidFill>
                  <a:schemeClr val="bg2"/>
                </a:solidFill>
                <a:latin typeface="Graphik Semibold" panose="020B0503030202060203" pitchFamily="34" charset="77"/>
                <a:ea typeface="+mn-ea"/>
                <a:cs typeface="+mn-cs"/>
              </a:defRPr>
            </a:lvl1pPr>
          </a:lstStyle>
          <a:p>
            <a:pPr lvl="0"/>
            <a:r>
              <a:rPr lang="en-AR"/>
              <a:t>##</a:t>
            </a:r>
          </a:p>
        </p:txBody>
      </p:sp>
      <p:sp>
        <p:nvSpPr>
          <p:cNvPr id="35" name="Text Placeholder 4">
            <a:extLst>
              <a:ext uri="{FF2B5EF4-FFF2-40B4-BE49-F238E27FC236}">
                <a16:creationId xmlns:a16="http://schemas.microsoft.com/office/drawing/2014/main" id="{11860888-916F-055D-8C9B-DC5AE56B0E7C}"/>
              </a:ext>
            </a:extLst>
          </p:cNvPr>
          <p:cNvSpPr>
            <a:spLocks noGrp="1"/>
          </p:cNvSpPr>
          <p:nvPr>
            <p:ph type="body" sz="quarter" idx="51" hasCustomPrompt="1"/>
          </p:nvPr>
        </p:nvSpPr>
        <p:spPr>
          <a:xfrm>
            <a:off x="1968842" y="5021786"/>
            <a:ext cx="3226642" cy="485340"/>
          </a:xfrm>
          <a:prstGeom prst="rect">
            <a:avLst/>
          </a:prstGeom>
        </p:spPr>
        <p:txBody>
          <a:bodyPr anchor="t"/>
          <a:lstStyle>
            <a:lvl1pPr>
              <a:spcAft>
                <a:spcPts val="0"/>
              </a:spcAft>
              <a:buNone/>
              <a:defRPr lang="en-US" sz="1200" kern="1200" dirty="0">
                <a:solidFill>
                  <a:srgbClr val="000000"/>
                </a:solidFill>
                <a:latin typeface="Graphik" panose="020B0503030202060203" pitchFamily="34" charset="77"/>
                <a:ea typeface="+mn-ea"/>
                <a:cs typeface="+mn-cs"/>
              </a:defRPr>
            </a:lvl1pPr>
          </a:lstStyle>
          <a:p>
            <a:pPr lvl="0"/>
            <a:r>
              <a:rPr lang="en-GB"/>
              <a:t>Insert text here</a:t>
            </a:r>
            <a:endParaRPr lang="en-US"/>
          </a:p>
        </p:txBody>
      </p:sp>
      <p:sp>
        <p:nvSpPr>
          <p:cNvPr id="36" name="Text Placeholder 9">
            <a:extLst>
              <a:ext uri="{FF2B5EF4-FFF2-40B4-BE49-F238E27FC236}">
                <a16:creationId xmlns:a16="http://schemas.microsoft.com/office/drawing/2014/main" id="{6C40C10B-9AA5-FB91-4468-195612A4AAB4}"/>
              </a:ext>
            </a:extLst>
          </p:cNvPr>
          <p:cNvSpPr>
            <a:spLocks noGrp="1"/>
          </p:cNvSpPr>
          <p:nvPr>
            <p:ph type="body" sz="quarter" idx="52" hasCustomPrompt="1"/>
          </p:nvPr>
        </p:nvSpPr>
        <p:spPr>
          <a:xfrm>
            <a:off x="557213" y="5021786"/>
            <a:ext cx="1163099" cy="393954"/>
          </a:xfrm>
        </p:spPr>
        <p:txBody>
          <a:bodyPr/>
          <a:lstStyle>
            <a:lvl1pPr>
              <a:defRPr lang="en-AR" sz="1600" b="1" kern="1200" dirty="0">
                <a:solidFill>
                  <a:schemeClr val="bg2"/>
                </a:solidFill>
                <a:latin typeface="Graphik Semibold" panose="020B0503030202060203" pitchFamily="34" charset="77"/>
                <a:ea typeface="+mn-ea"/>
                <a:cs typeface="+mn-cs"/>
              </a:defRPr>
            </a:lvl1pPr>
          </a:lstStyle>
          <a:p>
            <a:pPr lvl="0"/>
            <a:r>
              <a:rPr lang="en-AR"/>
              <a:t>##</a:t>
            </a:r>
          </a:p>
        </p:txBody>
      </p:sp>
      <p:sp>
        <p:nvSpPr>
          <p:cNvPr id="37" name="Text Placeholder 4">
            <a:extLst>
              <a:ext uri="{FF2B5EF4-FFF2-40B4-BE49-F238E27FC236}">
                <a16:creationId xmlns:a16="http://schemas.microsoft.com/office/drawing/2014/main" id="{E87FBBF5-4C4B-2BA9-7671-182C65D1DBA6}"/>
              </a:ext>
            </a:extLst>
          </p:cNvPr>
          <p:cNvSpPr>
            <a:spLocks noGrp="1"/>
          </p:cNvSpPr>
          <p:nvPr>
            <p:ph type="body" sz="quarter" idx="53" hasCustomPrompt="1"/>
          </p:nvPr>
        </p:nvSpPr>
        <p:spPr>
          <a:xfrm>
            <a:off x="7765208" y="5021786"/>
            <a:ext cx="3226642" cy="485340"/>
          </a:xfrm>
          <a:prstGeom prst="rect">
            <a:avLst/>
          </a:prstGeom>
        </p:spPr>
        <p:txBody>
          <a:bodyPr anchor="t"/>
          <a:lstStyle>
            <a:lvl1pPr>
              <a:spcAft>
                <a:spcPts val="0"/>
              </a:spcAft>
              <a:buNone/>
              <a:defRPr lang="en-US" sz="1200" kern="1200" dirty="0">
                <a:solidFill>
                  <a:srgbClr val="000000"/>
                </a:solidFill>
                <a:latin typeface="Graphik" panose="020B0503030202060203" pitchFamily="34" charset="77"/>
                <a:ea typeface="+mn-ea"/>
                <a:cs typeface="+mn-cs"/>
              </a:defRPr>
            </a:lvl1pPr>
          </a:lstStyle>
          <a:p>
            <a:pPr lvl="0"/>
            <a:r>
              <a:rPr lang="en-GB"/>
              <a:t>Insert text here</a:t>
            </a:r>
            <a:endParaRPr lang="en-US"/>
          </a:p>
        </p:txBody>
      </p:sp>
      <p:sp>
        <p:nvSpPr>
          <p:cNvPr id="38" name="Text Placeholder 9">
            <a:extLst>
              <a:ext uri="{FF2B5EF4-FFF2-40B4-BE49-F238E27FC236}">
                <a16:creationId xmlns:a16="http://schemas.microsoft.com/office/drawing/2014/main" id="{E3CD5EEB-45B3-CF04-96A5-62C5367B83CA}"/>
              </a:ext>
            </a:extLst>
          </p:cNvPr>
          <p:cNvSpPr>
            <a:spLocks noGrp="1"/>
          </p:cNvSpPr>
          <p:nvPr>
            <p:ph type="body" sz="quarter" idx="54" hasCustomPrompt="1"/>
          </p:nvPr>
        </p:nvSpPr>
        <p:spPr>
          <a:xfrm>
            <a:off x="6353579" y="5021786"/>
            <a:ext cx="1163099" cy="393954"/>
          </a:xfrm>
        </p:spPr>
        <p:txBody>
          <a:bodyPr/>
          <a:lstStyle>
            <a:lvl1pPr>
              <a:defRPr lang="en-AR" sz="1600" b="1" kern="1200" dirty="0">
                <a:solidFill>
                  <a:schemeClr val="bg2"/>
                </a:solidFill>
                <a:latin typeface="Graphik Semibold" panose="020B0503030202060203" pitchFamily="34" charset="77"/>
                <a:ea typeface="+mn-ea"/>
                <a:cs typeface="+mn-cs"/>
              </a:defRPr>
            </a:lvl1pPr>
          </a:lstStyle>
          <a:p>
            <a:pPr lvl="0"/>
            <a:r>
              <a:rPr lang="en-AR"/>
              <a:t>##</a:t>
            </a:r>
          </a:p>
        </p:txBody>
      </p:sp>
    </p:spTree>
    <p:extLst>
      <p:ext uri="{BB962C8B-B14F-4D97-AF65-F5344CB8AC3E}">
        <p14:creationId xmlns:p14="http://schemas.microsoft.com/office/powerpoint/2010/main" val="1330442255"/>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Content 1: light mode">
    <p:spTree>
      <p:nvGrpSpPr>
        <p:cNvPr id="1" name=""/>
        <p:cNvGrpSpPr/>
        <p:nvPr/>
      </p:nvGrpSpPr>
      <p:grpSpPr>
        <a:xfrm>
          <a:off x="0" y="0"/>
          <a:ext cx="0" cy="0"/>
          <a:chOff x="0" y="0"/>
          <a:chExt cx="0" cy="0"/>
        </a:xfrm>
      </p:grpSpPr>
      <p:sp>
        <p:nvSpPr>
          <p:cNvPr id="4" name="Title 2">
            <a:extLst>
              <a:ext uri="{FF2B5EF4-FFF2-40B4-BE49-F238E27FC236}">
                <a16:creationId xmlns:a16="http://schemas.microsoft.com/office/drawing/2014/main" id="{5E6475EA-05F8-881F-8077-6C5A702451D9}"/>
              </a:ext>
            </a:extLst>
          </p:cNvPr>
          <p:cNvSpPr>
            <a:spLocks noGrp="1"/>
          </p:cNvSpPr>
          <p:nvPr>
            <p:ph type="title"/>
          </p:nvPr>
        </p:nvSpPr>
        <p:spPr>
          <a:xfrm>
            <a:off x="556467" y="572600"/>
            <a:ext cx="11084672" cy="393954"/>
          </a:xfrm>
        </p:spPr>
        <p:txBody>
          <a:bodyPr/>
          <a:lstStyle/>
          <a:p>
            <a:r>
              <a:rPr lang="en-GB"/>
              <a:t>Click to edit Master title style</a:t>
            </a:r>
            <a:endParaRPr lang="en-US"/>
          </a:p>
        </p:txBody>
      </p:sp>
      <p:sp>
        <p:nvSpPr>
          <p:cNvPr id="17" name="Text Placeholder 2">
            <a:extLst>
              <a:ext uri="{FF2B5EF4-FFF2-40B4-BE49-F238E27FC236}">
                <a16:creationId xmlns:a16="http://schemas.microsoft.com/office/drawing/2014/main" id="{23D344E3-E54F-25F8-2F2F-980511EB6BDF}"/>
              </a:ext>
            </a:extLst>
          </p:cNvPr>
          <p:cNvSpPr>
            <a:spLocks noGrp="1"/>
          </p:cNvSpPr>
          <p:nvPr>
            <p:ph idx="1" hasCustomPrompt="1"/>
          </p:nvPr>
        </p:nvSpPr>
        <p:spPr>
          <a:xfrm>
            <a:off x="563412" y="1371601"/>
            <a:ext cx="11077726" cy="4757738"/>
          </a:xfrm>
          <a:prstGeom prst="rect">
            <a:avLst/>
          </a:prstGeom>
        </p:spPr>
        <p:txBody>
          <a:bodyPr vert="horz" lIns="0" tIns="0" rIns="0" bIns="0" rtlCol="0">
            <a:noAutofit/>
          </a:bodyPr>
          <a:lstStyle>
            <a:lvl1pPr>
              <a:defRPr sz="1400" b="0" i="0">
                <a:latin typeface="Graphik" panose="020B0503030202060203" pitchFamily="34" charset="77"/>
              </a:defRPr>
            </a:lvl1pPr>
            <a:lvl2pPr>
              <a:defRPr sz="1400" b="0" i="0">
                <a:latin typeface="Graphik" panose="020B0503030202060203" pitchFamily="34" charset="77"/>
              </a:defRPr>
            </a:lvl2pPr>
            <a:lvl3pPr>
              <a:defRPr sz="1400" b="0" i="0">
                <a:latin typeface="Graphik" panose="020B0503030202060203" pitchFamily="34" charset="77"/>
              </a:defRPr>
            </a:lvl3pPr>
            <a:lvl4pPr>
              <a:defRPr sz="1050" b="0" i="0">
                <a:latin typeface="Graphik" panose="020B0503030202060203" pitchFamily="34" charset="77"/>
              </a:defRPr>
            </a:lvl4pPr>
            <a:lvl5pPr>
              <a:defRPr sz="1050" b="0" i="0">
                <a:latin typeface="Graphik" panose="020B0503030202060203" pitchFamily="34" charset="77"/>
              </a:defRPr>
            </a:lvl5pPr>
            <a:lvl6pPr>
              <a:defRPr sz="1400" b="0" i="0">
                <a:latin typeface="Graphik" panose="020B0503030202060203" pitchFamily="34" charset="77"/>
              </a:defRPr>
            </a:lvl6pPr>
            <a:lvl7pPr>
              <a:defRPr sz="1100" b="0" i="0">
                <a:latin typeface="Graphik" panose="020B0503030202060203" pitchFamily="34" charset="77"/>
              </a:defRPr>
            </a:lvl7pPr>
            <a:lvl9pPr>
              <a:defRPr sz="1100" b="0" i="0">
                <a:latin typeface="Graphik" panose="020B0503030202060203" pitchFamily="34" charset="77"/>
              </a:defRPr>
            </a:lvl9pPr>
          </a:lstStyle>
          <a:p>
            <a:pPr lvl="0"/>
            <a:r>
              <a:rPr lang="en-US"/>
              <a:t>First level (bullet)</a:t>
            </a:r>
          </a:p>
          <a:p>
            <a:pPr lvl="1"/>
            <a:r>
              <a:rPr lang="en-US"/>
              <a:t>Second level (bullet)</a:t>
            </a:r>
          </a:p>
          <a:p>
            <a:pPr lvl="2"/>
            <a:r>
              <a:rPr lang="en-US"/>
              <a:t>Third level (bullet)</a:t>
            </a:r>
          </a:p>
          <a:p>
            <a:pPr lvl="3"/>
            <a:r>
              <a:rPr lang="en-US"/>
              <a:t>Fourth level (bullet)</a:t>
            </a:r>
          </a:p>
          <a:p>
            <a:pPr lvl="4"/>
            <a:r>
              <a:rPr lang="en-US"/>
              <a:t>Fifth level (bullet)</a:t>
            </a:r>
          </a:p>
          <a:p>
            <a:pPr lvl="5"/>
            <a:r>
              <a:rPr lang="en-US"/>
              <a:t>Sixth level (copy)</a:t>
            </a:r>
          </a:p>
          <a:p>
            <a:pPr lvl="6"/>
            <a:r>
              <a:rPr lang="en-US"/>
              <a:t>Seventh level (small copy)</a:t>
            </a:r>
          </a:p>
          <a:p>
            <a:pPr lvl="8"/>
            <a:r>
              <a:rPr lang="en-US"/>
              <a:t>Ninth level (footnotes and citations)</a:t>
            </a:r>
          </a:p>
        </p:txBody>
      </p:sp>
    </p:spTree>
    <p:extLst>
      <p:ext uri="{BB962C8B-B14F-4D97-AF65-F5344CB8AC3E}">
        <p14:creationId xmlns:p14="http://schemas.microsoft.com/office/powerpoint/2010/main" val="2022519600"/>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Content 1: purple">
    <p:bg>
      <p:bgPr>
        <a:solidFill>
          <a:srgbClr val="450073"/>
        </a:solidFill>
        <a:effectLst/>
      </p:bgPr>
    </p:bg>
    <p:spTree>
      <p:nvGrpSpPr>
        <p:cNvPr id="1" name=""/>
        <p:cNvGrpSpPr/>
        <p:nvPr/>
      </p:nvGrpSpPr>
      <p:grpSpPr>
        <a:xfrm>
          <a:off x="0" y="0"/>
          <a:ext cx="0" cy="0"/>
          <a:chOff x="0" y="0"/>
          <a:chExt cx="0" cy="0"/>
        </a:xfrm>
      </p:grpSpPr>
      <p:sp>
        <p:nvSpPr>
          <p:cNvPr id="11" name="GTS_WH">
            <a:extLst>
              <a:ext uri="{FF2B5EF4-FFF2-40B4-BE49-F238E27FC236}">
                <a16:creationId xmlns:a16="http://schemas.microsoft.com/office/drawing/2014/main" id="{5EFDEB3F-4743-43EA-A121-ED3CB6054C7F}"/>
              </a:ext>
              <a:ext uri="{C183D7F6-B498-43B3-948B-1728B52AA6E4}">
                <adec:decorative xmlns:adec="http://schemas.microsoft.com/office/drawing/2017/decorative" val="1"/>
              </a:ext>
            </a:extLst>
          </p:cNvPr>
          <p:cNvSpPr>
            <a:spLocks noChangeAspect="1"/>
          </p:cNvSpPr>
          <p:nvPr userDrawn="1"/>
        </p:nvSpPr>
        <p:spPr bwMode="black">
          <a:xfrm>
            <a:off x="56341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
        <p:nvSpPr>
          <p:cNvPr id="6" name="Text Placeholder 2">
            <a:extLst>
              <a:ext uri="{FF2B5EF4-FFF2-40B4-BE49-F238E27FC236}">
                <a16:creationId xmlns:a16="http://schemas.microsoft.com/office/drawing/2014/main" id="{72BD5E18-7BA8-5728-2FF2-876642FDAD1A}"/>
              </a:ext>
            </a:extLst>
          </p:cNvPr>
          <p:cNvSpPr>
            <a:spLocks noGrp="1"/>
          </p:cNvSpPr>
          <p:nvPr>
            <p:ph idx="1" hasCustomPrompt="1"/>
          </p:nvPr>
        </p:nvSpPr>
        <p:spPr>
          <a:xfrm>
            <a:off x="563411" y="1371601"/>
            <a:ext cx="11077727" cy="4757738"/>
          </a:xfrm>
          <a:prstGeom prst="rect">
            <a:avLst/>
          </a:prstGeom>
        </p:spPr>
        <p:txBody>
          <a:bodyPr vert="horz" lIns="0" tIns="0" rIns="0" bIns="0" rtlCol="0">
            <a:noAutofit/>
          </a:bodyPr>
          <a:lstStyle>
            <a:lvl1pPr>
              <a:defRPr sz="1400" b="0" i="0">
                <a:solidFill>
                  <a:schemeClr val="tx1"/>
                </a:solidFill>
                <a:latin typeface="Graphik" panose="020B0503030202060203" pitchFamily="34" charset="77"/>
              </a:defRPr>
            </a:lvl1pPr>
            <a:lvl2pPr>
              <a:defRPr sz="1400" b="0" i="0">
                <a:solidFill>
                  <a:schemeClr val="tx1"/>
                </a:solidFill>
                <a:latin typeface="Graphik" panose="020B0503030202060203" pitchFamily="34" charset="77"/>
              </a:defRPr>
            </a:lvl2pPr>
            <a:lvl3pPr>
              <a:defRPr sz="1400" b="0" i="0">
                <a:solidFill>
                  <a:schemeClr val="tx1"/>
                </a:solidFill>
                <a:latin typeface="Graphik" panose="020B0503030202060203" pitchFamily="34" charset="77"/>
              </a:defRPr>
            </a:lvl3pPr>
            <a:lvl4pPr>
              <a:defRPr sz="1050" b="0" i="0">
                <a:solidFill>
                  <a:schemeClr val="tx1"/>
                </a:solidFill>
                <a:latin typeface="Graphik" panose="020B0503030202060203" pitchFamily="34" charset="77"/>
              </a:defRPr>
            </a:lvl4pPr>
            <a:lvl5pPr>
              <a:defRPr sz="1050" b="0" i="0">
                <a:solidFill>
                  <a:schemeClr val="tx1"/>
                </a:solidFill>
                <a:latin typeface="Graphik" panose="020B0503030202060203" pitchFamily="34" charset="77"/>
              </a:defRPr>
            </a:lvl5pPr>
            <a:lvl6pPr>
              <a:defRPr sz="1400" b="0" i="0">
                <a:solidFill>
                  <a:schemeClr val="tx1"/>
                </a:solidFill>
                <a:latin typeface="Graphik" panose="020B0503030202060203" pitchFamily="34" charset="77"/>
              </a:defRPr>
            </a:lvl6pPr>
            <a:lvl7pPr>
              <a:defRPr sz="1100" b="0" i="0">
                <a:solidFill>
                  <a:schemeClr val="tx1"/>
                </a:solidFill>
                <a:latin typeface="Graphik" panose="020B0503030202060203" pitchFamily="34" charset="77"/>
              </a:defRPr>
            </a:lvl7pPr>
            <a:lvl9pPr>
              <a:defRPr sz="1100" b="0" i="0">
                <a:solidFill>
                  <a:schemeClr val="tx1"/>
                </a:solidFill>
                <a:latin typeface="Graphik" panose="020B0503030202060203" pitchFamily="34" charset="77"/>
              </a:defRPr>
            </a:lvl9pPr>
          </a:lstStyle>
          <a:p>
            <a:pPr lvl="0"/>
            <a:r>
              <a:rPr lang="en-US"/>
              <a:t>First level (bullet)</a:t>
            </a:r>
          </a:p>
          <a:p>
            <a:pPr lvl="1"/>
            <a:r>
              <a:rPr lang="en-US"/>
              <a:t>Second level (bullet)</a:t>
            </a:r>
          </a:p>
          <a:p>
            <a:pPr lvl="2"/>
            <a:r>
              <a:rPr lang="en-US"/>
              <a:t>Third level (bullet)</a:t>
            </a:r>
          </a:p>
          <a:p>
            <a:pPr lvl="3"/>
            <a:r>
              <a:rPr lang="en-US"/>
              <a:t>Fourth level (bullet)</a:t>
            </a:r>
          </a:p>
          <a:p>
            <a:pPr lvl="4"/>
            <a:r>
              <a:rPr lang="en-US"/>
              <a:t>Fifth level (bullet)</a:t>
            </a:r>
          </a:p>
          <a:p>
            <a:pPr lvl="5"/>
            <a:r>
              <a:rPr lang="en-US"/>
              <a:t>Sixth level (copy)</a:t>
            </a:r>
          </a:p>
          <a:p>
            <a:pPr lvl="6"/>
            <a:r>
              <a:rPr lang="en-US"/>
              <a:t>Seventh level (small copy)</a:t>
            </a:r>
          </a:p>
          <a:p>
            <a:pPr lvl="8"/>
            <a:r>
              <a:rPr lang="en-US"/>
              <a:t>Ninth level (footnotes and citations)</a:t>
            </a:r>
          </a:p>
        </p:txBody>
      </p:sp>
      <p:sp>
        <p:nvSpPr>
          <p:cNvPr id="3" name="Title 2">
            <a:extLst>
              <a:ext uri="{FF2B5EF4-FFF2-40B4-BE49-F238E27FC236}">
                <a16:creationId xmlns:a16="http://schemas.microsoft.com/office/drawing/2014/main" id="{45C11A26-2DA7-C2CB-5CA4-C2226E694332}"/>
              </a:ext>
            </a:extLst>
          </p:cNvPr>
          <p:cNvSpPr>
            <a:spLocks noGrp="1"/>
          </p:cNvSpPr>
          <p:nvPr>
            <p:ph type="title"/>
          </p:nvPr>
        </p:nvSpPr>
        <p:spPr>
          <a:xfrm>
            <a:off x="556467" y="572600"/>
            <a:ext cx="11077728" cy="393954"/>
          </a:xfrm>
        </p:spPr>
        <p:txBody>
          <a:bodyPr/>
          <a:lstStyle/>
          <a:p>
            <a:r>
              <a:rPr lang="en-GB"/>
              <a:t>Click to edit Master title style</a:t>
            </a:r>
            <a:endParaRPr lang="en-US"/>
          </a:p>
        </p:txBody>
      </p:sp>
    </p:spTree>
    <p:extLst>
      <p:ext uri="{BB962C8B-B14F-4D97-AF65-F5344CB8AC3E}">
        <p14:creationId xmlns:p14="http://schemas.microsoft.com/office/powerpoint/2010/main" val="409956054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Content1: dark mode">
    <p:bg>
      <p:bgPr>
        <a:solidFill>
          <a:srgbClr val="000000"/>
        </a:solidFill>
        <a:effectLst/>
      </p:bgPr>
    </p:bg>
    <p:spTree>
      <p:nvGrpSpPr>
        <p:cNvPr id="1" name=""/>
        <p:cNvGrpSpPr/>
        <p:nvPr/>
      </p:nvGrpSpPr>
      <p:grpSpPr>
        <a:xfrm>
          <a:off x="0" y="0"/>
          <a:ext cx="0" cy="0"/>
          <a:chOff x="0" y="0"/>
          <a:chExt cx="0" cy="0"/>
        </a:xfrm>
      </p:grpSpPr>
      <p:sp>
        <p:nvSpPr>
          <p:cNvPr id="6" name="Title 2">
            <a:extLst>
              <a:ext uri="{FF2B5EF4-FFF2-40B4-BE49-F238E27FC236}">
                <a16:creationId xmlns:a16="http://schemas.microsoft.com/office/drawing/2014/main" id="{198A5B9C-C3DA-AD99-4E28-C97B8A81C3CC}"/>
              </a:ext>
            </a:extLst>
          </p:cNvPr>
          <p:cNvSpPr>
            <a:spLocks noGrp="1"/>
          </p:cNvSpPr>
          <p:nvPr>
            <p:ph type="title"/>
          </p:nvPr>
        </p:nvSpPr>
        <p:spPr>
          <a:xfrm>
            <a:off x="556467" y="572600"/>
            <a:ext cx="11084672" cy="393954"/>
          </a:xfrm>
        </p:spPr>
        <p:txBody>
          <a:bodyPr/>
          <a:lstStyle>
            <a:lvl1pPr>
              <a:defRPr>
                <a:solidFill>
                  <a:schemeClr val="bg1"/>
                </a:solidFill>
              </a:defRPr>
            </a:lvl1pPr>
          </a:lstStyle>
          <a:p>
            <a:r>
              <a:rPr lang="en-GB"/>
              <a:t>Click to edit Master title style</a:t>
            </a:r>
            <a:endParaRPr lang="en-US"/>
          </a:p>
        </p:txBody>
      </p:sp>
      <p:sp>
        <p:nvSpPr>
          <p:cNvPr id="17" name="Text Placeholder 2">
            <a:extLst>
              <a:ext uri="{FF2B5EF4-FFF2-40B4-BE49-F238E27FC236}">
                <a16:creationId xmlns:a16="http://schemas.microsoft.com/office/drawing/2014/main" id="{23D344E3-E54F-25F8-2F2F-980511EB6BDF}"/>
              </a:ext>
            </a:extLst>
          </p:cNvPr>
          <p:cNvSpPr>
            <a:spLocks noGrp="1"/>
          </p:cNvSpPr>
          <p:nvPr>
            <p:ph idx="1" hasCustomPrompt="1"/>
          </p:nvPr>
        </p:nvSpPr>
        <p:spPr>
          <a:xfrm>
            <a:off x="563411" y="1371601"/>
            <a:ext cx="11084673" cy="4757738"/>
          </a:xfrm>
          <a:prstGeom prst="rect">
            <a:avLst/>
          </a:prstGeom>
        </p:spPr>
        <p:txBody>
          <a:bodyPr vert="horz" lIns="0" tIns="0" rIns="0" bIns="0" rtlCol="0">
            <a:noAutofit/>
          </a:bodyPr>
          <a:lstStyle>
            <a:lvl1pPr>
              <a:defRPr sz="1400" b="0" i="0">
                <a:solidFill>
                  <a:srgbClr val="FFFFFF"/>
                </a:solidFill>
                <a:latin typeface="Graphik" panose="020B0503030202060203" pitchFamily="34" charset="77"/>
              </a:defRPr>
            </a:lvl1pPr>
            <a:lvl2pPr>
              <a:defRPr sz="1400" b="0" i="0">
                <a:solidFill>
                  <a:srgbClr val="FFFFFF"/>
                </a:solidFill>
                <a:latin typeface="Graphik" panose="020B0503030202060203" pitchFamily="34" charset="77"/>
              </a:defRPr>
            </a:lvl2pPr>
            <a:lvl3pPr>
              <a:defRPr sz="1400" b="0" i="0">
                <a:solidFill>
                  <a:srgbClr val="FFFFFF"/>
                </a:solidFill>
                <a:latin typeface="Graphik" panose="020B0503030202060203" pitchFamily="34" charset="77"/>
              </a:defRPr>
            </a:lvl3pPr>
            <a:lvl4pPr>
              <a:defRPr sz="1050" b="0" i="0">
                <a:solidFill>
                  <a:srgbClr val="FFFFFF"/>
                </a:solidFill>
                <a:latin typeface="Graphik" panose="020B0503030202060203" pitchFamily="34" charset="77"/>
              </a:defRPr>
            </a:lvl4pPr>
            <a:lvl5pPr>
              <a:defRPr sz="1050" b="0" i="0">
                <a:solidFill>
                  <a:srgbClr val="FFFFFF"/>
                </a:solidFill>
                <a:latin typeface="Graphik" panose="020B0503030202060203" pitchFamily="34" charset="77"/>
              </a:defRPr>
            </a:lvl5pPr>
            <a:lvl6pPr>
              <a:defRPr sz="1400" b="0" i="0">
                <a:solidFill>
                  <a:srgbClr val="FFFFFF"/>
                </a:solidFill>
                <a:latin typeface="Graphik" panose="020B0503030202060203" pitchFamily="34" charset="77"/>
              </a:defRPr>
            </a:lvl6pPr>
            <a:lvl7pPr>
              <a:defRPr sz="1100" b="0" i="0">
                <a:solidFill>
                  <a:srgbClr val="FFFFFF"/>
                </a:solidFill>
                <a:latin typeface="Graphik" panose="020B0503030202060203" pitchFamily="34" charset="77"/>
              </a:defRPr>
            </a:lvl7pPr>
            <a:lvl9pPr>
              <a:defRPr sz="1100" b="0" i="0">
                <a:solidFill>
                  <a:srgbClr val="FFFFFF"/>
                </a:solidFill>
                <a:latin typeface="Graphik" panose="020B0503030202060203" pitchFamily="34" charset="77"/>
              </a:defRPr>
            </a:lvl9pPr>
          </a:lstStyle>
          <a:p>
            <a:pPr lvl="0"/>
            <a:r>
              <a:rPr lang="en-US"/>
              <a:t>First level (bullet)</a:t>
            </a:r>
          </a:p>
          <a:p>
            <a:pPr lvl="1"/>
            <a:r>
              <a:rPr lang="en-US"/>
              <a:t>Second level (bullet)</a:t>
            </a:r>
          </a:p>
          <a:p>
            <a:pPr lvl="2"/>
            <a:r>
              <a:rPr lang="en-US"/>
              <a:t>Third level (bullet)</a:t>
            </a:r>
          </a:p>
          <a:p>
            <a:pPr lvl="3"/>
            <a:r>
              <a:rPr lang="en-US"/>
              <a:t>Fourth level (bullet)</a:t>
            </a:r>
          </a:p>
          <a:p>
            <a:pPr lvl="4"/>
            <a:r>
              <a:rPr lang="en-US"/>
              <a:t>Fifth level (bullet)</a:t>
            </a:r>
          </a:p>
          <a:p>
            <a:pPr lvl="5"/>
            <a:r>
              <a:rPr lang="en-US"/>
              <a:t>Sixth level (copy)</a:t>
            </a:r>
          </a:p>
          <a:p>
            <a:pPr lvl="6"/>
            <a:r>
              <a:rPr lang="en-US"/>
              <a:t>Seventh level (small copy)</a:t>
            </a:r>
          </a:p>
          <a:p>
            <a:pPr lvl="8"/>
            <a:r>
              <a:rPr lang="en-US"/>
              <a:t>Ninth level (footnotes and citations)</a:t>
            </a:r>
          </a:p>
        </p:txBody>
      </p:sp>
      <p:sp>
        <p:nvSpPr>
          <p:cNvPr id="4" name="GTS_WH">
            <a:extLst>
              <a:ext uri="{FF2B5EF4-FFF2-40B4-BE49-F238E27FC236}">
                <a16:creationId xmlns:a16="http://schemas.microsoft.com/office/drawing/2014/main" id="{7F75177E-60CD-488F-76CA-383DF4BA8EAB}"/>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Tree>
    <p:extLst>
      <p:ext uri="{BB962C8B-B14F-4D97-AF65-F5344CB8AC3E}">
        <p14:creationId xmlns:p14="http://schemas.microsoft.com/office/powerpoint/2010/main" val="2297606770"/>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Content 2: light mod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9C6DC0A-3CA3-F5A5-5E70-94036764CF84}"/>
              </a:ext>
            </a:extLst>
          </p:cNvPr>
          <p:cNvSpPr>
            <a:spLocks noGrp="1"/>
          </p:cNvSpPr>
          <p:nvPr>
            <p:ph type="title"/>
          </p:nvPr>
        </p:nvSpPr>
        <p:spPr>
          <a:xfrm>
            <a:off x="556467" y="572600"/>
            <a:ext cx="11084672" cy="393954"/>
          </a:xfrm>
        </p:spPr>
        <p:txBody>
          <a:bodyPr/>
          <a:lstStyle/>
          <a:p>
            <a:r>
              <a:rPr lang="en-GB"/>
              <a:t>Click to edit Master title style</a:t>
            </a:r>
            <a:endParaRPr lang="en-US"/>
          </a:p>
        </p:txBody>
      </p:sp>
      <p:sp>
        <p:nvSpPr>
          <p:cNvPr id="6" name="Text Placeholder 3">
            <a:extLst>
              <a:ext uri="{FF2B5EF4-FFF2-40B4-BE49-F238E27FC236}">
                <a16:creationId xmlns:a16="http://schemas.microsoft.com/office/drawing/2014/main" id="{0EC44ACB-E461-9710-1A88-433105BDF5D8}"/>
              </a:ext>
            </a:extLst>
          </p:cNvPr>
          <p:cNvSpPr>
            <a:spLocks noGrp="1"/>
          </p:cNvSpPr>
          <p:nvPr>
            <p:ph type="body" sz="quarter" idx="26" hasCustomPrompt="1"/>
          </p:nvPr>
        </p:nvSpPr>
        <p:spPr>
          <a:xfrm>
            <a:off x="563411" y="1109663"/>
            <a:ext cx="11084673" cy="384048"/>
          </a:xfrm>
          <a:prstGeom prst="rect">
            <a:avLst/>
          </a:prstGeom>
        </p:spPr>
        <p:txBody>
          <a:bodyPr anchor="t"/>
          <a:lstStyle>
            <a:lvl1pPr marL="0" indent="0">
              <a:spcAft>
                <a:spcPts val="0"/>
              </a:spcAft>
              <a:buNone/>
              <a:defRPr sz="1800" b="0" i="0">
                <a:solidFill>
                  <a:schemeClr val="tx1"/>
                </a:solidFill>
                <a:latin typeface="Graphik" panose="020B0503030202060203" pitchFamily="34" charset="77"/>
              </a:defRPr>
            </a:lvl1pPr>
          </a:lstStyle>
          <a:p>
            <a:pPr lvl="0"/>
            <a:r>
              <a:rPr lang="en-GB"/>
              <a:t>Place subtitle here in </a:t>
            </a:r>
            <a:r>
              <a:rPr lang="en-GB" err="1"/>
              <a:t>Graphik</a:t>
            </a:r>
            <a:r>
              <a:rPr lang="en-GB"/>
              <a:t> regular</a:t>
            </a:r>
            <a:endParaRPr lang="en-US"/>
          </a:p>
        </p:txBody>
      </p:sp>
      <p:sp>
        <p:nvSpPr>
          <p:cNvPr id="2" name="Text Placeholder 2">
            <a:extLst>
              <a:ext uri="{FF2B5EF4-FFF2-40B4-BE49-F238E27FC236}">
                <a16:creationId xmlns:a16="http://schemas.microsoft.com/office/drawing/2014/main" id="{E013B68F-B365-32C6-C8B6-66516407E205}"/>
              </a:ext>
            </a:extLst>
          </p:cNvPr>
          <p:cNvSpPr>
            <a:spLocks noGrp="1"/>
          </p:cNvSpPr>
          <p:nvPr>
            <p:ph idx="1" hasCustomPrompt="1"/>
          </p:nvPr>
        </p:nvSpPr>
        <p:spPr>
          <a:xfrm>
            <a:off x="563411" y="1684021"/>
            <a:ext cx="11077727" cy="4445317"/>
          </a:xfrm>
          <a:prstGeom prst="rect">
            <a:avLst/>
          </a:prstGeom>
        </p:spPr>
        <p:txBody>
          <a:bodyPr vert="horz" lIns="0" tIns="0" rIns="0" bIns="0" rtlCol="0">
            <a:noAutofit/>
          </a:bodyPr>
          <a:lstStyle>
            <a:lvl1pPr>
              <a:defRPr sz="1400" b="0" i="0">
                <a:latin typeface="Graphik" panose="020B0503030202060203" pitchFamily="34" charset="77"/>
              </a:defRPr>
            </a:lvl1pPr>
            <a:lvl2pPr>
              <a:defRPr sz="1400" b="0" i="0">
                <a:latin typeface="Graphik" panose="020B0503030202060203" pitchFamily="34" charset="77"/>
              </a:defRPr>
            </a:lvl2pPr>
            <a:lvl3pPr>
              <a:defRPr sz="1400" b="0" i="0">
                <a:latin typeface="Graphik" panose="020B0503030202060203" pitchFamily="34" charset="77"/>
              </a:defRPr>
            </a:lvl3pPr>
            <a:lvl4pPr>
              <a:defRPr sz="1050" b="0" i="0">
                <a:latin typeface="Graphik" panose="020B0503030202060203" pitchFamily="34" charset="77"/>
              </a:defRPr>
            </a:lvl4pPr>
            <a:lvl5pPr>
              <a:defRPr sz="1050" b="0" i="0">
                <a:latin typeface="Graphik" panose="020B0503030202060203" pitchFamily="34" charset="77"/>
              </a:defRPr>
            </a:lvl5pPr>
            <a:lvl6pPr>
              <a:defRPr sz="1400" b="0" i="0">
                <a:latin typeface="Graphik" panose="020B0503030202060203" pitchFamily="34" charset="77"/>
              </a:defRPr>
            </a:lvl6pPr>
            <a:lvl7pPr>
              <a:defRPr sz="1100" b="0" i="0">
                <a:latin typeface="Graphik" panose="020B0503030202060203" pitchFamily="34" charset="77"/>
              </a:defRPr>
            </a:lvl7pPr>
            <a:lvl9pPr>
              <a:defRPr sz="1100" b="0" i="0">
                <a:latin typeface="Graphik" panose="020B0503030202060203" pitchFamily="34" charset="77"/>
              </a:defRPr>
            </a:lvl9pPr>
          </a:lstStyle>
          <a:p>
            <a:pPr lvl="0"/>
            <a:r>
              <a:rPr lang="en-US"/>
              <a:t>First level (bullet)</a:t>
            </a:r>
          </a:p>
          <a:p>
            <a:pPr lvl="1"/>
            <a:r>
              <a:rPr lang="en-US"/>
              <a:t>Second level (bullet)</a:t>
            </a:r>
          </a:p>
          <a:p>
            <a:pPr lvl="2"/>
            <a:r>
              <a:rPr lang="en-US"/>
              <a:t>Third level (bullet)</a:t>
            </a:r>
          </a:p>
          <a:p>
            <a:pPr lvl="3"/>
            <a:r>
              <a:rPr lang="en-US"/>
              <a:t>Fourth level (bullet)</a:t>
            </a:r>
          </a:p>
          <a:p>
            <a:pPr lvl="4"/>
            <a:r>
              <a:rPr lang="en-US"/>
              <a:t>Fifth level (bullet)</a:t>
            </a:r>
          </a:p>
          <a:p>
            <a:pPr lvl="5"/>
            <a:r>
              <a:rPr lang="en-US"/>
              <a:t>Sixth level (copy)</a:t>
            </a:r>
          </a:p>
          <a:p>
            <a:pPr lvl="6"/>
            <a:r>
              <a:rPr lang="en-US"/>
              <a:t>Seventh level (small copy)</a:t>
            </a:r>
          </a:p>
          <a:p>
            <a:pPr lvl="8"/>
            <a:r>
              <a:rPr lang="en-US"/>
              <a:t>Ninth level (footnotes and citations)</a:t>
            </a:r>
          </a:p>
        </p:txBody>
      </p:sp>
    </p:spTree>
    <p:extLst>
      <p:ext uri="{BB962C8B-B14F-4D97-AF65-F5344CB8AC3E}">
        <p14:creationId xmlns:p14="http://schemas.microsoft.com/office/powerpoint/2010/main" val="546719337"/>
      </p:ext>
    </p:extLst>
  </p:cSld>
  <p:clrMapOvr>
    <a:masterClrMapping/>
  </p:clrMapOvr>
  <p:extLst>
    <p:ext uri="{DCECCB84-F9BA-43D5-87BE-67443E8EF086}">
      <p15:sldGuideLst xmlns:p15="http://schemas.microsoft.com/office/powerpoint/2012/main">
        <p15:guide id="1" orient="horz" pos="699">
          <p15:clr>
            <a:srgbClr val="547EBF"/>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Content 2: dark mode">
    <p:bg>
      <p:bgPr>
        <a:solidFill>
          <a:srgbClr val="000000"/>
        </a:solidFill>
        <a:effectLst/>
      </p:bgPr>
    </p:bg>
    <p:spTree>
      <p:nvGrpSpPr>
        <p:cNvPr id="1" name=""/>
        <p:cNvGrpSpPr/>
        <p:nvPr/>
      </p:nvGrpSpPr>
      <p:grpSpPr>
        <a:xfrm>
          <a:off x="0" y="0"/>
          <a:ext cx="0" cy="0"/>
          <a:chOff x="0" y="0"/>
          <a:chExt cx="0" cy="0"/>
        </a:xfrm>
      </p:grpSpPr>
      <p:sp>
        <p:nvSpPr>
          <p:cNvPr id="12" name="Title 2">
            <a:extLst>
              <a:ext uri="{FF2B5EF4-FFF2-40B4-BE49-F238E27FC236}">
                <a16:creationId xmlns:a16="http://schemas.microsoft.com/office/drawing/2014/main" id="{DB73B016-14F1-76F3-AF33-93292F228360}"/>
              </a:ext>
            </a:extLst>
          </p:cNvPr>
          <p:cNvSpPr>
            <a:spLocks noGrp="1"/>
          </p:cNvSpPr>
          <p:nvPr>
            <p:ph type="title"/>
          </p:nvPr>
        </p:nvSpPr>
        <p:spPr>
          <a:xfrm>
            <a:off x="556467" y="572600"/>
            <a:ext cx="11084672" cy="393954"/>
          </a:xfrm>
        </p:spPr>
        <p:txBody>
          <a:bodyPr/>
          <a:lstStyle>
            <a:lvl1pPr>
              <a:defRPr>
                <a:solidFill>
                  <a:schemeClr val="bg1"/>
                </a:solidFill>
              </a:defRPr>
            </a:lvl1pPr>
          </a:lstStyle>
          <a:p>
            <a:r>
              <a:rPr lang="en-GB"/>
              <a:t>Click to edit Master title style</a:t>
            </a:r>
            <a:endParaRPr lang="en-US"/>
          </a:p>
        </p:txBody>
      </p:sp>
      <p:sp>
        <p:nvSpPr>
          <p:cNvPr id="11" name="Text Placeholder 3">
            <a:extLst>
              <a:ext uri="{FF2B5EF4-FFF2-40B4-BE49-F238E27FC236}">
                <a16:creationId xmlns:a16="http://schemas.microsoft.com/office/drawing/2014/main" id="{0C3F8CBC-7C73-A273-514B-A95005E2DFE9}"/>
              </a:ext>
            </a:extLst>
          </p:cNvPr>
          <p:cNvSpPr>
            <a:spLocks noGrp="1"/>
          </p:cNvSpPr>
          <p:nvPr>
            <p:ph type="body" sz="quarter" idx="26" hasCustomPrompt="1"/>
          </p:nvPr>
        </p:nvSpPr>
        <p:spPr>
          <a:xfrm>
            <a:off x="563412" y="1109663"/>
            <a:ext cx="11084672" cy="384048"/>
          </a:xfrm>
          <a:prstGeom prst="rect">
            <a:avLst/>
          </a:prstGeom>
        </p:spPr>
        <p:txBody>
          <a:bodyPr anchor="t"/>
          <a:lstStyle>
            <a:lvl1pPr marL="0" indent="0">
              <a:spcAft>
                <a:spcPts val="0"/>
              </a:spcAft>
              <a:buNone/>
              <a:defRPr sz="1800" b="0" i="0">
                <a:solidFill>
                  <a:schemeClr val="bg1"/>
                </a:solidFill>
                <a:latin typeface="Graphik" panose="020B0503030202060203" pitchFamily="34" charset="77"/>
              </a:defRPr>
            </a:lvl1pPr>
          </a:lstStyle>
          <a:p>
            <a:pPr lvl="0"/>
            <a:r>
              <a:rPr lang="en-GB"/>
              <a:t>Place subtitle here in </a:t>
            </a:r>
            <a:r>
              <a:rPr lang="en-GB" err="1"/>
              <a:t>Graphik</a:t>
            </a:r>
            <a:r>
              <a:rPr lang="en-GB"/>
              <a:t> regular</a:t>
            </a:r>
            <a:endParaRPr lang="en-US"/>
          </a:p>
        </p:txBody>
      </p:sp>
      <p:sp>
        <p:nvSpPr>
          <p:cNvPr id="2" name="Text Placeholder 2">
            <a:extLst>
              <a:ext uri="{FF2B5EF4-FFF2-40B4-BE49-F238E27FC236}">
                <a16:creationId xmlns:a16="http://schemas.microsoft.com/office/drawing/2014/main" id="{E013B68F-B365-32C6-C8B6-66516407E205}"/>
              </a:ext>
            </a:extLst>
          </p:cNvPr>
          <p:cNvSpPr>
            <a:spLocks noGrp="1"/>
          </p:cNvSpPr>
          <p:nvPr>
            <p:ph idx="1" hasCustomPrompt="1"/>
          </p:nvPr>
        </p:nvSpPr>
        <p:spPr>
          <a:xfrm>
            <a:off x="563411" y="1684021"/>
            <a:ext cx="11077727" cy="4445317"/>
          </a:xfrm>
          <a:prstGeom prst="rect">
            <a:avLst/>
          </a:prstGeom>
        </p:spPr>
        <p:txBody>
          <a:bodyPr vert="horz" lIns="0" tIns="0" rIns="0" bIns="0" rtlCol="0">
            <a:noAutofit/>
          </a:bodyPr>
          <a:lstStyle>
            <a:lvl1pPr>
              <a:defRPr sz="1400" b="0" i="0">
                <a:solidFill>
                  <a:srgbClr val="FFFFFF"/>
                </a:solidFill>
                <a:latin typeface="Graphik" panose="020B0503030202060203" pitchFamily="34" charset="77"/>
              </a:defRPr>
            </a:lvl1pPr>
            <a:lvl2pPr>
              <a:defRPr sz="1400" b="0" i="0">
                <a:solidFill>
                  <a:srgbClr val="FFFFFF"/>
                </a:solidFill>
                <a:latin typeface="Graphik" panose="020B0503030202060203" pitchFamily="34" charset="77"/>
              </a:defRPr>
            </a:lvl2pPr>
            <a:lvl3pPr>
              <a:defRPr sz="1400" b="0" i="0">
                <a:solidFill>
                  <a:srgbClr val="FFFFFF"/>
                </a:solidFill>
                <a:latin typeface="Graphik" panose="020B0503030202060203" pitchFamily="34" charset="77"/>
              </a:defRPr>
            </a:lvl3pPr>
            <a:lvl4pPr>
              <a:defRPr sz="1050" b="0" i="0">
                <a:solidFill>
                  <a:srgbClr val="FFFFFF"/>
                </a:solidFill>
                <a:latin typeface="Graphik" panose="020B0503030202060203" pitchFamily="34" charset="77"/>
              </a:defRPr>
            </a:lvl4pPr>
            <a:lvl5pPr>
              <a:defRPr sz="1050" b="0" i="0">
                <a:solidFill>
                  <a:srgbClr val="FFFFFF"/>
                </a:solidFill>
                <a:latin typeface="Graphik" panose="020B0503030202060203" pitchFamily="34" charset="77"/>
              </a:defRPr>
            </a:lvl5pPr>
            <a:lvl6pPr>
              <a:defRPr sz="1400" b="0" i="0">
                <a:solidFill>
                  <a:srgbClr val="FFFFFF"/>
                </a:solidFill>
                <a:latin typeface="Graphik" panose="020B0503030202060203" pitchFamily="34" charset="77"/>
              </a:defRPr>
            </a:lvl6pPr>
            <a:lvl7pPr>
              <a:defRPr sz="1100" b="0" i="0">
                <a:solidFill>
                  <a:srgbClr val="FFFFFF"/>
                </a:solidFill>
                <a:latin typeface="Graphik" panose="020B0503030202060203" pitchFamily="34" charset="77"/>
              </a:defRPr>
            </a:lvl7pPr>
            <a:lvl9pPr>
              <a:defRPr sz="1100" b="0" i="0">
                <a:solidFill>
                  <a:srgbClr val="FFFFFF"/>
                </a:solidFill>
                <a:latin typeface="Graphik" panose="020B0503030202060203" pitchFamily="34" charset="77"/>
              </a:defRPr>
            </a:lvl9pPr>
          </a:lstStyle>
          <a:p>
            <a:pPr lvl="0"/>
            <a:r>
              <a:rPr lang="en-US"/>
              <a:t>First level (bullet)</a:t>
            </a:r>
          </a:p>
          <a:p>
            <a:pPr lvl="1"/>
            <a:r>
              <a:rPr lang="en-US"/>
              <a:t>Second level (bullet)</a:t>
            </a:r>
          </a:p>
          <a:p>
            <a:pPr lvl="2"/>
            <a:r>
              <a:rPr lang="en-US"/>
              <a:t>Third level (bullet)</a:t>
            </a:r>
          </a:p>
          <a:p>
            <a:pPr lvl="3"/>
            <a:r>
              <a:rPr lang="en-US"/>
              <a:t>Fourth level (bullet)</a:t>
            </a:r>
          </a:p>
          <a:p>
            <a:pPr lvl="4"/>
            <a:r>
              <a:rPr lang="en-US"/>
              <a:t>Fifth level (bullet)</a:t>
            </a:r>
          </a:p>
          <a:p>
            <a:pPr lvl="5"/>
            <a:r>
              <a:rPr lang="en-US"/>
              <a:t>Sixth level (copy)</a:t>
            </a:r>
          </a:p>
          <a:p>
            <a:pPr lvl="6"/>
            <a:r>
              <a:rPr lang="en-US"/>
              <a:t>Seventh level (small copy)</a:t>
            </a:r>
          </a:p>
          <a:p>
            <a:pPr lvl="8"/>
            <a:r>
              <a:rPr lang="en-US"/>
              <a:t>Ninth level (footnotes and citations)</a:t>
            </a:r>
          </a:p>
        </p:txBody>
      </p:sp>
      <p:sp>
        <p:nvSpPr>
          <p:cNvPr id="4" name="GTS_WH">
            <a:extLst>
              <a:ext uri="{FF2B5EF4-FFF2-40B4-BE49-F238E27FC236}">
                <a16:creationId xmlns:a16="http://schemas.microsoft.com/office/drawing/2014/main" id="{BDF14360-0E2D-7FE6-A174-E8EA0610C689}"/>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Tree>
    <p:extLst>
      <p:ext uri="{BB962C8B-B14F-4D97-AF65-F5344CB8AC3E}">
        <p14:creationId xmlns:p14="http://schemas.microsoft.com/office/powerpoint/2010/main" val="354471621"/>
      </p:ext>
    </p:extLst>
  </p:cSld>
  <p:clrMapOvr>
    <a:masterClrMapping/>
  </p:clrMapOvr>
  <p:extLst>
    <p:ext uri="{DCECCB84-F9BA-43D5-87BE-67443E8EF086}">
      <p15:sldGuideLst xmlns:p15="http://schemas.microsoft.com/office/powerpoint/2012/main">
        <p15:guide id="1" orient="horz" pos="699">
          <p15:clr>
            <a:srgbClr val="547EBF"/>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Content: 2 columns ">
    <p:spTree>
      <p:nvGrpSpPr>
        <p:cNvPr id="1" name=""/>
        <p:cNvGrpSpPr/>
        <p:nvPr/>
      </p:nvGrpSpPr>
      <p:grpSpPr>
        <a:xfrm>
          <a:off x="0" y="0"/>
          <a:ext cx="0" cy="0"/>
          <a:chOff x="0" y="0"/>
          <a:chExt cx="0" cy="0"/>
        </a:xfrm>
      </p:grpSpPr>
      <p:sp>
        <p:nvSpPr>
          <p:cNvPr id="4" name="Title 2">
            <a:extLst>
              <a:ext uri="{FF2B5EF4-FFF2-40B4-BE49-F238E27FC236}">
                <a16:creationId xmlns:a16="http://schemas.microsoft.com/office/drawing/2014/main" id="{48701463-9442-1142-516A-46496479961A}"/>
              </a:ext>
            </a:extLst>
          </p:cNvPr>
          <p:cNvSpPr>
            <a:spLocks noGrp="1"/>
          </p:cNvSpPr>
          <p:nvPr>
            <p:ph type="title"/>
          </p:nvPr>
        </p:nvSpPr>
        <p:spPr>
          <a:xfrm>
            <a:off x="556467" y="572600"/>
            <a:ext cx="11084672" cy="393954"/>
          </a:xfrm>
        </p:spPr>
        <p:txBody>
          <a:bodyPr/>
          <a:lstStyle/>
          <a:p>
            <a:r>
              <a:rPr lang="en-GB"/>
              <a:t>Click to edit Master title style</a:t>
            </a:r>
            <a:endParaRPr lang="en-US"/>
          </a:p>
        </p:txBody>
      </p:sp>
      <p:sp>
        <p:nvSpPr>
          <p:cNvPr id="7" name="Content Placeholder 4">
            <a:extLst>
              <a:ext uri="{FF2B5EF4-FFF2-40B4-BE49-F238E27FC236}">
                <a16:creationId xmlns:a16="http://schemas.microsoft.com/office/drawing/2014/main" id="{9917C584-C28F-B584-7B0F-55FA025AE20A}"/>
              </a:ext>
            </a:extLst>
          </p:cNvPr>
          <p:cNvSpPr>
            <a:spLocks noGrp="1"/>
          </p:cNvSpPr>
          <p:nvPr>
            <p:ph sz="half" idx="23" hasCustomPrompt="1"/>
          </p:nvPr>
        </p:nvSpPr>
        <p:spPr>
          <a:xfrm>
            <a:off x="563411" y="1371600"/>
            <a:ext cx="5366829" cy="4757738"/>
          </a:xfrm>
          <a:prstGeom prst="rect">
            <a:avLst/>
          </a:prstGeom>
        </p:spPr>
        <p:txBody>
          <a:bodyPr/>
          <a:lstStyle>
            <a:lvl1pPr>
              <a:spcAft>
                <a:spcPts val="600"/>
              </a:spcAft>
              <a:defRPr sz="1400" b="0" i="0">
                <a:latin typeface="Graphik" panose="020B0503030202060203" pitchFamily="34" charset="77"/>
              </a:defRPr>
            </a:lvl1pPr>
            <a:lvl2pPr>
              <a:spcAft>
                <a:spcPts val="600"/>
              </a:spcAft>
              <a:defRPr sz="1400" b="0" i="0">
                <a:latin typeface="Graphik" panose="020B0503030202060203" pitchFamily="34" charset="77"/>
              </a:defRPr>
            </a:lvl2pPr>
            <a:lvl3pPr>
              <a:spcAft>
                <a:spcPts val="600"/>
              </a:spcAft>
              <a:defRPr sz="1400" b="0" i="0">
                <a:latin typeface="Graphik" panose="020B0503030202060203" pitchFamily="34" charset="77"/>
              </a:defRPr>
            </a:lvl3pPr>
            <a:lvl4pPr>
              <a:spcAft>
                <a:spcPts val="600"/>
              </a:spcAft>
              <a:defRPr sz="1200" b="0" i="0">
                <a:latin typeface="Graphik" panose="020B0503030202060203" pitchFamily="34" charset="77"/>
              </a:defRPr>
            </a:lvl4pPr>
            <a:lvl5pPr>
              <a:spcAft>
                <a:spcPts val="600"/>
              </a:spcAft>
              <a:defRPr sz="1200" b="0" i="0">
                <a:latin typeface="Graphik" panose="020B0503030202060203" pitchFamily="34" charset="77"/>
              </a:defRPr>
            </a:lvl5pPr>
            <a:lvl6pPr>
              <a:defRPr sz="1100" b="0" i="0">
                <a:latin typeface="Graphik" panose="020B0503030202060203" pitchFamily="34" charset="77"/>
              </a:defRPr>
            </a:lvl6pPr>
          </a:lstStyle>
          <a:p>
            <a:pPr lvl="0"/>
            <a:r>
              <a:rPr lang="en-US"/>
              <a:t>Place text here</a:t>
            </a:r>
          </a:p>
          <a:p>
            <a:pPr lvl="1"/>
            <a:r>
              <a:rPr lang="en-US"/>
              <a:t>Second level</a:t>
            </a:r>
          </a:p>
          <a:p>
            <a:pPr lvl="2"/>
            <a:r>
              <a:rPr lang="en-US"/>
              <a:t>Third level</a:t>
            </a:r>
          </a:p>
          <a:p>
            <a:pPr lvl="3"/>
            <a:r>
              <a:rPr lang="en-US"/>
              <a:t>Fourth level</a:t>
            </a:r>
          </a:p>
          <a:p>
            <a:pPr lvl="4"/>
            <a:r>
              <a:rPr lang="en-US"/>
              <a:t>Fifth level</a:t>
            </a:r>
          </a:p>
          <a:p>
            <a:pPr lvl="5"/>
            <a:r>
              <a:rPr lang="en-US"/>
              <a:t>Sixth level</a:t>
            </a:r>
          </a:p>
        </p:txBody>
      </p:sp>
      <p:sp>
        <p:nvSpPr>
          <p:cNvPr id="8" name="Content Placeholder 4">
            <a:extLst>
              <a:ext uri="{FF2B5EF4-FFF2-40B4-BE49-F238E27FC236}">
                <a16:creationId xmlns:a16="http://schemas.microsoft.com/office/drawing/2014/main" id="{6042C45C-90BD-45D8-3274-EC8F9C34884E}"/>
              </a:ext>
            </a:extLst>
          </p:cNvPr>
          <p:cNvSpPr>
            <a:spLocks noGrp="1"/>
          </p:cNvSpPr>
          <p:nvPr>
            <p:ph sz="half" idx="27" hasCustomPrompt="1"/>
          </p:nvPr>
        </p:nvSpPr>
        <p:spPr>
          <a:xfrm>
            <a:off x="6274309" y="1371600"/>
            <a:ext cx="5366829" cy="4757738"/>
          </a:xfrm>
          <a:prstGeom prst="rect">
            <a:avLst/>
          </a:prstGeom>
        </p:spPr>
        <p:txBody>
          <a:bodyPr/>
          <a:lstStyle>
            <a:lvl1pPr>
              <a:spcAft>
                <a:spcPts val="600"/>
              </a:spcAft>
              <a:defRPr sz="1400" b="0" i="0">
                <a:latin typeface="Graphik" panose="020B0503030202060203" pitchFamily="34" charset="77"/>
              </a:defRPr>
            </a:lvl1pPr>
            <a:lvl2pPr>
              <a:spcAft>
                <a:spcPts val="600"/>
              </a:spcAft>
              <a:defRPr sz="1400" b="0" i="0">
                <a:latin typeface="Graphik" panose="020B0503030202060203" pitchFamily="34" charset="77"/>
              </a:defRPr>
            </a:lvl2pPr>
            <a:lvl3pPr>
              <a:spcAft>
                <a:spcPts val="600"/>
              </a:spcAft>
              <a:defRPr sz="1400" b="0" i="0">
                <a:latin typeface="Graphik" panose="020B0503030202060203" pitchFamily="34" charset="77"/>
              </a:defRPr>
            </a:lvl3pPr>
            <a:lvl4pPr>
              <a:spcAft>
                <a:spcPts val="600"/>
              </a:spcAft>
              <a:defRPr sz="1200" b="0" i="0">
                <a:latin typeface="Graphik" panose="020B0503030202060203" pitchFamily="34" charset="77"/>
              </a:defRPr>
            </a:lvl4pPr>
            <a:lvl5pPr>
              <a:spcAft>
                <a:spcPts val="600"/>
              </a:spcAft>
              <a:defRPr sz="1200" b="0" i="0">
                <a:latin typeface="Graphik" panose="020B0503030202060203" pitchFamily="34" charset="77"/>
              </a:defRPr>
            </a:lvl5pPr>
            <a:lvl6pPr>
              <a:defRPr sz="1100" b="0" i="0">
                <a:latin typeface="Graphik" panose="020B0503030202060203" pitchFamily="34" charset="77"/>
              </a:defRPr>
            </a:lvl6pPr>
          </a:lstStyle>
          <a:p>
            <a:pPr lvl="0"/>
            <a:r>
              <a:rPr lang="en-US"/>
              <a:t>Place text here</a:t>
            </a:r>
          </a:p>
          <a:p>
            <a:pPr lvl="1"/>
            <a:r>
              <a:rPr lang="en-US"/>
              <a:t>Second level</a:t>
            </a:r>
          </a:p>
          <a:p>
            <a:pPr lvl="2"/>
            <a:r>
              <a:rPr lang="en-US"/>
              <a:t>Third level</a:t>
            </a:r>
          </a:p>
          <a:p>
            <a:pPr lvl="3"/>
            <a:r>
              <a:rPr lang="en-US"/>
              <a:t>Fourth level</a:t>
            </a:r>
          </a:p>
          <a:p>
            <a:pPr lvl="4"/>
            <a:r>
              <a:rPr lang="en-US"/>
              <a:t>Fifth level</a:t>
            </a:r>
          </a:p>
          <a:p>
            <a:pPr lvl="5"/>
            <a:r>
              <a:rPr lang="en-US"/>
              <a:t>Sixth level</a:t>
            </a:r>
          </a:p>
        </p:txBody>
      </p:sp>
    </p:spTree>
    <p:extLst>
      <p:ext uri="{BB962C8B-B14F-4D97-AF65-F5344CB8AC3E}">
        <p14:creationId xmlns:p14="http://schemas.microsoft.com/office/powerpoint/2010/main" val="3636527163"/>
      </p:ext>
    </p:extLst>
  </p:cSld>
  <p:clrMapOvr>
    <a:masterClrMapping/>
  </p:clrMapOvr>
  <p:extLst>
    <p:ext uri="{DCECCB84-F9BA-43D5-87BE-67443E8EF086}">
      <p15:sldGuideLst xmlns:p15="http://schemas.microsoft.com/office/powerpoint/2012/main"/>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Content: 2 columns + subtitle">
    <p:spTree>
      <p:nvGrpSpPr>
        <p:cNvPr id="1" name=""/>
        <p:cNvGrpSpPr/>
        <p:nvPr/>
      </p:nvGrpSpPr>
      <p:grpSpPr>
        <a:xfrm>
          <a:off x="0" y="0"/>
          <a:ext cx="0" cy="0"/>
          <a:chOff x="0" y="0"/>
          <a:chExt cx="0" cy="0"/>
        </a:xfrm>
      </p:grpSpPr>
      <p:sp>
        <p:nvSpPr>
          <p:cNvPr id="5" name="Title 2">
            <a:extLst>
              <a:ext uri="{FF2B5EF4-FFF2-40B4-BE49-F238E27FC236}">
                <a16:creationId xmlns:a16="http://schemas.microsoft.com/office/drawing/2014/main" id="{4ADD1F44-0234-2D57-4413-4FC6C13C9526}"/>
              </a:ext>
            </a:extLst>
          </p:cNvPr>
          <p:cNvSpPr>
            <a:spLocks noGrp="1"/>
          </p:cNvSpPr>
          <p:nvPr>
            <p:ph type="title"/>
          </p:nvPr>
        </p:nvSpPr>
        <p:spPr>
          <a:xfrm>
            <a:off x="556467" y="572600"/>
            <a:ext cx="11084672" cy="393954"/>
          </a:xfrm>
        </p:spPr>
        <p:txBody>
          <a:bodyPr/>
          <a:lstStyle/>
          <a:p>
            <a:r>
              <a:rPr lang="en-GB"/>
              <a:t>Click to edit Master title style</a:t>
            </a:r>
            <a:endParaRPr lang="en-US"/>
          </a:p>
        </p:txBody>
      </p:sp>
      <p:sp>
        <p:nvSpPr>
          <p:cNvPr id="3" name="Text Placeholder 3">
            <a:extLst>
              <a:ext uri="{FF2B5EF4-FFF2-40B4-BE49-F238E27FC236}">
                <a16:creationId xmlns:a16="http://schemas.microsoft.com/office/drawing/2014/main" id="{A3A63DC6-F1D4-F48E-63CC-C7FB269035DD}"/>
              </a:ext>
            </a:extLst>
          </p:cNvPr>
          <p:cNvSpPr>
            <a:spLocks noGrp="1"/>
          </p:cNvSpPr>
          <p:nvPr>
            <p:ph type="body" sz="quarter" idx="26" hasCustomPrompt="1"/>
          </p:nvPr>
        </p:nvSpPr>
        <p:spPr>
          <a:xfrm>
            <a:off x="563411" y="1109663"/>
            <a:ext cx="11084673" cy="384048"/>
          </a:xfrm>
          <a:prstGeom prst="rect">
            <a:avLst/>
          </a:prstGeom>
        </p:spPr>
        <p:txBody>
          <a:bodyPr anchor="t"/>
          <a:lstStyle>
            <a:lvl1pPr marL="0" indent="0">
              <a:spcAft>
                <a:spcPts val="0"/>
              </a:spcAft>
              <a:buNone/>
              <a:defRPr sz="1800" b="0" i="0">
                <a:solidFill>
                  <a:schemeClr val="bg2"/>
                </a:solidFill>
                <a:latin typeface="Graphik" panose="020B0503030202060203" pitchFamily="34" charset="77"/>
              </a:defRPr>
            </a:lvl1pPr>
          </a:lstStyle>
          <a:p>
            <a:pPr lvl="0"/>
            <a:r>
              <a:rPr lang="en-GB"/>
              <a:t>Place subtitle here in </a:t>
            </a:r>
            <a:r>
              <a:rPr lang="en-GB" err="1"/>
              <a:t>Graphik</a:t>
            </a:r>
            <a:r>
              <a:rPr lang="en-GB"/>
              <a:t> regular</a:t>
            </a:r>
            <a:endParaRPr lang="en-US"/>
          </a:p>
        </p:txBody>
      </p:sp>
      <p:sp>
        <p:nvSpPr>
          <p:cNvPr id="11" name="Content Placeholder 4">
            <a:extLst>
              <a:ext uri="{FF2B5EF4-FFF2-40B4-BE49-F238E27FC236}">
                <a16:creationId xmlns:a16="http://schemas.microsoft.com/office/drawing/2014/main" id="{D1F96AC0-D13D-0E71-5754-A36D3204D2CE}"/>
              </a:ext>
            </a:extLst>
          </p:cNvPr>
          <p:cNvSpPr>
            <a:spLocks noGrp="1"/>
          </p:cNvSpPr>
          <p:nvPr>
            <p:ph sz="half" idx="23" hasCustomPrompt="1"/>
          </p:nvPr>
        </p:nvSpPr>
        <p:spPr>
          <a:xfrm>
            <a:off x="563411" y="1844675"/>
            <a:ext cx="5366829" cy="4284663"/>
          </a:xfrm>
          <a:prstGeom prst="rect">
            <a:avLst/>
          </a:prstGeom>
        </p:spPr>
        <p:txBody>
          <a:bodyPr/>
          <a:lstStyle>
            <a:lvl1pPr>
              <a:spcAft>
                <a:spcPts val="600"/>
              </a:spcAft>
              <a:defRPr sz="1400" b="0" i="0">
                <a:latin typeface="Graphik" panose="020B0503030202060203" pitchFamily="34" charset="77"/>
              </a:defRPr>
            </a:lvl1pPr>
            <a:lvl2pPr>
              <a:spcAft>
                <a:spcPts val="600"/>
              </a:spcAft>
              <a:defRPr sz="1400" b="0" i="0">
                <a:latin typeface="Graphik" panose="020B0503030202060203" pitchFamily="34" charset="77"/>
              </a:defRPr>
            </a:lvl2pPr>
            <a:lvl3pPr>
              <a:spcAft>
                <a:spcPts val="600"/>
              </a:spcAft>
              <a:defRPr sz="1400" b="0" i="0">
                <a:latin typeface="Graphik" panose="020B0503030202060203" pitchFamily="34" charset="77"/>
              </a:defRPr>
            </a:lvl3pPr>
            <a:lvl4pPr>
              <a:spcAft>
                <a:spcPts val="600"/>
              </a:spcAft>
              <a:defRPr sz="1200" b="0" i="0">
                <a:latin typeface="Graphik" panose="020B0503030202060203" pitchFamily="34" charset="77"/>
              </a:defRPr>
            </a:lvl4pPr>
            <a:lvl5pPr>
              <a:spcAft>
                <a:spcPts val="600"/>
              </a:spcAft>
              <a:defRPr sz="1200" b="0" i="0">
                <a:latin typeface="Graphik" panose="020B0503030202060203" pitchFamily="34" charset="77"/>
              </a:defRPr>
            </a:lvl5pPr>
            <a:lvl6pPr>
              <a:defRPr sz="1400" b="0" i="0">
                <a:latin typeface="Graphik" panose="020B0503030202060203" pitchFamily="34" charset="77"/>
              </a:defRPr>
            </a:lvl6pPr>
          </a:lstStyle>
          <a:p>
            <a:pPr lvl="0"/>
            <a:r>
              <a:rPr lang="en-US"/>
              <a:t>Place text here</a:t>
            </a:r>
          </a:p>
          <a:p>
            <a:pPr lvl="1"/>
            <a:r>
              <a:rPr lang="en-US"/>
              <a:t>Second level</a:t>
            </a:r>
          </a:p>
          <a:p>
            <a:pPr lvl="2"/>
            <a:r>
              <a:rPr lang="en-US"/>
              <a:t>Third level</a:t>
            </a:r>
          </a:p>
          <a:p>
            <a:pPr lvl="3"/>
            <a:r>
              <a:rPr lang="en-US"/>
              <a:t>Fourth level</a:t>
            </a:r>
          </a:p>
          <a:p>
            <a:pPr lvl="4"/>
            <a:r>
              <a:rPr lang="en-US"/>
              <a:t>Fifth level</a:t>
            </a:r>
          </a:p>
          <a:p>
            <a:pPr lvl="5"/>
            <a:r>
              <a:rPr lang="en-US"/>
              <a:t>Sixth level</a:t>
            </a:r>
          </a:p>
        </p:txBody>
      </p:sp>
      <p:sp>
        <p:nvSpPr>
          <p:cNvPr id="12" name="Content Placeholder 4">
            <a:extLst>
              <a:ext uri="{FF2B5EF4-FFF2-40B4-BE49-F238E27FC236}">
                <a16:creationId xmlns:a16="http://schemas.microsoft.com/office/drawing/2014/main" id="{32746C65-211F-F944-7DC6-636860898795}"/>
              </a:ext>
            </a:extLst>
          </p:cNvPr>
          <p:cNvSpPr>
            <a:spLocks noGrp="1"/>
          </p:cNvSpPr>
          <p:nvPr>
            <p:ph sz="half" idx="27" hasCustomPrompt="1"/>
          </p:nvPr>
        </p:nvSpPr>
        <p:spPr>
          <a:xfrm>
            <a:off x="6274309" y="1844675"/>
            <a:ext cx="5366829" cy="4284663"/>
          </a:xfrm>
          <a:prstGeom prst="rect">
            <a:avLst/>
          </a:prstGeom>
        </p:spPr>
        <p:txBody>
          <a:bodyPr/>
          <a:lstStyle>
            <a:lvl1pPr>
              <a:spcAft>
                <a:spcPts val="600"/>
              </a:spcAft>
              <a:defRPr sz="1400" b="0" i="0">
                <a:latin typeface="Graphik" panose="020B0503030202060203" pitchFamily="34" charset="77"/>
              </a:defRPr>
            </a:lvl1pPr>
            <a:lvl2pPr>
              <a:spcAft>
                <a:spcPts val="600"/>
              </a:spcAft>
              <a:defRPr sz="1400" b="0" i="0">
                <a:latin typeface="Graphik" panose="020B0503030202060203" pitchFamily="34" charset="77"/>
              </a:defRPr>
            </a:lvl2pPr>
            <a:lvl3pPr>
              <a:spcAft>
                <a:spcPts val="600"/>
              </a:spcAft>
              <a:defRPr sz="1400" b="0" i="0">
                <a:latin typeface="Graphik" panose="020B0503030202060203" pitchFamily="34" charset="77"/>
              </a:defRPr>
            </a:lvl3pPr>
            <a:lvl4pPr>
              <a:spcAft>
                <a:spcPts val="600"/>
              </a:spcAft>
              <a:defRPr sz="1200" b="0" i="0">
                <a:latin typeface="Graphik" panose="020B0503030202060203" pitchFamily="34" charset="77"/>
              </a:defRPr>
            </a:lvl4pPr>
            <a:lvl5pPr>
              <a:spcAft>
                <a:spcPts val="600"/>
              </a:spcAft>
              <a:defRPr sz="1200" b="0" i="0">
                <a:latin typeface="Graphik" panose="020B0503030202060203" pitchFamily="34" charset="77"/>
              </a:defRPr>
            </a:lvl5pPr>
            <a:lvl6pPr>
              <a:defRPr sz="1400" b="0" i="0">
                <a:latin typeface="Graphik" panose="020B0503030202060203" pitchFamily="34" charset="77"/>
              </a:defRPr>
            </a:lvl6pPr>
          </a:lstStyle>
          <a:p>
            <a:pPr lvl="0"/>
            <a:r>
              <a:rPr lang="en-US"/>
              <a:t>Place text here</a:t>
            </a:r>
          </a:p>
          <a:p>
            <a:pPr lvl="1"/>
            <a:r>
              <a:rPr lang="en-US"/>
              <a:t>Second level</a:t>
            </a:r>
          </a:p>
          <a:p>
            <a:pPr lvl="2"/>
            <a:r>
              <a:rPr lang="en-US"/>
              <a:t>Third level</a:t>
            </a:r>
          </a:p>
          <a:p>
            <a:pPr lvl="3"/>
            <a:r>
              <a:rPr lang="en-US"/>
              <a:t>Fourth level</a:t>
            </a:r>
          </a:p>
          <a:p>
            <a:pPr lvl="4"/>
            <a:r>
              <a:rPr lang="en-US"/>
              <a:t>Fifth level</a:t>
            </a:r>
          </a:p>
          <a:p>
            <a:pPr lvl="5"/>
            <a:r>
              <a:rPr lang="en-US"/>
              <a:t>Sixth level</a:t>
            </a:r>
          </a:p>
        </p:txBody>
      </p:sp>
    </p:spTree>
    <p:extLst>
      <p:ext uri="{BB962C8B-B14F-4D97-AF65-F5344CB8AC3E}">
        <p14:creationId xmlns:p14="http://schemas.microsoft.com/office/powerpoint/2010/main" val="1976679589"/>
      </p:ext>
    </p:extLst>
  </p:cSld>
  <p:clrMapOvr>
    <a:masterClrMapping/>
  </p:clrMapOvr>
  <p:extLst>
    <p:ext uri="{DCECCB84-F9BA-43D5-87BE-67443E8EF086}">
      <p15:sldGuideLst xmlns:p15="http://schemas.microsoft.com/office/powerpoint/2012/main"/>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Content: 1 column + image">
    <p:spTree>
      <p:nvGrpSpPr>
        <p:cNvPr id="1" name=""/>
        <p:cNvGrpSpPr/>
        <p:nvPr/>
      </p:nvGrpSpPr>
      <p:grpSpPr>
        <a:xfrm>
          <a:off x="0" y="0"/>
          <a:ext cx="0" cy="0"/>
          <a:chOff x="0" y="0"/>
          <a:chExt cx="0" cy="0"/>
        </a:xfrm>
      </p:grpSpPr>
      <p:sp>
        <p:nvSpPr>
          <p:cNvPr id="4" name="Title 2">
            <a:extLst>
              <a:ext uri="{FF2B5EF4-FFF2-40B4-BE49-F238E27FC236}">
                <a16:creationId xmlns:a16="http://schemas.microsoft.com/office/drawing/2014/main" id="{2E7AEC39-79BA-E7A3-BBD2-6D1623631EAD}"/>
              </a:ext>
            </a:extLst>
          </p:cNvPr>
          <p:cNvSpPr>
            <a:spLocks noGrp="1"/>
          </p:cNvSpPr>
          <p:nvPr>
            <p:ph type="title"/>
          </p:nvPr>
        </p:nvSpPr>
        <p:spPr>
          <a:xfrm>
            <a:off x="556466" y="572600"/>
            <a:ext cx="4958430" cy="393954"/>
          </a:xfrm>
        </p:spPr>
        <p:txBody>
          <a:bodyPr/>
          <a:lstStyle/>
          <a:p>
            <a:r>
              <a:rPr lang="en-GB"/>
              <a:t>Click to edit Master title style</a:t>
            </a:r>
            <a:endParaRPr lang="en-US"/>
          </a:p>
        </p:txBody>
      </p:sp>
      <p:sp>
        <p:nvSpPr>
          <p:cNvPr id="2" name="Text Placeholder 3">
            <a:extLst>
              <a:ext uri="{FF2B5EF4-FFF2-40B4-BE49-F238E27FC236}">
                <a16:creationId xmlns:a16="http://schemas.microsoft.com/office/drawing/2014/main" id="{76AA3A1C-64F6-5ED3-5870-9290D090DB50}"/>
              </a:ext>
            </a:extLst>
          </p:cNvPr>
          <p:cNvSpPr>
            <a:spLocks noGrp="1"/>
          </p:cNvSpPr>
          <p:nvPr>
            <p:ph type="body" sz="quarter" idx="26" hasCustomPrompt="1"/>
          </p:nvPr>
        </p:nvSpPr>
        <p:spPr>
          <a:xfrm>
            <a:off x="563411" y="1609787"/>
            <a:ext cx="4958430" cy="384048"/>
          </a:xfrm>
          <a:prstGeom prst="rect">
            <a:avLst/>
          </a:prstGeom>
        </p:spPr>
        <p:txBody>
          <a:bodyPr anchor="t"/>
          <a:lstStyle>
            <a:lvl1pPr marL="0" indent="0">
              <a:spcAft>
                <a:spcPts val="0"/>
              </a:spcAft>
              <a:buNone/>
              <a:defRPr sz="1800" b="0" i="0">
                <a:solidFill>
                  <a:schemeClr val="bg2"/>
                </a:solidFill>
                <a:latin typeface="Graphik" panose="020B0503030202060203" pitchFamily="34" charset="77"/>
              </a:defRPr>
            </a:lvl1pPr>
          </a:lstStyle>
          <a:p>
            <a:pPr lvl="0"/>
            <a:r>
              <a:rPr lang="en-GB"/>
              <a:t>Place subtitle here in </a:t>
            </a:r>
            <a:r>
              <a:rPr lang="en-GB" err="1"/>
              <a:t>Graphik</a:t>
            </a:r>
            <a:r>
              <a:rPr lang="en-GB"/>
              <a:t> regular</a:t>
            </a:r>
            <a:endParaRPr lang="en-US"/>
          </a:p>
        </p:txBody>
      </p:sp>
      <p:sp>
        <p:nvSpPr>
          <p:cNvPr id="9" name="Text Placeholder 3a">
            <a:extLst>
              <a:ext uri="{FF2B5EF4-FFF2-40B4-BE49-F238E27FC236}">
                <a16:creationId xmlns:a16="http://schemas.microsoft.com/office/drawing/2014/main" id="{5D9B6009-93F7-0EA3-7688-ED060527BD22}"/>
              </a:ext>
            </a:extLst>
          </p:cNvPr>
          <p:cNvSpPr>
            <a:spLocks noGrp="1"/>
          </p:cNvSpPr>
          <p:nvPr>
            <p:ph type="body" idx="22" hasCustomPrompt="1"/>
          </p:nvPr>
        </p:nvSpPr>
        <p:spPr>
          <a:xfrm>
            <a:off x="563411" y="2168501"/>
            <a:ext cx="4951564" cy="632327"/>
          </a:xfrm>
          <a:prstGeom prst="rect">
            <a:avLst/>
          </a:prstGeom>
        </p:spPr>
        <p:txBody>
          <a:bodyPr anchor="t"/>
          <a:lstStyle>
            <a:lvl1pPr marL="0" indent="0">
              <a:lnSpc>
                <a:spcPct val="90000"/>
              </a:lnSpc>
              <a:spcAft>
                <a:spcPts val="0"/>
              </a:spcAft>
              <a:buNone/>
              <a:defRPr sz="1800" b="1" i="0">
                <a:latin typeface="Graphik Semibold" panose="020B0503030202060203" pitchFamily="34" charset="77"/>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Place headline </a:t>
            </a:r>
            <a:br>
              <a:rPr lang="en-US"/>
            </a:br>
            <a:r>
              <a:rPr lang="en-US"/>
              <a:t>here</a:t>
            </a:r>
          </a:p>
        </p:txBody>
      </p:sp>
      <p:sp>
        <p:nvSpPr>
          <p:cNvPr id="14" name="Content Placeholder 4">
            <a:extLst>
              <a:ext uri="{FF2B5EF4-FFF2-40B4-BE49-F238E27FC236}">
                <a16:creationId xmlns:a16="http://schemas.microsoft.com/office/drawing/2014/main" id="{DD884840-889C-7E2B-A21E-B460E6632A5E}"/>
              </a:ext>
            </a:extLst>
          </p:cNvPr>
          <p:cNvSpPr>
            <a:spLocks noGrp="1"/>
          </p:cNvSpPr>
          <p:nvPr>
            <p:ph sz="half" idx="23" hasCustomPrompt="1"/>
          </p:nvPr>
        </p:nvSpPr>
        <p:spPr>
          <a:xfrm>
            <a:off x="563411" y="2857534"/>
            <a:ext cx="4951564" cy="3247991"/>
          </a:xfrm>
          <a:prstGeom prst="rect">
            <a:avLst/>
          </a:prstGeom>
        </p:spPr>
        <p:txBody>
          <a:bodyPr/>
          <a:lstStyle>
            <a:lvl1pPr>
              <a:spcAft>
                <a:spcPts val="600"/>
              </a:spcAft>
              <a:defRPr sz="1400" b="0" i="0">
                <a:latin typeface="Graphik" panose="020B0503030202060203" pitchFamily="34" charset="77"/>
              </a:defRPr>
            </a:lvl1pPr>
            <a:lvl2pPr>
              <a:spcAft>
                <a:spcPts val="600"/>
              </a:spcAft>
              <a:defRPr sz="1400" b="0" i="0">
                <a:latin typeface="Graphik" panose="020B0503030202060203" pitchFamily="34" charset="77"/>
              </a:defRPr>
            </a:lvl2pPr>
            <a:lvl3pPr>
              <a:spcAft>
                <a:spcPts val="600"/>
              </a:spcAft>
              <a:defRPr sz="1400" b="0" i="0">
                <a:latin typeface="Graphik" panose="020B0503030202060203" pitchFamily="34" charset="77"/>
              </a:defRPr>
            </a:lvl3pPr>
            <a:lvl4pPr>
              <a:spcAft>
                <a:spcPts val="600"/>
              </a:spcAft>
              <a:defRPr sz="1200" b="0" i="0">
                <a:latin typeface="Graphik" panose="020B0503030202060203" pitchFamily="34" charset="77"/>
              </a:defRPr>
            </a:lvl4pPr>
            <a:lvl5pPr>
              <a:spcAft>
                <a:spcPts val="600"/>
              </a:spcAft>
              <a:defRPr sz="1200" b="0" i="0">
                <a:latin typeface="Graphik" panose="020B0503030202060203" pitchFamily="34" charset="77"/>
              </a:defRPr>
            </a:lvl5pPr>
            <a:lvl6pPr>
              <a:defRPr sz="1100" b="0" i="0">
                <a:latin typeface="Graphik" panose="020B0503030202060203" pitchFamily="34" charset="77"/>
              </a:defRPr>
            </a:lvl6pPr>
          </a:lstStyle>
          <a:p>
            <a:pPr lvl="0"/>
            <a:r>
              <a:rPr lang="en-US"/>
              <a:t>Place text her</a:t>
            </a:r>
          </a:p>
          <a:p>
            <a:pPr lvl="1"/>
            <a:r>
              <a:rPr lang="en-US"/>
              <a:t>Second level</a:t>
            </a:r>
          </a:p>
          <a:p>
            <a:pPr lvl="2"/>
            <a:r>
              <a:rPr lang="en-US"/>
              <a:t>Third level</a:t>
            </a:r>
          </a:p>
          <a:p>
            <a:pPr lvl="3"/>
            <a:r>
              <a:rPr lang="en-US"/>
              <a:t>Fourth level</a:t>
            </a:r>
          </a:p>
          <a:p>
            <a:pPr lvl="4"/>
            <a:r>
              <a:rPr lang="en-US"/>
              <a:t>Fifth level</a:t>
            </a:r>
          </a:p>
          <a:p>
            <a:pPr lvl="5"/>
            <a:r>
              <a:rPr lang="en-US"/>
              <a:t>Sixth level</a:t>
            </a:r>
          </a:p>
        </p:txBody>
      </p:sp>
      <p:sp>
        <p:nvSpPr>
          <p:cNvPr id="12" name="Picture Placeholder 10">
            <a:extLst>
              <a:ext uri="{FF2B5EF4-FFF2-40B4-BE49-F238E27FC236}">
                <a16:creationId xmlns:a16="http://schemas.microsoft.com/office/drawing/2014/main" id="{B0AA4D52-B7EF-3A7F-8F6B-EE17D2CD81D7}"/>
              </a:ext>
            </a:extLst>
          </p:cNvPr>
          <p:cNvSpPr>
            <a:spLocks noGrp="1" noChangeAspect="1"/>
          </p:cNvSpPr>
          <p:nvPr>
            <p:ph type="pic" sz="quarter" idx="16"/>
          </p:nvPr>
        </p:nvSpPr>
        <p:spPr>
          <a:xfrm>
            <a:off x="6103368" y="549275"/>
            <a:ext cx="6092648" cy="5759450"/>
          </a:xfrm>
          <a:solidFill>
            <a:schemeClr val="bg1">
              <a:lumMod val="95000"/>
            </a:schemeClr>
          </a:solidFill>
        </p:spPr>
        <p:txBody>
          <a:bodyPr anchor="ctr"/>
          <a:lstStyle>
            <a:lvl1pPr algn="ctr">
              <a:defRPr/>
            </a:lvl1pPr>
          </a:lstStyle>
          <a:p>
            <a:r>
              <a:rPr lang="en-GB"/>
              <a:t>Click icon to add picture</a:t>
            </a:r>
            <a:endParaRPr lang="en-US"/>
          </a:p>
        </p:txBody>
      </p:sp>
    </p:spTree>
    <p:extLst>
      <p:ext uri="{BB962C8B-B14F-4D97-AF65-F5344CB8AC3E}">
        <p14:creationId xmlns:p14="http://schemas.microsoft.com/office/powerpoint/2010/main" val="544592518"/>
      </p:ext>
    </p:extLst>
  </p:cSld>
  <p:clrMapOvr>
    <a:masterClrMapping/>
  </p:clrMapOvr>
  <p:extLst>
    <p:ext uri="{DCECCB84-F9BA-43D5-87BE-67443E8EF086}">
      <p15:sldGuideLst xmlns:p15="http://schemas.microsoft.com/office/powerpoint/2012/main">
        <p15:guide id="1" orient="horz" pos="2781">
          <p15:clr>
            <a:srgbClr val="C35EA4"/>
          </p15:clr>
        </p15:guide>
        <p15:guide id="2" orient="horz" pos="699">
          <p15:clr>
            <a:srgbClr val="547EBF"/>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Content: 3 columns">
    <p:spTree>
      <p:nvGrpSpPr>
        <p:cNvPr id="1" name=""/>
        <p:cNvGrpSpPr/>
        <p:nvPr/>
      </p:nvGrpSpPr>
      <p:grpSpPr>
        <a:xfrm>
          <a:off x="0" y="0"/>
          <a:ext cx="0" cy="0"/>
          <a:chOff x="0" y="0"/>
          <a:chExt cx="0" cy="0"/>
        </a:xfrm>
      </p:grpSpPr>
      <p:sp>
        <p:nvSpPr>
          <p:cNvPr id="6" name="Title 2">
            <a:extLst>
              <a:ext uri="{FF2B5EF4-FFF2-40B4-BE49-F238E27FC236}">
                <a16:creationId xmlns:a16="http://schemas.microsoft.com/office/drawing/2014/main" id="{BE54C0EC-61DC-B59E-7818-7970359D572F}"/>
              </a:ext>
            </a:extLst>
          </p:cNvPr>
          <p:cNvSpPr>
            <a:spLocks noGrp="1"/>
          </p:cNvSpPr>
          <p:nvPr>
            <p:ph type="title"/>
          </p:nvPr>
        </p:nvSpPr>
        <p:spPr>
          <a:xfrm>
            <a:off x="556467" y="572600"/>
            <a:ext cx="11084672" cy="393954"/>
          </a:xfrm>
        </p:spPr>
        <p:txBody>
          <a:bodyPr/>
          <a:lstStyle/>
          <a:p>
            <a:r>
              <a:rPr lang="en-GB"/>
              <a:t>Click to edit Master title style</a:t>
            </a:r>
            <a:endParaRPr lang="en-US"/>
          </a:p>
        </p:txBody>
      </p:sp>
      <p:sp>
        <p:nvSpPr>
          <p:cNvPr id="5" name="Text Placeholder 3">
            <a:extLst>
              <a:ext uri="{FF2B5EF4-FFF2-40B4-BE49-F238E27FC236}">
                <a16:creationId xmlns:a16="http://schemas.microsoft.com/office/drawing/2014/main" id="{829CD64B-978B-B166-4177-22D54438A49F}"/>
              </a:ext>
            </a:extLst>
          </p:cNvPr>
          <p:cNvSpPr>
            <a:spLocks noGrp="1"/>
          </p:cNvSpPr>
          <p:nvPr>
            <p:ph type="body" sz="quarter" idx="26" hasCustomPrompt="1"/>
          </p:nvPr>
        </p:nvSpPr>
        <p:spPr>
          <a:xfrm>
            <a:off x="563411" y="1109663"/>
            <a:ext cx="11084673" cy="384048"/>
          </a:xfrm>
          <a:prstGeom prst="rect">
            <a:avLst/>
          </a:prstGeom>
        </p:spPr>
        <p:txBody>
          <a:bodyPr anchor="t"/>
          <a:lstStyle>
            <a:lvl1pPr marL="0" indent="0">
              <a:spcAft>
                <a:spcPts val="0"/>
              </a:spcAft>
              <a:buNone/>
              <a:defRPr sz="1800" b="0" i="0">
                <a:solidFill>
                  <a:schemeClr val="tx1"/>
                </a:solidFill>
                <a:latin typeface="Graphik" panose="020B0503030202060203" pitchFamily="34" charset="77"/>
              </a:defRPr>
            </a:lvl1pPr>
          </a:lstStyle>
          <a:p>
            <a:pPr lvl="0"/>
            <a:r>
              <a:rPr lang="en-GB"/>
              <a:t>Place subtitle here in </a:t>
            </a:r>
            <a:r>
              <a:rPr lang="en-GB" err="1"/>
              <a:t>Graphik</a:t>
            </a:r>
            <a:r>
              <a:rPr lang="en-GB"/>
              <a:t> regular</a:t>
            </a:r>
            <a:endParaRPr lang="en-US"/>
          </a:p>
        </p:txBody>
      </p:sp>
      <p:sp>
        <p:nvSpPr>
          <p:cNvPr id="19" name="Text Placeholder 2">
            <a:extLst>
              <a:ext uri="{FF2B5EF4-FFF2-40B4-BE49-F238E27FC236}">
                <a16:creationId xmlns:a16="http://schemas.microsoft.com/office/drawing/2014/main" id="{72341109-26F6-4227-8890-EA8EB1C0EBBA}"/>
              </a:ext>
            </a:extLst>
          </p:cNvPr>
          <p:cNvSpPr>
            <a:spLocks noGrp="1"/>
          </p:cNvSpPr>
          <p:nvPr>
            <p:ph type="body" idx="18" hasCustomPrompt="1"/>
          </p:nvPr>
        </p:nvSpPr>
        <p:spPr>
          <a:xfrm>
            <a:off x="561424" y="1844675"/>
            <a:ext cx="3393084" cy="457200"/>
          </a:xfrm>
          <a:prstGeom prst="rect">
            <a:avLst/>
          </a:prstGeom>
        </p:spPr>
        <p:txBody>
          <a:bodyPr anchor="t"/>
          <a:lstStyle>
            <a:lvl1pPr marL="0" indent="0">
              <a:spcAft>
                <a:spcPts val="0"/>
              </a:spcAft>
              <a:buNone/>
              <a:defRPr sz="2400" b="1" i="0">
                <a:solidFill>
                  <a:schemeClr val="bg2"/>
                </a:solidFill>
                <a:latin typeface="Graphik Semibold" panose="020B0503030202060203" pitchFamily="34" charset="77"/>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GB"/>
              <a:t>#</a:t>
            </a:r>
            <a:endParaRPr lang="en-US"/>
          </a:p>
        </p:txBody>
      </p:sp>
      <p:sp>
        <p:nvSpPr>
          <p:cNvPr id="3" name="Text Placeholder 3a">
            <a:extLst>
              <a:ext uri="{FF2B5EF4-FFF2-40B4-BE49-F238E27FC236}">
                <a16:creationId xmlns:a16="http://schemas.microsoft.com/office/drawing/2014/main" id="{4C9BBD74-54FD-481F-B3FD-0CE5318F281F}"/>
              </a:ext>
            </a:extLst>
          </p:cNvPr>
          <p:cNvSpPr>
            <a:spLocks noGrp="1"/>
          </p:cNvSpPr>
          <p:nvPr>
            <p:ph type="body" idx="1" hasCustomPrompt="1"/>
          </p:nvPr>
        </p:nvSpPr>
        <p:spPr>
          <a:xfrm>
            <a:off x="561424" y="2301875"/>
            <a:ext cx="3393084" cy="822960"/>
          </a:xfrm>
          <a:prstGeom prst="rect">
            <a:avLst/>
          </a:prstGeom>
        </p:spPr>
        <p:txBody>
          <a:bodyPr anchor="t"/>
          <a:lstStyle>
            <a:lvl1pPr marL="0" indent="0">
              <a:lnSpc>
                <a:spcPct val="90000"/>
              </a:lnSpc>
              <a:spcAft>
                <a:spcPts val="0"/>
              </a:spcAft>
              <a:buNone/>
              <a:defRPr sz="1800" b="1" i="0">
                <a:latin typeface="Graphik Semibold" panose="020B0503030202060203" pitchFamily="34" charset="77"/>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Place headline here</a:t>
            </a:r>
          </a:p>
        </p:txBody>
      </p:sp>
      <p:sp>
        <p:nvSpPr>
          <p:cNvPr id="4" name="Content Placeholder 4">
            <a:extLst>
              <a:ext uri="{FF2B5EF4-FFF2-40B4-BE49-F238E27FC236}">
                <a16:creationId xmlns:a16="http://schemas.microsoft.com/office/drawing/2014/main" id="{02BA4C27-1C65-4465-A8B1-ACE92701B4D0}"/>
              </a:ext>
            </a:extLst>
          </p:cNvPr>
          <p:cNvSpPr>
            <a:spLocks noGrp="1"/>
          </p:cNvSpPr>
          <p:nvPr>
            <p:ph sz="half" idx="2" hasCustomPrompt="1"/>
          </p:nvPr>
        </p:nvSpPr>
        <p:spPr>
          <a:xfrm>
            <a:off x="561424" y="3124835"/>
            <a:ext cx="3393084" cy="2761488"/>
          </a:xfrm>
          <a:prstGeom prst="rect">
            <a:avLst/>
          </a:prstGeom>
        </p:spPr>
        <p:txBody>
          <a:bodyPr/>
          <a:lstStyle>
            <a:lvl1pPr>
              <a:spcAft>
                <a:spcPts val="600"/>
              </a:spcAft>
              <a:defRPr sz="1400" b="0" i="0">
                <a:latin typeface="Graphik" panose="020B0503030202060203" pitchFamily="34" charset="77"/>
              </a:defRPr>
            </a:lvl1pPr>
            <a:lvl2pPr>
              <a:spcAft>
                <a:spcPts val="600"/>
              </a:spcAft>
              <a:defRPr sz="1400" b="0" i="0">
                <a:latin typeface="Graphik" panose="020B0503030202060203" pitchFamily="34" charset="77"/>
              </a:defRPr>
            </a:lvl2pPr>
            <a:lvl3pPr>
              <a:spcAft>
                <a:spcPts val="600"/>
              </a:spcAft>
              <a:defRPr sz="1400" b="0" i="0">
                <a:latin typeface="Graphik" panose="020B0503030202060203" pitchFamily="34" charset="77"/>
              </a:defRPr>
            </a:lvl3pPr>
            <a:lvl4pPr>
              <a:spcAft>
                <a:spcPts val="600"/>
              </a:spcAft>
              <a:defRPr sz="1200" b="0" i="0">
                <a:latin typeface="Graphik" panose="020B0503030202060203" pitchFamily="34" charset="77"/>
              </a:defRPr>
            </a:lvl4pPr>
            <a:lvl5pPr>
              <a:spcAft>
                <a:spcPts val="600"/>
              </a:spcAft>
              <a:defRPr sz="1200" b="0" i="0">
                <a:latin typeface="Graphik" panose="020B0503030202060203" pitchFamily="34" charset="77"/>
              </a:defRPr>
            </a:lvl5pPr>
            <a:lvl6pPr>
              <a:defRPr sz="1100" b="0" i="0">
                <a:latin typeface="Graphik" panose="020B0503030202060203" pitchFamily="34" charset="77"/>
              </a:defRPr>
            </a:lvl6pPr>
          </a:lstStyle>
          <a:p>
            <a:pPr lvl="0"/>
            <a:r>
              <a:rPr lang="en-US"/>
              <a:t>Place text here</a:t>
            </a:r>
          </a:p>
          <a:p>
            <a:pPr lvl="1"/>
            <a:r>
              <a:rPr lang="en-US"/>
              <a:t>Second level</a:t>
            </a:r>
          </a:p>
          <a:p>
            <a:pPr lvl="2"/>
            <a:r>
              <a:rPr lang="en-US"/>
              <a:t>Third level</a:t>
            </a:r>
          </a:p>
          <a:p>
            <a:pPr lvl="3"/>
            <a:r>
              <a:rPr lang="en-US"/>
              <a:t>Fourth level</a:t>
            </a:r>
          </a:p>
          <a:p>
            <a:pPr lvl="4"/>
            <a:r>
              <a:rPr lang="en-US"/>
              <a:t>Fifth level</a:t>
            </a:r>
          </a:p>
          <a:p>
            <a:pPr lvl="5"/>
            <a:r>
              <a:rPr lang="en-US"/>
              <a:t>Sixth level</a:t>
            </a:r>
          </a:p>
        </p:txBody>
      </p:sp>
      <p:sp>
        <p:nvSpPr>
          <p:cNvPr id="24" name="Text Placeholder 5">
            <a:extLst>
              <a:ext uri="{FF2B5EF4-FFF2-40B4-BE49-F238E27FC236}">
                <a16:creationId xmlns:a16="http://schemas.microsoft.com/office/drawing/2014/main" id="{6F91AD4F-1A63-495D-A741-37A4A9D585AA}"/>
              </a:ext>
            </a:extLst>
          </p:cNvPr>
          <p:cNvSpPr>
            <a:spLocks noGrp="1"/>
          </p:cNvSpPr>
          <p:nvPr>
            <p:ph type="body" idx="21" hasCustomPrompt="1"/>
          </p:nvPr>
        </p:nvSpPr>
        <p:spPr>
          <a:xfrm>
            <a:off x="4408212" y="1844675"/>
            <a:ext cx="3393084" cy="457200"/>
          </a:xfrm>
          <a:prstGeom prst="rect">
            <a:avLst/>
          </a:prstGeom>
        </p:spPr>
        <p:txBody>
          <a:bodyPr anchor="t"/>
          <a:lstStyle>
            <a:lvl1pPr marL="0" indent="0">
              <a:spcAft>
                <a:spcPts val="0"/>
              </a:spcAft>
              <a:buNone/>
              <a:defRPr sz="2400" b="1" i="0">
                <a:solidFill>
                  <a:schemeClr val="bg2"/>
                </a:solidFill>
                <a:latin typeface="Graphik Semibold" panose="020B0503030202060203" pitchFamily="34" charset="77"/>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GB"/>
              <a:t>#</a:t>
            </a:r>
            <a:endParaRPr lang="en-US"/>
          </a:p>
        </p:txBody>
      </p:sp>
      <p:sp>
        <p:nvSpPr>
          <p:cNvPr id="22" name="Text Placeholder 6">
            <a:extLst>
              <a:ext uri="{FF2B5EF4-FFF2-40B4-BE49-F238E27FC236}">
                <a16:creationId xmlns:a16="http://schemas.microsoft.com/office/drawing/2014/main" id="{65274935-A310-47A1-ACB7-150C9A4CCBD8}"/>
              </a:ext>
            </a:extLst>
          </p:cNvPr>
          <p:cNvSpPr>
            <a:spLocks noGrp="1"/>
          </p:cNvSpPr>
          <p:nvPr>
            <p:ph type="body" idx="19" hasCustomPrompt="1"/>
          </p:nvPr>
        </p:nvSpPr>
        <p:spPr>
          <a:xfrm>
            <a:off x="4408212" y="2301875"/>
            <a:ext cx="3393084" cy="822960"/>
          </a:xfrm>
          <a:prstGeom prst="rect">
            <a:avLst/>
          </a:prstGeom>
        </p:spPr>
        <p:txBody>
          <a:bodyPr anchor="t"/>
          <a:lstStyle>
            <a:lvl1pPr marL="0" indent="0">
              <a:lnSpc>
                <a:spcPct val="90000"/>
              </a:lnSpc>
              <a:spcAft>
                <a:spcPts val="0"/>
              </a:spcAft>
              <a:buNone/>
              <a:defRPr sz="1800" b="1" i="0">
                <a:latin typeface="Graphik Semibold" panose="020B0503030202060203" pitchFamily="34" charset="77"/>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Place headline here</a:t>
            </a:r>
          </a:p>
        </p:txBody>
      </p:sp>
      <p:sp>
        <p:nvSpPr>
          <p:cNvPr id="23" name="Content Placeholder 7">
            <a:extLst>
              <a:ext uri="{FF2B5EF4-FFF2-40B4-BE49-F238E27FC236}">
                <a16:creationId xmlns:a16="http://schemas.microsoft.com/office/drawing/2014/main" id="{DB26F5FE-8482-4C00-99C1-3FC3BEEE82C8}"/>
              </a:ext>
            </a:extLst>
          </p:cNvPr>
          <p:cNvSpPr>
            <a:spLocks noGrp="1"/>
          </p:cNvSpPr>
          <p:nvPr>
            <p:ph sz="half" idx="20" hasCustomPrompt="1"/>
          </p:nvPr>
        </p:nvSpPr>
        <p:spPr>
          <a:xfrm>
            <a:off x="4408212" y="3124835"/>
            <a:ext cx="3393084" cy="2761488"/>
          </a:xfrm>
          <a:prstGeom prst="rect">
            <a:avLst/>
          </a:prstGeom>
        </p:spPr>
        <p:txBody>
          <a:bodyPr/>
          <a:lstStyle>
            <a:lvl1pPr>
              <a:spcAft>
                <a:spcPts val="600"/>
              </a:spcAft>
              <a:defRPr sz="1400" b="0" i="0">
                <a:latin typeface="Graphik" panose="020B0503030202060203" pitchFamily="34" charset="77"/>
              </a:defRPr>
            </a:lvl1pPr>
            <a:lvl2pPr>
              <a:spcAft>
                <a:spcPts val="600"/>
              </a:spcAft>
              <a:defRPr sz="1400" b="0" i="0">
                <a:latin typeface="Graphik" panose="020B0503030202060203" pitchFamily="34" charset="77"/>
              </a:defRPr>
            </a:lvl2pPr>
            <a:lvl3pPr>
              <a:spcAft>
                <a:spcPts val="600"/>
              </a:spcAft>
              <a:defRPr sz="1400" b="0" i="0">
                <a:latin typeface="Graphik" panose="020B0503030202060203" pitchFamily="34" charset="77"/>
              </a:defRPr>
            </a:lvl3pPr>
            <a:lvl4pPr>
              <a:spcAft>
                <a:spcPts val="600"/>
              </a:spcAft>
              <a:defRPr sz="1200" b="0" i="0">
                <a:latin typeface="Graphik" panose="020B0503030202060203" pitchFamily="34" charset="77"/>
              </a:defRPr>
            </a:lvl4pPr>
            <a:lvl5pPr>
              <a:spcAft>
                <a:spcPts val="600"/>
              </a:spcAft>
              <a:defRPr sz="1200" b="0" i="0">
                <a:latin typeface="Graphik" panose="020B0503030202060203" pitchFamily="34" charset="77"/>
              </a:defRPr>
            </a:lvl5pPr>
            <a:lvl6pPr>
              <a:defRPr lang="en-US" sz="1100" b="0" i="0" kern="1200" dirty="0">
                <a:solidFill>
                  <a:schemeClr val="tx1"/>
                </a:solidFill>
                <a:latin typeface="Graphik" panose="020B0503030202060203" pitchFamily="34" charset="77"/>
                <a:ea typeface="+mn-ea"/>
                <a:cs typeface="+mn-cs"/>
              </a:defRPr>
            </a:lvl6pPr>
          </a:lstStyle>
          <a:p>
            <a:pPr lvl="0"/>
            <a:r>
              <a:rPr lang="en-US"/>
              <a:t>Place text here</a:t>
            </a:r>
          </a:p>
          <a:p>
            <a:pPr lvl="1"/>
            <a:r>
              <a:rPr lang="en-US"/>
              <a:t>Second level</a:t>
            </a:r>
          </a:p>
          <a:p>
            <a:pPr lvl="2"/>
            <a:r>
              <a:rPr lang="en-US"/>
              <a:t>Third level</a:t>
            </a:r>
          </a:p>
          <a:p>
            <a:pPr lvl="3"/>
            <a:r>
              <a:rPr lang="en-US"/>
              <a:t>Fourth level</a:t>
            </a:r>
          </a:p>
          <a:p>
            <a:pPr lvl="4"/>
            <a:r>
              <a:rPr lang="en-US"/>
              <a:t>Fifth level</a:t>
            </a:r>
          </a:p>
          <a:p>
            <a:pPr marL="11113" lvl="5" indent="0" algn="l" defTabSz="228594" rtl="0" eaLnBrk="1" latinLnBrk="0" hangingPunct="1">
              <a:lnSpc>
                <a:spcPct val="90000"/>
              </a:lnSpc>
              <a:spcBef>
                <a:spcPts val="0"/>
              </a:spcBef>
              <a:spcAft>
                <a:spcPts val="1200"/>
              </a:spcAft>
              <a:buFont typeface="Graphik" panose="020B0503030202060203" pitchFamily="34" charset="0"/>
              <a:buNone/>
              <a:tabLst/>
            </a:pPr>
            <a:r>
              <a:rPr lang="en-US"/>
              <a:t>Sixth level</a:t>
            </a:r>
          </a:p>
        </p:txBody>
      </p:sp>
      <p:sp>
        <p:nvSpPr>
          <p:cNvPr id="27" name="Text Placeholder 8">
            <a:extLst>
              <a:ext uri="{FF2B5EF4-FFF2-40B4-BE49-F238E27FC236}">
                <a16:creationId xmlns:a16="http://schemas.microsoft.com/office/drawing/2014/main" id="{93F1B026-22B9-4DC5-B7C8-C26593A206F4}"/>
              </a:ext>
            </a:extLst>
          </p:cNvPr>
          <p:cNvSpPr>
            <a:spLocks noGrp="1"/>
          </p:cNvSpPr>
          <p:nvPr>
            <p:ph type="body" idx="24" hasCustomPrompt="1"/>
          </p:nvPr>
        </p:nvSpPr>
        <p:spPr>
          <a:xfrm>
            <a:off x="8255000" y="1844675"/>
            <a:ext cx="3393084" cy="457200"/>
          </a:xfrm>
          <a:prstGeom prst="rect">
            <a:avLst/>
          </a:prstGeom>
        </p:spPr>
        <p:txBody>
          <a:bodyPr anchor="t"/>
          <a:lstStyle>
            <a:lvl1pPr marL="0" indent="0">
              <a:spcAft>
                <a:spcPts val="0"/>
              </a:spcAft>
              <a:buNone/>
              <a:defRPr sz="2400" b="1" i="0">
                <a:solidFill>
                  <a:schemeClr val="bg2"/>
                </a:solidFill>
                <a:latin typeface="Graphik Semibold" panose="020B0503030202060203" pitchFamily="34" charset="77"/>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GB"/>
              <a:t>#</a:t>
            </a:r>
            <a:endParaRPr lang="en-US"/>
          </a:p>
        </p:txBody>
      </p:sp>
      <p:sp>
        <p:nvSpPr>
          <p:cNvPr id="25" name="Text Placeholder 9">
            <a:extLst>
              <a:ext uri="{FF2B5EF4-FFF2-40B4-BE49-F238E27FC236}">
                <a16:creationId xmlns:a16="http://schemas.microsoft.com/office/drawing/2014/main" id="{9B33E71D-D540-47A3-B3BA-2FFF7F53FF11}"/>
              </a:ext>
            </a:extLst>
          </p:cNvPr>
          <p:cNvSpPr>
            <a:spLocks noGrp="1"/>
          </p:cNvSpPr>
          <p:nvPr>
            <p:ph type="body" idx="22" hasCustomPrompt="1"/>
          </p:nvPr>
        </p:nvSpPr>
        <p:spPr>
          <a:xfrm>
            <a:off x="8255000" y="2301875"/>
            <a:ext cx="3393084" cy="822960"/>
          </a:xfrm>
          <a:prstGeom prst="rect">
            <a:avLst/>
          </a:prstGeom>
        </p:spPr>
        <p:txBody>
          <a:bodyPr anchor="t"/>
          <a:lstStyle>
            <a:lvl1pPr marL="0" indent="0">
              <a:lnSpc>
                <a:spcPct val="90000"/>
              </a:lnSpc>
              <a:spcAft>
                <a:spcPts val="0"/>
              </a:spcAft>
              <a:buNone/>
              <a:defRPr sz="1800" b="1" i="0">
                <a:latin typeface="Graphik Semibold" panose="020B0503030202060203" pitchFamily="34" charset="77"/>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Place headline here</a:t>
            </a:r>
          </a:p>
        </p:txBody>
      </p:sp>
      <p:sp>
        <p:nvSpPr>
          <p:cNvPr id="26" name="Content Placeholder 10">
            <a:extLst>
              <a:ext uri="{FF2B5EF4-FFF2-40B4-BE49-F238E27FC236}">
                <a16:creationId xmlns:a16="http://schemas.microsoft.com/office/drawing/2014/main" id="{CBA38EFA-DE92-462D-AAF3-DE465A478568}"/>
              </a:ext>
            </a:extLst>
          </p:cNvPr>
          <p:cNvSpPr>
            <a:spLocks noGrp="1"/>
          </p:cNvSpPr>
          <p:nvPr>
            <p:ph sz="half" idx="23" hasCustomPrompt="1"/>
          </p:nvPr>
        </p:nvSpPr>
        <p:spPr>
          <a:xfrm>
            <a:off x="8255000" y="3124835"/>
            <a:ext cx="3393084" cy="2761488"/>
          </a:xfrm>
          <a:prstGeom prst="rect">
            <a:avLst/>
          </a:prstGeom>
        </p:spPr>
        <p:txBody>
          <a:bodyPr/>
          <a:lstStyle>
            <a:lvl1pPr>
              <a:spcAft>
                <a:spcPts val="600"/>
              </a:spcAft>
              <a:defRPr sz="1400" b="0" i="0">
                <a:latin typeface="Graphik" panose="020B0503030202060203" pitchFamily="34" charset="77"/>
              </a:defRPr>
            </a:lvl1pPr>
            <a:lvl2pPr>
              <a:spcAft>
                <a:spcPts val="600"/>
              </a:spcAft>
              <a:defRPr sz="1400" b="0" i="0">
                <a:latin typeface="Graphik" panose="020B0503030202060203" pitchFamily="34" charset="77"/>
              </a:defRPr>
            </a:lvl2pPr>
            <a:lvl3pPr>
              <a:spcAft>
                <a:spcPts val="600"/>
              </a:spcAft>
              <a:defRPr sz="1400" b="0" i="0">
                <a:latin typeface="Graphik" panose="020B0503030202060203" pitchFamily="34" charset="77"/>
              </a:defRPr>
            </a:lvl3pPr>
            <a:lvl4pPr>
              <a:spcAft>
                <a:spcPts val="600"/>
              </a:spcAft>
              <a:defRPr sz="1200" b="0" i="0">
                <a:latin typeface="Graphik" panose="020B0503030202060203" pitchFamily="34" charset="77"/>
              </a:defRPr>
            </a:lvl4pPr>
            <a:lvl5pPr>
              <a:spcAft>
                <a:spcPts val="600"/>
              </a:spcAft>
              <a:defRPr sz="1200" b="0" i="0">
                <a:latin typeface="Graphik" panose="020B0503030202060203" pitchFamily="34" charset="77"/>
              </a:defRPr>
            </a:lvl5pPr>
            <a:lvl6pPr>
              <a:defRPr lang="en-US" sz="1100" b="0" i="0" kern="1200" dirty="0">
                <a:solidFill>
                  <a:schemeClr val="tx1"/>
                </a:solidFill>
                <a:latin typeface="Graphik" panose="020B0503030202060203" pitchFamily="34" charset="77"/>
                <a:ea typeface="+mn-ea"/>
                <a:cs typeface="+mn-cs"/>
              </a:defRPr>
            </a:lvl6pPr>
          </a:lstStyle>
          <a:p>
            <a:pPr lvl="0"/>
            <a:r>
              <a:rPr lang="en-US"/>
              <a:t>Place text here</a:t>
            </a:r>
          </a:p>
          <a:p>
            <a:pPr lvl="1"/>
            <a:r>
              <a:rPr lang="en-US"/>
              <a:t>Second level</a:t>
            </a:r>
          </a:p>
          <a:p>
            <a:pPr lvl="2"/>
            <a:r>
              <a:rPr lang="en-US"/>
              <a:t>Third leve</a:t>
            </a:r>
          </a:p>
          <a:p>
            <a:pPr lvl="3"/>
            <a:r>
              <a:rPr lang="en-US"/>
              <a:t>Fourth level</a:t>
            </a:r>
          </a:p>
          <a:p>
            <a:pPr lvl="4"/>
            <a:r>
              <a:rPr lang="en-US"/>
              <a:t>Fifth level</a:t>
            </a:r>
          </a:p>
          <a:p>
            <a:pPr marL="11113" lvl="5" indent="0" algn="l" defTabSz="228594" rtl="0" eaLnBrk="1" latinLnBrk="0" hangingPunct="1">
              <a:lnSpc>
                <a:spcPct val="90000"/>
              </a:lnSpc>
              <a:spcBef>
                <a:spcPts val="0"/>
              </a:spcBef>
              <a:spcAft>
                <a:spcPts val="1200"/>
              </a:spcAft>
              <a:buFont typeface="Graphik" panose="020B0503030202060203" pitchFamily="34" charset="0"/>
              <a:buNone/>
              <a:tabLst/>
            </a:pPr>
            <a:r>
              <a:rPr lang="en-US"/>
              <a:t>Sixth level</a:t>
            </a:r>
          </a:p>
        </p:txBody>
      </p:sp>
    </p:spTree>
    <p:extLst>
      <p:ext uri="{BB962C8B-B14F-4D97-AF65-F5344CB8AC3E}">
        <p14:creationId xmlns:p14="http://schemas.microsoft.com/office/powerpoint/2010/main" val="3041270541"/>
      </p:ext>
    </p:extLst>
  </p:cSld>
  <p:clrMapOvr>
    <a:masterClrMapping/>
  </p:clrMapOvr>
  <p:extLst>
    <p:ext uri="{DCECCB84-F9BA-43D5-87BE-67443E8EF086}">
      <p15:sldGuideLst xmlns:p15="http://schemas.microsoft.com/office/powerpoint/2012/main">
        <p15:guide id="1" orient="horz" pos="2777">
          <p15:clr>
            <a:srgbClr val="C35EA4"/>
          </p15:clr>
        </p15:guide>
        <p15:guide id="2" orient="horz" pos="699">
          <p15:clr>
            <a:srgbClr val="547EBF"/>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Content: 4 columns">
    <p:spTree>
      <p:nvGrpSpPr>
        <p:cNvPr id="1" name=""/>
        <p:cNvGrpSpPr/>
        <p:nvPr/>
      </p:nvGrpSpPr>
      <p:grpSpPr>
        <a:xfrm>
          <a:off x="0" y="0"/>
          <a:ext cx="0" cy="0"/>
          <a:chOff x="0" y="0"/>
          <a:chExt cx="0" cy="0"/>
        </a:xfrm>
      </p:grpSpPr>
      <p:sp>
        <p:nvSpPr>
          <p:cNvPr id="6" name="Title 2">
            <a:extLst>
              <a:ext uri="{FF2B5EF4-FFF2-40B4-BE49-F238E27FC236}">
                <a16:creationId xmlns:a16="http://schemas.microsoft.com/office/drawing/2014/main" id="{ADE0ACE9-87AB-DC33-60CB-7857735C0CCC}"/>
              </a:ext>
            </a:extLst>
          </p:cNvPr>
          <p:cNvSpPr>
            <a:spLocks noGrp="1"/>
          </p:cNvSpPr>
          <p:nvPr>
            <p:ph type="title"/>
          </p:nvPr>
        </p:nvSpPr>
        <p:spPr>
          <a:xfrm>
            <a:off x="556467" y="572600"/>
            <a:ext cx="11109212" cy="393954"/>
          </a:xfrm>
        </p:spPr>
        <p:txBody>
          <a:bodyPr/>
          <a:lstStyle/>
          <a:p>
            <a:r>
              <a:rPr lang="en-GB"/>
              <a:t>Click to edit Master title style</a:t>
            </a:r>
            <a:endParaRPr lang="en-US"/>
          </a:p>
        </p:txBody>
      </p:sp>
      <p:sp>
        <p:nvSpPr>
          <p:cNvPr id="5" name="Text Placeholder 3">
            <a:extLst>
              <a:ext uri="{FF2B5EF4-FFF2-40B4-BE49-F238E27FC236}">
                <a16:creationId xmlns:a16="http://schemas.microsoft.com/office/drawing/2014/main" id="{96979C23-8BE9-7323-535F-C9F3337F59ED}"/>
              </a:ext>
            </a:extLst>
          </p:cNvPr>
          <p:cNvSpPr>
            <a:spLocks noGrp="1"/>
          </p:cNvSpPr>
          <p:nvPr>
            <p:ph type="body" sz="quarter" idx="26" hasCustomPrompt="1"/>
          </p:nvPr>
        </p:nvSpPr>
        <p:spPr>
          <a:xfrm>
            <a:off x="563411" y="1109663"/>
            <a:ext cx="11077727" cy="384048"/>
          </a:xfrm>
          <a:prstGeom prst="rect">
            <a:avLst/>
          </a:prstGeom>
        </p:spPr>
        <p:txBody>
          <a:bodyPr anchor="t"/>
          <a:lstStyle>
            <a:lvl1pPr marL="0" indent="0">
              <a:spcAft>
                <a:spcPts val="0"/>
              </a:spcAft>
              <a:buNone/>
              <a:defRPr sz="1800" b="0" i="0">
                <a:solidFill>
                  <a:schemeClr val="tx1"/>
                </a:solidFill>
                <a:latin typeface="Graphik" panose="020B0503030202060203" pitchFamily="34" charset="77"/>
              </a:defRPr>
            </a:lvl1pPr>
          </a:lstStyle>
          <a:p>
            <a:pPr lvl="0"/>
            <a:r>
              <a:rPr lang="en-GB"/>
              <a:t>Place subtitle here in </a:t>
            </a:r>
            <a:r>
              <a:rPr lang="en-GB" err="1"/>
              <a:t>Graphik</a:t>
            </a:r>
            <a:r>
              <a:rPr lang="en-GB"/>
              <a:t> regular</a:t>
            </a:r>
            <a:endParaRPr lang="en-US"/>
          </a:p>
        </p:txBody>
      </p:sp>
      <p:sp>
        <p:nvSpPr>
          <p:cNvPr id="19" name="Text Placeholder 3">
            <a:extLst>
              <a:ext uri="{FF2B5EF4-FFF2-40B4-BE49-F238E27FC236}">
                <a16:creationId xmlns:a16="http://schemas.microsoft.com/office/drawing/2014/main" id="{72341109-26F6-4227-8890-EA8EB1C0EBBA}"/>
              </a:ext>
            </a:extLst>
          </p:cNvPr>
          <p:cNvSpPr>
            <a:spLocks noGrp="1"/>
          </p:cNvSpPr>
          <p:nvPr>
            <p:ph type="body" idx="18" hasCustomPrompt="1"/>
          </p:nvPr>
        </p:nvSpPr>
        <p:spPr>
          <a:xfrm>
            <a:off x="561427" y="1844800"/>
            <a:ext cx="2578828" cy="457200"/>
          </a:xfrm>
          <a:prstGeom prst="rect">
            <a:avLst/>
          </a:prstGeom>
        </p:spPr>
        <p:txBody>
          <a:bodyPr anchor="t"/>
          <a:lstStyle>
            <a:lvl1pPr marL="0" indent="0">
              <a:spcAft>
                <a:spcPts val="0"/>
              </a:spcAft>
              <a:buNone/>
              <a:defRPr sz="2400" b="1" i="0">
                <a:solidFill>
                  <a:schemeClr val="bg2"/>
                </a:solidFill>
                <a:latin typeface="Graphik Semibold" panose="020B0503030202060203" pitchFamily="34" charset="77"/>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GB"/>
              <a:t>#</a:t>
            </a:r>
            <a:endParaRPr lang="en-US"/>
          </a:p>
        </p:txBody>
      </p:sp>
      <p:sp>
        <p:nvSpPr>
          <p:cNvPr id="3" name="Text Placeholder 4">
            <a:extLst>
              <a:ext uri="{FF2B5EF4-FFF2-40B4-BE49-F238E27FC236}">
                <a16:creationId xmlns:a16="http://schemas.microsoft.com/office/drawing/2014/main" id="{4C9BBD74-54FD-481F-B3FD-0CE5318F281F}"/>
              </a:ext>
            </a:extLst>
          </p:cNvPr>
          <p:cNvSpPr>
            <a:spLocks noGrp="1"/>
          </p:cNvSpPr>
          <p:nvPr>
            <p:ph type="body" idx="1" hasCustomPrompt="1"/>
          </p:nvPr>
        </p:nvSpPr>
        <p:spPr>
          <a:xfrm>
            <a:off x="561427" y="2302000"/>
            <a:ext cx="2578828" cy="822960"/>
          </a:xfrm>
          <a:prstGeom prst="rect">
            <a:avLst/>
          </a:prstGeom>
        </p:spPr>
        <p:txBody>
          <a:bodyPr anchor="t"/>
          <a:lstStyle>
            <a:lvl1pPr marL="0" indent="0">
              <a:lnSpc>
                <a:spcPct val="90000"/>
              </a:lnSpc>
              <a:spcAft>
                <a:spcPts val="0"/>
              </a:spcAft>
              <a:buNone/>
              <a:defRPr sz="1600" b="1" i="0">
                <a:latin typeface="Graphik Semibold" panose="020B0503030202060203" pitchFamily="34" charset="77"/>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Place headline here</a:t>
            </a:r>
          </a:p>
        </p:txBody>
      </p:sp>
      <p:sp>
        <p:nvSpPr>
          <p:cNvPr id="16" name="Content Placeholder 5">
            <a:extLst>
              <a:ext uri="{FF2B5EF4-FFF2-40B4-BE49-F238E27FC236}">
                <a16:creationId xmlns:a16="http://schemas.microsoft.com/office/drawing/2014/main" id="{3BDC2B1A-D3A0-C04B-AEDB-0389C637EF1A}"/>
              </a:ext>
            </a:extLst>
          </p:cNvPr>
          <p:cNvSpPr>
            <a:spLocks noGrp="1"/>
          </p:cNvSpPr>
          <p:nvPr>
            <p:ph sz="half" idx="28" hasCustomPrompt="1"/>
          </p:nvPr>
        </p:nvSpPr>
        <p:spPr>
          <a:xfrm>
            <a:off x="561427" y="3124961"/>
            <a:ext cx="2578828" cy="2761615"/>
          </a:xfrm>
          <a:prstGeom prst="rect">
            <a:avLst/>
          </a:prstGeom>
        </p:spPr>
        <p:txBody>
          <a:bodyPr/>
          <a:lstStyle>
            <a:lvl1pPr>
              <a:spcAft>
                <a:spcPts val="600"/>
              </a:spcAft>
              <a:defRPr sz="1200" b="0" i="0">
                <a:latin typeface="Graphik" panose="020B0503030202060203" pitchFamily="34" charset="77"/>
              </a:defRPr>
            </a:lvl1pPr>
            <a:lvl2pPr>
              <a:spcAft>
                <a:spcPts val="600"/>
              </a:spcAft>
              <a:defRPr sz="1200" b="0" i="0">
                <a:latin typeface="Graphik" panose="020B0503030202060203" pitchFamily="34" charset="77"/>
              </a:defRPr>
            </a:lvl2pPr>
            <a:lvl3pPr>
              <a:spcAft>
                <a:spcPts val="600"/>
              </a:spcAft>
              <a:defRPr sz="1200" b="0" i="0">
                <a:latin typeface="Graphik" panose="020B0503030202060203" pitchFamily="34" charset="77"/>
              </a:defRPr>
            </a:lvl3pPr>
            <a:lvl4pPr>
              <a:spcAft>
                <a:spcPts val="600"/>
              </a:spcAft>
              <a:defRPr sz="1100" b="0" i="0">
                <a:latin typeface="Graphik" panose="020B0503030202060203" pitchFamily="34" charset="77"/>
              </a:defRPr>
            </a:lvl4pPr>
            <a:lvl5pPr>
              <a:spcAft>
                <a:spcPts val="600"/>
              </a:spcAft>
              <a:defRPr sz="1100" b="0" i="0">
                <a:latin typeface="Graphik" panose="020B0503030202060203" pitchFamily="34" charset="77"/>
              </a:defRPr>
            </a:lvl5pPr>
            <a:lvl6pPr>
              <a:defRPr sz="900" b="0" i="0">
                <a:latin typeface="Graphik" panose="020B0503030202060203" pitchFamily="34" charset="77"/>
              </a:defRPr>
            </a:lvl6pPr>
          </a:lstStyle>
          <a:p>
            <a:pPr lvl="0"/>
            <a:r>
              <a:rPr lang="en-US"/>
              <a:t>Place text here</a:t>
            </a:r>
          </a:p>
          <a:p>
            <a:pPr lvl="1"/>
            <a:r>
              <a:rPr lang="en-US"/>
              <a:t>Second level</a:t>
            </a:r>
          </a:p>
          <a:p>
            <a:pPr lvl="2"/>
            <a:r>
              <a:rPr lang="en-US"/>
              <a:t>Third level</a:t>
            </a:r>
          </a:p>
          <a:p>
            <a:pPr lvl="3"/>
            <a:r>
              <a:rPr lang="en-US"/>
              <a:t>Fourth level</a:t>
            </a:r>
          </a:p>
          <a:p>
            <a:pPr lvl="4"/>
            <a:r>
              <a:rPr lang="en-US"/>
              <a:t>Fifth leve</a:t>
            </a:r>
          </a:p>
          <a:p>
            <a:pPr lvl="5"/>
            <a:r>
              <a:rPr lang="en-US"/>
              <a:t>Sixth level</a:t>
            </a:r>
          </a:p>
        </p:txBody>
      </p:sp>
      <p:sp>
        <p:nvSpPr>
          <p:cNvPr id="10" name="Text Placeholder 3">
            <a:extLst>
              <a:ext uri="{FF2B5EF4-FFF2-40B4-BE49-F238E27FC236}">
                <a16:creationId xmlns:a16="http://schemas.microsoft.com/office/drawing/2014/main" id="{7B5BFA1F-5247-B9BC-754B-6AAF3E525A0B}"/>
              </a:ext>
            </a:extLst>
          </p:cNvPr>
          <p:cNvSpPr>
            <a:spLocks noGrp="1"/>
          </p:cNvSpPr>
          <p:nvPr>
            <p:ph type="body" idx="34" hasCustomPrompt="1"/>
          </p:nvPr>
        </p:nvSpPr>
        <p:spPr>
          <a:xfrm>
            <a:off x="3403235" y="1844675"/>
            <a:ext cx="2578828" cy="457200"/>
          </a:xfrm>
          <a:prstGeom prst="rect">
            <a:avLst/>
          </a:prstGeom>
        </p:spPr>
        <p:txBody>
          <a:bodyPr anchor="t"/>
          <a:lstStyle>
            <a:lvl1pPr marL="0" indent="0">
              <a:spcAft>
                <a:spcPts val="0"/>
              </a:spcAft>
              <a:buNone/>
              <a:defRPr sz="2400" b="1" i="0">
                <a:solidFill>
                  <a:schemeClr val="bg2"/>
                </a:solidFill>
                <a:latin typeface="Graphik Semibold" panose="020B0503030202060203" pitchFamily="34" charset="77"/>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GB"/>
              <a:t>#</a:t>
            </a:r>
            <a:endParaRPr lang="en-US"/>
          </a:p>
        </p:txBody>
      </p:sp>
      <p:sp>
        <p:nvSpPr>
          <p:cNvPr id="11" name="Text Placeholder 4">
            <a:extLst>
              <a:ext uri="{FF2B5EF4-FFF2-40B4-BE49-F238E27FC236}">
                <a16:creationId xmlns:a16="http://schemas.microsoft.com/office/drawing/2014/main" id="{097F6A55-E927-3DDC-C6BC-9E4F7D33849E}"/>
              </a:ext>
            </a:extLst>
          </p:cNvPr>
          <p:cNvSpPr>
            <a:spLocks noGrp="1"/>
          </p:cNvSpPr>
          <p:nvPr>
            <p:ph type="body" idx="35" hasCustomPrompt="1"/>
          </p:nvPr>
        </p:nvSpPr>
        <p:spPr>
          <a:xfrm>
            <a:off x="3403235" y="2301875"/>
            <a:ext cx="2578828" cy="822960"/>
          </a:xfrm>
          <a:prstGeom prst="rect">
            <a:avLst/>
          </a:prstGeom>
        </p:spPr>
        <p:txBody>
          <a:bodyPr anchor="t"/>
          <a:lstStyle>
            <a:lvl1pPr marL="0" indent="0">
              <a:lnSpc>
                <a:spcPct val="90000"/>
              </a:lnSpc>
              <a:spcAft>
                <a:spcPts val="0"/>
              </a:spcAft>
              <a:buNone/>
              <a:defRPr sz="1600" b="1" i="0">
                <a:latin typeface="Graphik Semibold" panose="020B0503030202060203" pitchFamily="34" charset="77"/>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Place headline here</a:t>
            </a:r>
          </a:p>
        </p:txBody>
      </p:sp>
      <p:sp>
        <p:nvSpPr>
          <p:cNvPr id="12" name="Content Placeholder 5">
            <a:extLst>
              <a:ext uri="{FF2B5EF4-FFF2-40B4-BE49-F238E27FC236}">
                <a16:creationId xmlns:a16="http://schemas.microsoft.com/office/drawing/2014/main" id="{E79F7D08-14C4-9387-451B-BF223111972A}"/>
              </a:ext>
            </a:extLst>
          </p:cNvPr>
          <p:cNvSpPr>
            <a:spLocks noGrp="1"/>
          </p:cNvSpPr>
          <p:nvPr>
            <p:ph sz="half" idx="36" hasCustomPrompt="1"/>
          </p:nvPr>
        </p:nvSpPr>
        <p:spPr>
          <a:xfrm>
            <a:off x="3403235" y="3124834"/>
            <a:ext cx="2578828" cy="2761615"/>
          </a:xfrm>
          <a:prstGeom prst="rect">
            <a:avLst/>
          </a:prstGeom>
        </p:spPr>
        <p:txBody>
          <a:bodyPr/>
          <a:lstStyle>
            <a:lvl1pPr>
              <a:spcAft>
                <a:spcPts val="600"/>
              </a:spcAft>
              <a:defRPr sz="1200" b="0" i="0">
                <a:latin typeface="Graphik" panose="020B0503030202060203" pitchFamily="34" charset="77"/>
              </a:defRPr>
            </a:lvl1pPr>
            <a:lvl2pPr>
              <a:spcAft>
                <a:spcPts val="600"/>
              </a:spcAft>
              <a:defRPr sz="1200" b="0" i="0">
                <a:latin typeface="Graphik" panose="020B0503030202060203" pitchFamily="34" charset="77"/>
              </a:defRPr>
            </a:lvl2pPr>
            <a:lvl3pPr>
              <a:spcAft>
                <a:spcPts val="600"/>
              </a:spcAft>
              <a:defRPr sz="1200" b="0" i="0">
                <a:latin typeface="Graphik" panose="020B0503030202060203" pitchFamily="34" charset="77"/>
              </a:defRPr>
            </a:lvl3pPr>
            <a:lvl4pPr>
              <a:spcAft>
                <a:spcPts val="600"/>
              </a:spcAft>
              <a:defRPr sz="1100" b="0" i="0">
                <a:latin typeface="Graphik" panose="020B0503030202060203" pitchFamily="34" charset="77"/>
              </a:defRPr>
            </a:lvl4pPr>
            <a:lvl5pPr>
              <a:spcAft>
                <a:spcPts val="600"/>
              </a:spcAft>
              <a:defRPr sz="1100" b="0" i="0">
                <a:latin typeface="Graphik" panose="020B0503030202060203" pitchFamily="34" charset="77"/>
              </a:defRPr>
            </a:lvl5pPr>
            <a:lvl6pPr>
              <a:defRPr sz="900" b="0" i="0">
                <a:latin typeface="Graphik" panose="020B0503030202060203" pitchFamily="34" charset="77"/>
              </a:defRPr>
            </a:lvl6pPr>
          </a:lstStyle>
          <a:p>
            <a:pPr lvl="0"/>
            <a:r>
              <a:rPr lang="en-US"/>
              <a:t>Place text here</a:t>
            </a:r>
          </a:p>
          <a:p>
            <a:pPr lvl="1"/>
            <a:r>
              <a:rPr lang="en-US"/>
              <a:t>Second level </a:t>
            </a:r>
          </a:p>
          <a:p>
            <a:pPr lvl="2"/>
            <a:r>
              <a:rPr lang="en-US"/>
              <a:t>Third level</a:t>
            </a:r>
          </a:p>
          <a:p>
            <a:pPr lvl="3"/>
            <a:r>
              <a:rPr lang="en-US"/>
              <a:t>Fourth level</a:t>
            </a:r>
          </a:p>
          <a:p>
            <a:pPr lvl="4"/>
            <a:r>
              <a:rPr lang="en-US"/>
              <a:t>Fifth level</a:t>
            </a:r>
          </a:p>
          <a:p>
            <a:pPr lvl="5"/>
            <a:r>
              <a:rPr lang="en-US"/>
              <a:t>Sixth leve</a:t>
            </a:r>
          </a:p>
        </p:txBody>
      </p:sp>
      <p:sp>
        <p:nvSpPr>
          <p:cNvPr id="20" name="Text Placeholder 3">
            <a:extLst>
              <a:ext uri="{FF2B5EF4-FFF2-40B4-BE49-F238E27FC236}">
                <a16:creationId xmlns:a16="http://schemas.microsoft.com/office/drawing/2014/main" id="{96A48BF3-8AA9-50DC-49B0-265A2B870BDA}"/>
              </a:ext>
            </a:extLst>
          </p:cNvPr>
          <p:cNvSpPr>
            <a:spLocks noGrp="1"/>
          </p:cNvSpPr>
          <p:nvPr>
            <p:ph type="body" idx="37" hasCustomPrompt="1"/>
          </p:nvPr>
        </p:nvSpPr>
        <p:spPr>
          <a:xfrm>
            <a:off x="6245043" y="1844675"/>
            <a:ext cx="2578828" cy="457200"/>
          </a:xfrm>
          <a:prstGeom prst="rect">
            <a:avLst/>
          </a:prstGeom>
        </p:spPr>
        <p:txBody>
          <a:bodyPr anchor="t"/>
          <a:lstStyle>
            <a:lvl1pPr marL="0" indent="0">
              <a:spcAft>
                <a:spcPts val="0"/>
              </a:spcAft>
              <a:buNone/>
              <a:defRPr sz="2400" b="1" i="0">
                <a:solidFill>
                  <a:schemeClr val="bg2"/>
                </a:solidFill>
                <a:latin typeface="Graphik Semibold" panose="020B0503030202060203" pitchFamily="34" charset="77"/>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GB"/>
              <a:t>#</a:t>
            </a:r>
            <a:endParaRPr lang="en-US"/>
          </a:p>
        </p:txBody>
      </p:sp>
      <p:sp>
        <p:nvSpPr>
          <p:cNvPr id="23" name="Text Placeholder 4">
            <a:extLst>
              <a:ext uri="{FF2B5EF4-FFF2-40B4-BE49-F238E27FC236}">
                <a16:creationId xmlns:a16="http://schemas.microsoft.com/office/drawing/2014/main" id="{6CA89A9C-8BF9-8CDF-3629-2C1B8ED659BD}"/>
              </a:ext>
            </a:extLst>
          </p:cNvPr>
          <p:cNvSpPr>
            <a:spLocks noGrp="1"/>
          </p:cNvSpPr>
          <p:nvPr>
            <p:ph type="body" idx="38" hasCustomPrompt="1"/>
          </p:nvPr>
        </p:nvSpPr>
        <p:spPr>
          <a:xfrm>
            <a:off x="6245043" y="2301875"/>
            <a:ext cx="2578828" cy="822960"/>
          </a:xfrm>
          <a:prstGeom prst="rect">
            <a:avLst/>
          </a:prstGeom>
        </p:spPr>
        <p:txBody>
          <a:bodyPr anchor="t"/>
          <a:lstStyle>
            <a:lvl1pPr marL="0" indent="0">
              <a:lnSpc>
                <a:spcPct val="90000"/>
              </a:lnSpc>
              <a:spcAft>
                <a:spcPts val="0"/>
              </a:spcAft>
              <a:buNone/>
              <a:defRPr sz="1600" b="1" i="0">
                <a:latin typeface="Graphik Semibold" panose="020B0503030202060203" pitchFamily="34" charset="77"/>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Place headline here</a:t>
            </a:r>
          </a:p>
        </p:txBody>
      </p:sp>
      <p:sp>
        <p:nvSpPr>
          <p:cNvPr id="26" name="Content Placeholder 5">
            <a:extLst>
              <a:ext uri="{FF2B5EF4-FFF2-40B4-BE49-F238E27FC236}">
                <a16:creationId xmlns:a16="http://schemas.microsoft.com/office/drawing/2014/main" id="{AD7E4C39-2249-402B-D65E-2FB4E6A324A7}"/>
              </a:ext>
            </a:extLst>
          </p:cNvPr>
          <p:cNvSpPr>
            <a:spLocks noGrp="1"/>
          </p:cNvSpPr>
          <p:nvPr>
            <p:ph sz="half" idx="39" hasCustomPrompt="1"/>
          </p:nvPr>
        </p:nvSpPr>
        <p:spPr>
          <a:xfrm>
            <a:off x="6245043" y="3124834"/>
            <a:ext cx="2578828" cy="2761615"/>
          </a:xfrm>
          <a:prstGeom prst="rect">
            <a:avLst/>
          </a:prstGeom>
        </p:spPr>
        <p:txBody>
          <a:bodyPr/>
          <a:lstStyle>
            <a:lvl1pPr>
              <a:spcAft>
                <a:spcPts val="600"/>
              </a:spcAft>
              <a:defRPr sz="1200" b="0" i="0">
                <a:latin typeface="Graphik" panose="020B0503030202060203" pitchFamily="34" charset="77"/>
              </a:defRPr>
            </a:lvl1pPr>
            <a:lvl2pPr>
              <a:spcAft>
                <a:spcPts val="600"/>
              </a:spcAft>
              <a:defRPr sz="1200" b="0" i="0">
                <a:latin typeface="Graphik" panose="020B0503030202060203" pitchFamily="34" charset="77"/>
              </a:defRPr>
            </a:lvl2pPr>
            <a:lvl3pPr>
              <a:spcAft>
                <a:spcPts val="600"/>
              </a:spcAft>
              <a:defRPr sz="1200" b="0" i="0">
                <a:latin typeface="Graphik" panose="020B0503030202060203" pitchFamily="34" charset="77"/>
              </a:defRPr>
            </a:lvl3pPr>
            <a:lvl4pPr>
              <a:spcAft>
                <a:spcPts val="600"/>
              </a:spcAft>
              <a:defRPr sz="1100" b="0" i="0">
                <a:latin typeface="Graphik" panose="020B0503030202060203" pitchFamily="34" charset="77"/>
              </a:defRPr>
            </a:lvl4pPr>
            <a:lvl5pPr>
              <a:spcAft>
                <a:spcPts val="600"/>
              </a:spcAft>
              <a:defRPr sz="1100" b="0" i="0">
                <a:latin typeface="Graphik" panose="020B0503030202060203" pitchFamily="34" charset="77"/>
              </a:defRPr>
            </a:lvl5pPr>
            <a:lvl6pPr>
              <a:defRPr sz="900" b="0" i="0">
                <a:latin typeface="Graphik" panose="020B0503030202060203" pitchFamily="34" charset="77"/>
              </a:defRPr>
            </a:lvl6pPr>
          </a:lstStyle>
          <a:p>
            <a:pPr lvl="0"/>
            <a:r>
              <a:rPr lang="en-US"/>
              <a:t>Place text here</a:t>
            </a:r>
          </a:p>
          <a:p>
            <a:pPr lvl="1"/>
            <a:r>
              <a:rPr lang="en-US"/>
              <a:t>Second level</a:t>
            </a:r>
          </a:p>
          <a:p>
            <a:pPr lvl="2"/>
            <a:r>
              <a:rPr lang="en-US"/>
              <a:t>Third level</a:t>
            </a:r>
          </a:p>
          <a:p>
            <a:pPr lvl="3"/>
            <a:r>
              <a:rPr lang="en-US"/>
              <a:t>Fourth level</a:t>
            </a:r>
          </a:p>
          <a:p>
            <a:pPr lvl="4"/>
            <a:r>
              <a:rPr lang="en-US"/>
              <a:t>Fifth level</a:t>
            </a:r>
          </a:p>
          <a:p>
            <a:pPr lvl="5"/>
            <a:r>
              <a:rPr lang="en-US"/>
              <a:t>Sixth level</a:t>
            </a:r>
          </a:p>
        </p:txBody>
      </p:sp>
      <p:sp>
        <p:nvSpPr>
          <p:cNvPr id="34" name="Text Placeholder 3">
            <a:extLst>
              <a:ext uri="{FF2B5EF4-FFF2-40B4-BE49-F238E27FC236}">
                <a16:creationId xmlns:a16="http://schemas.microsoft.com/office/drawing/2014/main" id="{DC7DFE68-FFE1-E798-3629-CF0323B2195E}"/>
              </a:ext>
            </a:extLst>
          </p:cNvPr>
          <p:cNvSpPr>
            <a:spLocks noGrp="1"/>
          </p:cNvSpPr>
          <p:nvPr>
            <p:ph type="body" idx="40" hasCustomPrompt="1"/>
          </p:nvPr>
        </p:nvSpPr>
        <p:spPr>
          <a:xfrm>
            <a:off x="9086850" y="1844675"/>
            <a:ext cx="2578828" cy="457200"/>
          </a:xfrm>
          <a:prstGeom prst="rect">
            <a:avLst/>
          </a:prstGeom>
        </p:spPr>
        <p:txBody>
          <a:bodyPr anchor="t"/>
          <a:lstStyle>
            <a:lvl1pPr marL="0" indent="0">
              <a:spcAft>
                <a:spcPts val="0"/>
              </a:spcAft>
              <a:buNone/>
              <a:defRPr sz="2400" b="1" i="0">
                <a:solidFill>
                  <a:schemeClr val="bg2"/>
                </a:solidFill>
                <a:latin typeface="Graphik Semibold" panose="020B0503030202060203" pitchFamily="34" charset="77"/>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GB"/>
              <a:t>#</a:t>
            </a:r>
            <a:endParaRPr lang="en-US"/>
          </a:p>
        </p:txBody>
      </p:sp>
      <p:sp>
        <p:nvSpPr>
          <p:cNvPr id="35" name="Text Placeholder 4">
            <a:extLst>
              <a:ext uri="{FF2B5EF4-FFF2-40B4-BE49-F238E27FC236}">
                <a16:creationId xmlns:a16="http://schemas.microsoft.com/office/drawing/2014/main" id="{0A5C4BB7-F326-497E-84F9-02B889C225A4}"/>
              </a:ext>
            </a:extLst>
          </p:cNvPr>
          <p:cNvSpPr>
            <a:spLocks noGrp="1"/>
          </p:cNvSpPr>
          <p:nvPr>
            <p:ph type="body" idx="41" hasCustomPrompt="1"/>
          </p:nvPr>
        </p:nvSpPr>
        <p:spPr>
          <a:xfrm>
            <a:off x="9086850" y="2301875"/>
            <a:ext cx="2578828" cy="822960"/>
          </a:xfrm>
          <a:prstGeom prst="rect">
            <a:avLst/>
          </a:prstGeom>
        </p:spPr>
        <p:txBody>
          <a:bodyPr anchor="t"/>
          <a:lstStyle>
            <a:lvl1pPr marL="0" indent="0">
              <a:lnSpc>
                <a:spcPct val="90000"/>
              </a:lnSpc>
              <a:spcAft>
                <a:spcPts val="0"/>
              </a:spcAft>
              <a:buNone/>
              <a:defRPr sz="1600" b="1" i="0">
                <a:latin typeface="Graphik Semibold" panose="020B0503030202060203" pitchFamily="34" charset="77"/>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Place headline here</a:t>
            </a:r>
          </a:p>
        </p:txBody>
      </p:sp>
      <p:sp>
        <p:nvSpPr>
          <p:cNvPr id="36" name="Content Placeholder 5">
            <a:extLst>
              <a:ext uri="{FF2B5EF4-FFF2-40B4-BE49-F238E27FC236}">
                <a16:creationId xmlns:a16="http://schemas.microsoft.com/office/drawing/2014/main" id="{D4259B04-F910-6FD9-9F42-BCED33ECAEA9}"/>
              </a:ext>
            </a:extLst>
          </p:cNvPr>
          <p:cNvSpPr>
            <a:spLocks noGrp="1"/>
          </p:cNvSpPr>
          <p:nvPr>
            <p:ph sz="half" idx="42" hasCustomPrompt="1"/>
          </p:nvPr>
        </p:nvSpPr>
        <p:spPr>
          <a:xfrm>
            <a:off x="9086850" y="3124834"/>
            <a:ext cx="2578828" cy="2761615"/>
          </a:xfrm>
          <a:prstGeom prst="rect">
            <a:avLst/>
          </a:prstGeom>
        </p:spPr>
        <p:txBody>
          <a:bodyPr/>
          <a:lstStyle>
            <a:lvl1pPr>
              <a:spcAft>
                <a:spcPts val="600"/>
              </a:spcAft>
              <a:defRPr sz="1200" b="0" i="0">
                <a:latin typeface="Graphik" panose="020B0503030202060203" pitchFamily="34" charset="77"/>
              </a:defRPr>
            </a:lvl1pPr>
            <a:lvl2pPr>
              <a:spcAft>
                <a:spcPts val="600"/>
              </a:spcAft>
              <a:defRPr sz="1200" b="0" i="0">
                <a:latin typeface="Graphik" panose="020B0503030202060203" pitchFamily="34" charset="77"/>
              </a:defRPr>
            </a:lvl2pPr>
            <a:lvl3pPr>
              <a:spcAft>
                <a:spcPts val="600"/>
              </a:spcAft>
              <a:defRPr sz="1200" b="0" i="0">
                <a:latin typeface="Graphik" panose="020B0503030202060203" pitchFamily="34" charset="77"/>
              </a:defRPr>
            </a:lvl3pPr>
            <a:lvl4pPr>
              <a:spcAft>
                <a:spcPts val="600"/>
              </a:spcAft>
              <a:defRPr sz="1100" b="0" i="0">
                <a:latin typeface="Graphik" panose="020B0503030202060203" pitchFamily="34" charset="77"/>
              </a:defRPr>
            </a:lvl4pPr>
            <a:lvl5pPr>
              <a:spcAft>
                <a:spcPts val="600"/>
              </a:spcAft>
              <a:defRPr sz="1100" b="0" i="0">
                <a:latin typeface="Graphik" panose="020B0503030202060203" pitchFamily="34" charset="77"/>
              </a:defRPr>
            </a:lvl5pPr>
            <a:lvl6pPr>
              <a:defRPr sz="900" b="0" i="0">
                <a:latin typeface="Graphik" panose="020B0503030202060203" pitchFamily="34" charset="77"/>
              </a:defRPr>
            </a:lvl6pPr>
          </a:lstStyle>
          <a:p>
            <a:pPr lvl="0"/>
            <a:r>
              <a:rPr lang="en-US"/>
              <a:t>Place text here</a:t>
            </a:r>
          </a:p>
          <a:p>
            <a:pPr lvl="1"/>
            <a:r>
              <a:rPr lang="en-US"/>
              <a:t>Second level</a:t>
            </a:r>
          </a:p>
          <a:p>
            <a:pPr lvl="2"/>
            <a:r>
              <a:rPr lang="en-US"/>
              <a:t>Third level</a:t>
            </a:r>
          </a:p>
          <a:p>
            <a:pPr lvl="3"/>
            <a:r>
              <a:rPr lang="en-US"/>
              <a:t>Fourth leve</a:t>
            </a:r>
          </a:p>
          <a:p>
            <a:pPr lvl="4"/>
            <a:r>
              <a:rPr lang="en-US"/>
              <a:t>Fifth level</a:t>
            </a:r>
          </a:p>
          <a:p>
            <a:pPr lvl="5"/>
            <a:r>
              <a:rPr lang="en-US"/>
              <a:t>Sixth level </a:t>
            </a:r>
          </a:p>
        </p:txBody>
      </p:sp>
    </p:spTree>
    <p:extLst>
      <p:ext uri="{BB962C8B-B14F-4D97-AF65-F5344CB8AC3E}">
        <p14:creationId xmlns:p14="http://schemas.microsoft.com/office/powerpoint/2010/main" val="3626589434"/>
      </p:ext>
    </p:extLst>
  </p:cSld>
  <p:clrMapOvr>
    <a:masterClrMapping/>
  </p:clrMapOvr>
  <p:extLst>
    <p:ext uri="{DCECCB84-F9BA-43D5-87BE-67443E8EF086}">
      <p15:sldGuideLst xmlns:p15="http://schemas.microsoft.com/office/powerpoint/2012/main">
        <p15:guide id="1" orient="horz" pos="2775">
          <p15:clr>
            <a:srgbClr val="C35EA4"/>
          </p15:clr>
        </p15:guide>
        <p15:guide id="2" orient="horz" pos="699">
          <p15:clr>
            <a:srgbClr val="547EBF"/>
          </p15:clr>
        </p15:guide>
      </p15:sldGuideLst>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Content: tab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C0743A-ADC6-831B-B51D-02359B5DA97F}"/>
              </a:ext>
            </a:extLst>
          </p:cNvPr>
          <p:cNvSpPr>
            <a:spLocks noGrp="1"/>
          </p:cNvSpPr>
          <p:nvPr>
            <p:ph type="title"/>
          </p:nvPr>
        </p:nvSpPr>
        <p:spPr/>
        <p:txBody>
          <a:bodyPr/>
          <a:lstStyle/>
          <a:p>
            <a:r>
              <a:rPr lang="en-GB"/>
              <a:t>Click to edit Master title style</a:t>
            </a:r>
            <a:endParaRPr lang="en-AR"/>
          </a:p>
        </p:txBody>
      </p:sp>
      <p:cxnSp>
        <p:nvCxnSpPr>
          <p:cNvPr id="6" name="Straight Connector 5">
            <a:extLst>
              <a:ext uri="{FF2B5EF4-FFF2-40B4-BE49-F238E27FC236}">
                <a16:creationId xmlns:a16="http://schemas.microsoft.com/office/drawing/2014/main" id="{EE89688D-4CDD-6E55-2855-3448FFAECBE1}"/>
              </a:ext>
            </a:extLst>
          </p:cNvPr>
          <p:cNvCxnSpPr>
            <a:cxnSpLocks/>
          </p:cNvCxnSpPr>
          <p:nvPr userDrawn="1"/>
        </p:nvCxnSpPr>
        <p:spPr>
          <a:xfrm>
            <a:off x="550863" y="2386126"/>
            <a:ext cx="11090275"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03AD4217-E551-509C-58B9-B95944CCB63E}"/>
              </a:ext>
            </a:extLst>
          </p:cNvPr>
          <p:cNvCxnSpPr>
            <a:cxnSpLocks/>
          </p:cNvCxnSpPr>
          <p:nvPr userDrawn="1"/>
        </p:nvCxnSpPr>
        <p:spPr>
          <a:xfrm>
            <a:off x="550863" y="3393857"/>
            <a:ext cx="11090275"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37" name="Text Placeholder 3">
            <a:extLst>
              <a:ext uri="{FF2B5EF4-FFF2-40B4-BE49-F238E27FC236}">
                <a16:creationId xmlns:a16="http://schemas.microsoft.com/office/drawing/2014/main" id="{13E1FBEF-5FF1-E9BB-F6B9-7326BB5CB80A}"/>
              </a:ext>
            </a:extLst>
          </p:cNvPr>
          <p:cNvSpPr>
            <a:spLocks noGrp="1"/>
          </p:cNvSpPr>
          <p:nvPr>
            <p:ph type="body" sz="quarter" idx="26" hasCustomPrompt="1"/>
          </p:nvPr>
        </p:nvSpPr>
        <p:spPr>
          <a:xfrm>
            <a:off x="563411" y="1609787"/>
            <a:ext cx="4958430" cy="384048"/>
          </a:xfrm>
          <a:prstGeom prst="rect">
            <a:avLst/>
          </a:prstGeom>
        </p:spPr>
        <p:txBody>
          <a:bodyPr anchor="t"/>
          <a:lstStyle>
            <a:lvl1pPr marL="0" indent="0">
              <a:spcAft>
                <a:spcPts val="0"/>
              </a:spcAft>
              <a:buNone/>
              <a:defRPr sz="1800" b="0" i="0">
                <a:solidFill>
                  <a:schemeClr val="tx1"/>
                </a:solidFill>
                <a:latin typeface="Graphik" panose="020B0503030202060203" pitchFamily="34" charset="77"/>
              </a:defRPr>
            </a:lvl1pPr>
          </a:lstStyle>
          <a:p>
            <a:pPr lvl="0"/>
            <a:r>
              <a:rPr lang="en-GB"/>
              <a:t>Place subtitle here in </a:t>
            </a:r>
            <a:r>
              <a:rPr lang="en-GB" err="1"/>
              <a:t>Graphik</a:t>
            </a:r>
            <a:r>
              <a:rPr lang="en-GB"/>
              <a:t> regular</a:t>
            </a:r>
            <a:endParaRPr lang="en-US"/>
          </a:p>
        </p:txBody>
      </p:sp>
      <p:sp>
        <p:nvSpPr>
          <p:cNvPr id="38" name="Text Placeholder 3a">
            <a:extLst>
              <a:ext uri="{FF2B5EF4-FFF2-40B4-BE49-F238E27FC236}">
                <a16:creationId xmlns:a16="http://schemas.microsoft.com/office/drawing/2014/main" id="{B9824907-86E3-1531-50ED-112E1C8CF38B}"/>
              </a:ext>
            </a:extLst>
          </p:cNvPr>
          <p:cNvSpPr>
            <a:spLocks noGrp="1"/>
          </p:cNvSpPr>
          <p:nvPr>
            <p:ph type="body" idx="22" hasCustomPrompt="1"/>
          </p:nvPr>
        </p:nvSpPr>
        <p:spPr>
          <a:xfrm>
            <a:off x="563411" y="2527859"/>
            <a:ext cx="2510646" cy="732360"/>
          </a:xfrm>
          <a:prstGeom prst="rect">
            <a:avLst/>
          </a:prstGeom>
        </p:spPr>
        <p:txBody>
          <a:bodyPr anchor="t"/>
          <a:lstStyle>
            <a:lvl1pPr marL="0" indent="0">
              <a:lnSpc>
                <a:spcPct val="90000"/>
              </a:lnSpc>
              <a:spcAft>
                <a:spcPts val="0"/>
              </a:spcAft>
              <a:buNone/>
              <a:defRPr sz="1600" b="0" i="0">
                <a:latin typeface="+mj-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Text here</a:t>
            </a:r>
          </a:p>
        </p:txBody>
      </p:sp>
      <p:sp>
        <p:nvSpPr>
          <p:cNvPr id="48" name="Text Placeholder 47">
            <a:extLst>
              <a:ext uri="{FF2B5EF4-FFF2-40B4-BE49-F238E27FC236}">
                <a16:creationId xmlns:a16="http://schemas.microsoft.com/office/drawing/2014/main" id="{F08F731E-CEF1-4878-3FD0-FAD6C27FD39A}"/>
              </a:ext>
            </a:extLst>
          </p:cNvPr>
          <p:cNvSpPr>
            <a:spLocks noGrp="1"/>
          </p:cNvSpPr>
          <p:nvPr>
            <p:ph type="body" sz="quarter" idx="28" hasCustomPrompt="1"/>
          </p:nvPr>
        </p:nvSpPr>
        <p:spPr>
          <a:xfrm>
            <a:off x="4743153" y="2525284"/>
            <a:ext cx="3535873" cy="734935"/>
          </a:xfrm>
        </p:spPr>
        <p:txBody>
          <a:bodyPr/>
          <a:lstStyle>
            <a:lvl1pPr>
              <a:defRPr lang="en-US" sz="1200" b="0" kern="1200" dirty="0" smtClean="0">
                <a:solidFill>
                  <a:schemeClr val="tx1"/>
                </a:solidFill>
                <a:latin typeface="+mn-lt"/>
                <a:ea typeface="+mn-ea"/>
                <a:cs typeface="+mn-cs"/>
              </a:defRPr>
            </a:lvl1pPr>
            <a:lvl2pPr>
              <a:defRPr lang="en-US" sz="1400" b="0" kern="1200" dirty="0" smtClean="0">
                <a:solidFill>
                  <a:schemeClr val="tx1"/>
                </a:solidFill>
                <a:latin typeface="+mn-lt"/>
                <a:ea typeface="+mn-ea"/>
                <a:cs typeface="+mn-cs"/>
              </a:defRPr>
            </a:lvl2pPr>
            <a:lvl3pPr>
              <a:defRPr/>
            </a:lvl3pPr>
            <a:lvl4pPr>
              <a:defRPr/>
            </a:lvl4pPr>
            <a:lvl5pPr>
              <a:defRPr/>
            </a:lvl5pPr>
          </a:lstStyle>
          <a:p>
            <a:pPr lvl="0"/>
            <a:r>
              <a:rPr lang="en-US"/>
              <a:t>Click to edit Master text styles. Lorem ipsum dolor sit </a:t>
            </a:r>
            <a:r>
              <a:rPr lang="en-US" err="1"/>
              <a:t>amet</a:t>
            </a:r>
            <a:r>
              <a:rPr lang="en-US"/>
              <a:t>, </a:t>
            </a:r>
            <a:r>
              <a:rPr lang="en-US" err="1"/>
              <a:t>consectetur</a:t>
            </a:r>
            <a:r>
              <a:rPr lang="en-US"/>
              <a:t> </a:t>
            </a:r>
            <a:r>
              <a:rPr lang="en-US" err="1"/>
              <a:t>adipiscing</a:t>
            </a:r>
            <a:r>
              <a:rPr lang="en-US"/>
              <a:t> </a:t>
            </a:r>
            <a:r>
              <a:rPr lang="en-US" err="1"/>
              <a:t>elit</a:t>
            </a:r>
            <a:r>
              <a:rPr lang="en-US"/>
              <a:t>.</a:t>
            </a:r>
            <a:endParaRPr lang="en-AR"/>
          </a:p>
        </p:txBody>
      </p:sp>
      <p:sp>
        <p:nvSpPr>
          <p:cNvPr id="50" name="Text Placeholder 3a">
            <a:extLst>
              <a:ext uri="{FF2B5EF4-FFF2-40B4-BE49-F238E27FC236}">
                <a16:creationId xmlns:a16="http://schemas.microsoft.com/office/drawing/2014/main" id="{26505188-6359-30FA-BD41-1EE3AE7460F8}"/>
              </a:ext>
            </a:extLst>
          </p:cNvPr>
          <p:cNvSpPr>
            <a:spLocks noGrp="1"/>
          </p:cNvSpPr>
          <p:nvPr>
            <p:ph type="body" idx="29" hasCustomPrompt="1"/>
          </p:nvPr>
        </p:nvSpPr>
        <p:spPr>
          <a:xfrm>
            <a:off x="9948122" y="2527859"/>
            <a:ext cx="1680467" cy="732360"/>
          </a:xfrm>
          <a:prstGeom prst="rect">
            <a:avLst/>
          </a:prstGeom>
        </p:spPr>
        <p:txBody>
          <a:bodyPr anchor="t"/>
          <a:lstStyle>
            <a:lvl1pPr marL="0" indent="0">
              <a:lnSpc>
                <a:spcPct val="90000"/>
              </a:lnSpc>
              <a:spcAft>
                <a:spcPts val="0"/>
              </a:spcAft>
              <a:buNone/>
              <a:defRPr sz="1600" b="0" i="0">
                <a:solidFill>
                  <a:schemeClr val="bg2"/>
                </a:solidFill>
                <a:latin typeface="+mn-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Text here</a:t>
            </a:r>
          </a:p>
        </p:txBody>
      </p:sp>
      <p:sp>
        <p:nvSpPr>
          <p:cNvPr id="52" name="Text Placeholder 3a">
            <a:extLst>
              <a:ext uri="{FF2B5EF4-FFF2-40B4-BE49-F238E27FC236}">
                <a16:creationId xmlns:a16="http://schemas.microsoft.com/office/drawing/2014/main" id="{2F8B0EA0-CACA-263A-C93F-CBC13D1410B5}"/>
              </a:ext>
            </a:extLst>
          </p:cNvPr>
          <p:cNvSpPr>
            <a:spLocks noGrp="1"/>
          </p:cNvSpPr>
          <p:nvPr>
            <p:ph type="body" idx="30" hasCustomPrompt="1"/>
          </p:nvPr>
        </p:nvSpPr>
        <p:spPr>
          <a:xfrm>
            <a:off x="575960" y="3541109"/>
            <a:ext cx="2510646" cy="732360"/>
          </a:xfrm>
          <a:prstGeom prst="rect">
            <a:avLst/>
          </a:prstGeom>
        </p:spPr>
        <p:txBody>
          <a:bodyPr anchor="t"/>
          <a:lstStyle>
            <a:lvl1pPr marL="0" indent="0">
              <a:lnSpc>
                <a:spcPct val="90000"/>
              </a:lnSpc>
              <a:spcAft>
                <a:spcPts val="0"/>
              </a:spcAft>
              <a:buNone/>
              <a:defRPr sz="1600" b="0" i="0">
                <a:latin typeface="+mj-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Text here</a:t>
            </a:r>
          </a:p>
        </p:txBody>
      </p:sp>
      <p:cxnSp>
        <p:nvCxnSpPr>
          <p:cNvPr id="53" name="Straight Connector 52">
            <a:extLst>
              <a:ext uri="{FF2B5EF4-FFF2-40B4-BE49-F238E27FC236}">
                <a16:creationId xmlns:a16="http://schemas.microsoft.com/office/drawing/2014/main" id="{6C42FCDB-4459-39E5-63C4-5DCECB1F820C}"/>
              </a:ext>
            </a:extLst>
          </p:cNvPr>
          <p:cNvCxnSpPr>
            <a:cxnSpLocks/>
          </p:cNvCxnSpPr>
          <p:nvPr userDrawn="1"/>
        </p:nvCxnSpPr>
        <p:spPr>
          <a:xfrm>
            <a:off x="563412" y="4412630"/>
            <a:ext cx="11090275"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54" name="Text Placeholder 47">
            <a:extLst>
              <a:ext uri="{FF2B5EF4-FFF2-40B4-BE49-F238E27FC236}">
                <a16:creationId xmlns:a16="http://schemas.microsoft.com/office/drawing/2014/main" id="{D9BC5705-EC9D-D2BB-D13E-6DCF41A2CFBA}"/>
              </a:ext>
            </a:extLst>
          </p:cNvPr>
          <p:cNvSpPr>
            <a:spLocks noGrp="1"/>
          </p:cNvSpPr>
          <p:nvPr>
            <p:ph type="body" sz="quarter" idx="31" hasCustomPrompt="1"/>
          </p:nvPr>
        </p:nvSpPr>
        <p:spPr>
          <a:xfrm>
            <a:off x="4755702" y="3538534"/>
            <a:ext cx="3535873" cy="734935"/>
          </a:xfrm>
        </p:spPr>
        <p:txBody>
          <a:bodyPr/>
          <a:lstStyle>
            <a:lvl1pPr>
              <a:defRPr lang="en-US" sz="1200" b="0" kern="1200" dirty="0" smtClean="0">
                <a:solidFill>
                  <a:schemeClr val="tx1"/>
                </a:solidFill>
                <a:latin typeface="+mn-lt"/>
                <a:ea typeface="+mn-ea"/>
                <a:cs typeface="+mn-cs"/>
              </a:defRPr>
            </a:lvl1pPr>
            <a:lvl2pPr>
              <a:defRPr lang="en-US" sz="1400" b="0" kern="1200" dirty="0" smtClean="0">
                <a:solidFill>
                  <a:schemeClr val="tx1"/>
                </a:solidFill>
                <a:latin typeface="+mn-lt"/>
                <a:ea typeface="+mn-ea"/>
                <a:cs typeface="+mn-cs"/>
              </a:defRPr>
            </a:lvl2pPr>
            <a:lvl3pPr>
              <a:defRPr/>
            </a:lvl3pPr>
            <a:lvl4pPr>
              <a:defRPr/>
            </a:lvl4pPr>
            <a:lvl5pPr>
              <a:defRPr/>
            </a:lvl5pPr>
          </a:lstStyle>
          <a:p>
            <a:pPr lvl="0"/>
            <a:r>
              <a:rPr lang="en-US"/>
              <a:t>Click to edit Master text styles. Lorem ipsum dolor sit </a:t>
            </a:r>
            <a:r>
              <a:rPr lang="en-US" err="1"/>
              <a:t>amet</a:t>
            </a:r>
            <a:r>
              <a:rPr lang="en-US"/>
              <a:t>, </a:t>
            </a:r>
            <a:r>
              <a:rPr lang="en-US" err="1"/>
              <a:t>consectetur</a:t>
            </a:r>
            <a:r>
              <a:rPr lang="en-US"/>
              <a:t> </a:t>
            </a:r>
            <a:r>
              <a:rPr lang="en-US" err="1"/>
              <a:t>adipiscing</a:t>
            </a:r>
            <a:r>
              <a:rPr lang="en-US"/>
              <a:t> </a:t>
            </a:r>
            <a:r>
              <a:rPr lang="en-US" err="1"/>
              <a:t>elit</a:t>
            </a:r>
            <a:r>
              <a:rPr lang="en-US"/>
              <a:t>.</a:t>
            </a:r>
            <a:endParaRPr lang="en-AR"/>
          </a:p>
        </p:txBody>
      </p:sp>
      <p:sp>
        <p:nvSpPr>
          <p:cNvPr id="55" name="Text Placeholder 3a">
            <a:extLst>
              <a:ext uri="{FF2B5EF4-FFF2-40B4-BE49-F238E27FC236}">
                <a16:creationId xmlns:a16="http://schemas.microsoft.com/office/drawing/2014/main" id="{63F87C57-352F-9F6B-1FEC-F82F24A89FD5}"/>
              </a:ext>
            </a:extLst>
          </p:cNvPr>
          <p:cNvSpPr>
            <a:spLocks noGrp="1"/>
          </p:cNvSpPr>
          <p:nvPr>
            <p:ph type="body" idx="32" hasCustomPrompt="1"/>
          </p:nvPr>
        </p:nvSpPr>
        <p:spPr>
          <a:xfrm>
            <a:off x="9960671" y="3541109"/>
            <a:ext cx="1680467" cy="732360"/>
          </a:xfrm>
          <a:prstGeom prst="rect">
            <a:avLst/>
          </a:prstGeom>
        </p:spPr>
        <p:txBody>
          <a:bodyPr anchor="t"/>
          <a:lstStyle>
            <a:lvl1pPr marL="0" indent="0">
              <a:lnSpc>
                <a:spcPct val="90000"/>
              </a:lnSpc>
              <a:spcAft>
                <a:spcPts val="0"/>
              </a:spcAft>
              <a:buNone/>
              <a:defRPr sz="1600" b="0" i="0">
                <a:solidFill>
                  <a:schemeClr val="bg2"/>
                </a:solidFill>
                <a:latin typeface="+mn-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Text here</a:t>
            </a:r>
          </a:p>
        </p:txBody>
      </p:sp>
      <p:cxnSp>
        <p:nvCxnSpPr>
          <p:cNvPr id="57" name="Straight Connector 56">
            <a:extLst>
              <a:ext uri="{FF2B5EF4-FFF2-40B4-BE49-F238E27FC236}">
                <a16:creationId xmlns:a16="http://schemas.microsoft.com/office/drawing/2014/main" id="{7691468D-335A-5F09-ECAE-A20FF3432172}"/>
              </a:ext>
            </a:extLst>
          </p:cNvPr>
          <p:cNvCxnSpPr>
            <a:cxnSpLocks/>
          </p:cNvCxnSpPr>
          <p:nvPr userDrawn="1"/>
        </p:nvCxnSpPr>
        <p:spPr>
          <a:xfrm>
            <a:off x="563411" y="5409319"/>
            <a:ext cx="11090275"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58" name="Text Placeholder 3a">
            <a:extLst>
              <a:ext uri="{FF2B5EF4-FFF2-40B4-BE49-F238E27FC236}">
                <a16:creationId xmlns:a16="http://schemas.microsoft.com/office/drawing/2014/main" id="{6A205F7E-A1D0-35BC-AC88-4EDB1ABA180C}"/>
              </a:ext>
            </a:extLst>
          </p:cNvPr>
          <p:cNvSpPr>
            <a:spLocks noGrp="1"/>
          </p:cNvSpPr>
          <p:nvPr>
            <p:ph type="body" idx="33" hasCustomPrompt="1"/>
          </p:nvPr>
        </p:nvSpPr>
        <p:spPr>
          <a:xfrm>
            <a:off x="575959" y="4543321"/>
            <a:ext cx="2510646" cy="732360"/>
          </a:xfrm>
          <a:prstGeom prst="rect">
            <a:avLst/>
          </a:prstGeom>
        </p:spPr>
        <p:txBody>
          <a:bodyPr anchor="t"/>
          <a:lstStyle>
            <a:lvl1pPr marL="0" indent="0">
              <a:lnSpc>
                <a:spcPct val="90000"/>
              </a:lnSpc>
              <a:spcAft>
                <a:spcPts val="0"/>
              </a:spcAft>
              <a:buNone/>
              <a:defRPr sz="1600" b="0" i="0">
                <a:latin typeface="+mj-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Text here</a:t>
            </a:r>
          </a:p>
        </p:txBody>
      </p:sp>
      <p:sp>
        <p:nvSpPr>
          <p:cNvPr id="60" name="Text Placeholder 47">
            <a:extLst>
              <a:ext uri="{FF2B5EF4-FFF2-40B4-BE49-F238E27FC236}">
                <a16:creationId xmlns:a16="http://schemas.microsoft.com/office/drawing/2014/main" id="{976843C5-C03A-A8D3-E5FA-0F07BFBDD774}"/>
              </a:ext>
            </a:extLst>
          </p:cNvPr>
          <p:cNvSpPr>
            <a:spLocks noGrp="1"/>
          </p:cNvSpPr>
          <p:nvPr>
            <p:ph type="body" sz="quarter" idx="34" hasCustomPrompt="1"/>
          </p:nvPr>
        </p:nvSpPr>
        <p:spPr>
          <a:xfrm>
            <a:off x="4755701" y="4540746"/>
            <a:ext cx="3535873" cy="734935"/>
          </a:xfrm>
        </p:spPr>
        <p:txBody>
          <a:bodyPr/>
          <a:lstStyle>
            <a:lvl1pPr>
              <a:defRPr lang="en-US" sz="1200" b="0" kern="1200" dirty="0" smtClean="0">
                <a:solidFill>
                  <a:schemeClr val="tx1"/>
                </a:solidFill>
                <a:latin typeface="+mn-lt"/>
                <a:ea typeface="+mn-ea"/>
                <a:cs typeface="+mn-cs"/>
              </a:defRPr>
            </a:lvl1pPr>
            <a:lvl2pPr>
              <a:defRPr lang="en-US" sz="1400" b="0" kern="1200" dirty="0" smtClean="0">
                <a:solidFill>
                  <a:schemeClr val="tx1"/>
                </a:solidFill>
                <a:latin typeface="+mn-lt"/>
                <a:ea typeface="+mn-ea"/>
                <a:cs typeface="+mn-cs"/>
              </a:defRPr>
            </a:lvl2pPr>
            <a:lvl3pPr>
              <a:defRPr/>
            </a:lvl3pPr>
            <a:lvl4pPr>
              <a:defRPr/>
            </a:lvl4pPr>
            <a:lvl5pPr>
              <a:defRPr/>
            </a:lvl5pPr>
          </a:lstStyle>
          <a:p>
            <a:pPr lvl="0"/>
            <a:r>
              <a:rPr lang="en-US"/>
              <a:t>Click to edit Master text styles. Lorem ipsum dolor sit </a:t>
            </a:r>
            <a:r>
              <a:rPr lang="en-US" err="1"/>
              <a:t>amet</a:t>
            </a:r>
            <a:r>
              <a:rPr lang="en-US"/>
              <a:t>, </a:t>
            </a:r>
            <a:r>
              <a:rPr lang="en-US" err="1"/>
              <a:t>consectetur</a:t>
            </a:r>
            <a:r>
              <a:rPr lang="en-US"/>
              <a:t> </a:t>
            </a:r>
            <a:r>
              <a:rPr lang="en-US" err="1"/>
              <a:t>adipiscing</a:t>
            </a:r>
            <a:r>
              <a:rPr lang="en-US"/>
              <a:t> </a:t>
            </a:r>
            <a:r>
              <a:rPr lang="en-US" err="1"/>
              <a:t>elit</a:t>
            </a:r>
            <a:r>
              <a:rPr lang="en-US"/>
              <a:t>.</a:t>
            </a:r>
            <a:endParaRPr lang="en-AR"/>
          </a:p>
        </p:txBody>
      </p:sp>
      <p:sp>
        <p:nvSpPr>
          <p:cNvPr id="61" name="Text Placeholder 3a">
            <a:extLst>
              <a:ext uri="{FF2B5EF4-FFF2-40B4-BE49-F238E27FC236}">
                <a16:creationId xmlns:a16="http://schemas.microsoft.com/office/drawing/2014/main" id="{99F72155-DC8E-FD59-347A-8E42F7539245}"/>
              </a:ext>
            </a:extLst>
          </p:cNvPr>
          <p:cNvSpPr>
            <a:spLocks noGrp="1"/>
          </p:cNvSpPr>
          <p:nvPr>
            <p:ph type="body" idx="35" hasCustomPrompt="1"/>
          </p:nvPr>
        </p:nvSpPr>
        <p:spPr>
          <a:xfrm>
            <a:off x="9960670" y="4543321"/>
            <a:ext cx="1680467" cy="732360"/>
          </a:xfrm>
          <a:prstGeom prst="rect">
            <a:avLst/>
          </a:prstGeom>
        </p:spPr>
        <p:txBody>
          <a:bodyPr anchor="t"/>
          <a:lstStyle>
            <a:lvl1pPr marL="0" indent="0">
              <a:lnSpc>
                <a:spcPct val="90000"/>
              </a:lnSpc>
              <a:spcAft>
                <a:spcPts val="0"/>
              </a:spcAft>
              <a:buNone/>
              <a:defRPr sz="1600" b="0" i="0">
                <a:solidFill>
                  <a:schemeClr val="bg2"/>
                </a:solidFill>
                <a:latin typeface="+mn-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Text here</a:t>
            </a:r>
          </a:p>
        </p:txBody>
      </p:sp>
      <p:sp>
        <p:nvSpPr>
          <p:cNvPr id="62" name="Text Placeholder 3a">
            <a:extLst>
              <a:ext uri="{FF2B5EF4-FFF2-40B4-BE49-F238E27FC236}">
                <a16:creationId xmlns:a16="http://schemas.microsoft.com/office/drawing/2014/main" id="{46463B47-CA2F-FBD9-29CC-24F465D0AE42}"/>
              </a:ext>
            </a:extLst>
          </p:cNvPr>
          <p:cNvSpPr>
            <a:spLocks noGrp="1"/>
          </p:cNvSpPr>
          <p:nvPr>
            <p:ph type="body" idx="36" hasCustomPrompt="1"/>
          </p:nvPr>
        </p:nvSpPr>
        <p:spPr>
          <a:xfrm>
            <a:off x="588508" y="5556571"/>
            <a:ext cx="2510646" cy="732360"/>
          </a:xfrm>
          <a:prstGeom prst="rect">
            <a:avLst/>
          </a:prstGeom>
        </p:spPr>
        <p:txBody>
          <a:bodyPr anchor="t"/>
          <a:lstStyle>
            <a:lvl1pPr marL="0" indent="0">
              <a:lnSpc>
                <a:spcPct val="90000"/>
              </a:lnSpc>
              <a:spcAft>
                <a:spcPts val="0"/>
              </a:spcAft>
              <a:buNone/>
              <a:defRPr sz="1600" b="0" i="0">
                <a:latin typeface="+mj-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Text here</a:t>
            </a:r>
          </a:p>
        </p:txBody>
      </p:sp>
      <p:sp>
        <p:nvSpPr>
          <p:cNvPr id="64" name="Text Placeholder 47">
            <a:extLst>
              <a:ext uri="{FF2B5EF4-FFF2-40B4-BE49-F238E27FC236}">
                <a16:creationId xmlns:a16="http://schemas.microsoft.com/office/drawing/2014/main" id="{AE0584A6-3ABE-9106-5EC5-8BBE05F01F0E}"/>
              </a:ext>
            </a:extLst>
          </p:cNvPr>
          <p:cNvSpPr>
            <a:spLocks noGrp="1"/>
          </p:cNvSpPr>
          <p:nvPr>
            <p:ph type="body" sz="quarter" idx="37" hasCustomPrompt="1"/>
          </p:nvPr>
        </p:nvSpPr>
        <p:spPr>
          <a:xfrm>
            <a:off x="4768250" y="5553996"/>
            <a:ext cx="3535873" cy="734935"/>
          </a:xfrm>
        </p:spPr>
        <p:txBody>
          <a:bodyPr/>
          <a:lstStyle>
            <a:lvl1pPr>
              <a:defRPr lang="en-US" sz="1200" b="0" kern="1200" dirty="0" smtClean="0">
                <a:solidFill>
                  <a:schemeClr val="tx1"/>
                </a:solidFill>
                <a:latin typeface="+mn-lt"/>
                <a:ea typeface="+mn-ea"/>
                <a:cs typeface="+mn-cs"/>
              </a:defRPr>
            </a:lvl1pPr>
            <a:lvl2pPr>
              <a:defRPr lang="en-US" sz="1400" b="0" kern="1200" dirty="0" smtClean="0">
                <a:solidFill>
                  <a:schemeClr val="tx1"/>
                </a:solidFill>
                <a:latin typeface="+mn-lt"/>
                <a:ea typeface="+mn-ea"/>
                <a:cs typeface="+mn-cs"/>
              </a:defRPr>
            </a:lvl2pPr>
            <a:lvl3pPr>
              <a:defRPr/>
            </a:lvl3pPr>
            <a:lvl4pPr>
              <a:defRPr/>
            </a:lvl4pPr>
            <a:lvl5pPr>
              <a:defRPr/>
            </a:lvl5pPr>
          </a:lstStyle>
          <a:p>
            <a:pPr lvl="0"/>
            <a:r>
              <a:rPr lang="en-US"/>
              <a:t>Click to edit Master text styles. Lorem ipsum dolor sit </a:t>
            </a:r>
            <a:r>
              <a:rPr lang="en-US" err="1"/>
              <a:t>amet</a:t>
            </a:r>
            <a:r>
              <a:rPr lang="en-US"/>
              <a:t>, </a:t>
            </a:r>
            <a:r>
              <a:rPr lang="en-US" err="1"/>
              <a:t>consectetur</a:t>
            </a:r>
            <a:r>
              <a:rPr lang="en-US"/>
              <a:t> </a:t>
            </a:r>
            <a:r>
              <a:rPr lang="en-US" err="1"/>
              <a:t>adipiscing</a:t>
            </a:r>
            <a:r>
              <a:rPr lang="en-US"/>
              <a:t> </a:t>
            </a:r>
            <a:r>
              <a:rPr lang="en-US" err="1"/>
              <a:t>elit</a:t>
            </a:r>
            <a:r>
              <a:rPr lang="en-US"/>
              <a:t>.</a:t>
            </a:r>
            <a:endParaRPr lang="en-AR"/>
          </a:p>
        </p:txBody>
      </p:sp>
      <p:sp>
        <p:nvSpPr>
          <p:cNvPr id="65" name="Text Placeholder 3a">
            <a:extLst>
              <a:ext uri="{FF2B5EF4-FFF2-40B4-BE49-F238E27FC236}">
                <a16:creationId xmlns:a16="http://schemas.microsoft.com/office/drawing/2014/main" id="{670F6FAD-5A3C-11EB-6E81-8B16B52F81EF}"/>
              </a:ext>
            </a:extLst>
          </p:cNvPr>
          <p:cNvSpPr>
            <a:spLocks noGrp="1"/>
          </p:cNvSpPr>
          <p:nvPr>
            <p:ph type="body" idx="38" hasCustomPrompt="1"/>
          </p:nvPr>
        </p:nvSpPr>
        <p:spPr>
          <a:xfrm>
            <a:off x="9973219" y="5556571"/>
            <a:ext cx="1680467" cy="732360"/>
          </a:xfrm>
          <a:prstGeom prst="rect">
            <a:avLst/>
          </a:prstGeom>
        </p:spPr>
        <p:txBody>
          <a:bodyPr anchor="t"/>
          <a:lstStyle>
            <a:lvl1pPr marL="0" indent="0">
              <a:lnSpc>
                <a:spcPct val="90000"/>
              </a:lnSpc>
              <a:spcAft>
                <a:spcPts val="0"/>
              </a:spcAft>
              <a:buNone/>
              <a:defRPr sz="1600" b="0" i="0">
                <a:solidFill>
                  <a:schemeClr val="bg2"/>
                </a:solidFill>
                <a:latin typeface="+mn-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Text here</a:t>
            </a:r>
          </a:p>
        </p:txBody>
      </p:sp>
    </p:spTree>
    <p:extLst>
      <p:ext uri="{BB962C8B-B14F-4D97-AF65-F5344CB8AC3E}">
        <p14:creationId xmlns:p14="http://schemas.microsoft.com/office/powerpoint/2010/main" val="260446724"/>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Content: split ">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CADDCEF-8841-4D73-EAEB-25E159BD364A}"/>
              </a:ext>
            </a:extLst>
          </p:cNvPr>
          <p:cNvSpPr/>
          <p:nvPr userDrawn="1"/>
        </p:nvSpPr>
        <p:spPr>
          <a:xfrm>
            <a:off x="0" y="0"/>
            <a:ext cx="4876801"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tIns="121920" bIns="121920" rtlCol="0" anchor="ctr"/>
          <a:lstStyle/>
          <a:p>
            <a:pPr algn="ctr"/>
            <a:endParaRPr lang="en-US" sz="2400" err="1"/>
          </a:p>
        </p:txBody>
      </p:sp>
      <p:sp>
        <p:nvSpPr>
          <p:cNvPr id="6" name="Title 2">
            <a:extLst>
              <a:ext uri="{FF2B5EF4-FFF2-40B4-BE49-F238E27FC236}">
                <a16:creationId xmlns:a16="http://schemas.microsoft.com/office/drawing/2014/main" id="{9596D82E-71B7-FF51-B8E9-B259B21B69EB}"/>
              </a:ext>
            </a:extLst>
          </p:cNvPr>
          <p:cNvSpPr>
            <a:spLocks noGrp="1"/>
          </p:cNvSpPr>
          <p:nvPr>
            <p:ph type="title"/>
          </p:nvPr>
        </p:nvSpPr>
        <p:spPr>
          <a:xfrm>
            <a:off x="556468" y="572600"/>
            <a:ext cx="3984536" cy="787908"/>
          </a:xfrm>
        </p:spPr>
        <p:txBody>
          <a:bodyPr/>
          <a:lstStyle>
            <a:lvl1pPr>
              <a:defRPr>
                <a:solidFill>
                  <a:schemeClr val="bg1"/>
                </a:solidFill>
              </a:defRPr>
            </a:lvl1pPr>
          </a:lstStyle>
          <a:p>
            <a:r>
              <a:rPr lang="en-GB"/>
              <a:t>Click to edit Master title style</a:t>
            </a:r>
            <a:endParaRPr lang="en-US"/>
          </a:p>
        </p:txBody>
      </p:sp>
      <p:sp>
        <p:nvSpPr>
          <p:cNvPr id="16" name="Text Placeholder 3a">
            <a:extLst>
              <a:ext uri="{FF2B5EF4-FFF2-40B4-BE49-F238E27FC236}">
                <a16:creationId xmlns:a16="http://schemas.microsoft.com/office/drawing/2014/main" id="{FAAE1576-C1B9-0E2B-83B0-F7C54B8589E8}"/>
              </a:ext>
            </a:extLst>
          </p:cNvPr>
          <p:cNvSpPr>
            <a:spLocks noGrp="1"/>
          </p:cNvSpPr>
          <p:nvPr>
            <p:ph type="body" idx="29" hasCustomPrompt="1"/>
          </p:nvPr>
        </p:nvSpPr>
        <p:spPr>
          <a:xfrm>
            <a:off x="556468" y="1887912"/>
            <a:ext cx="3148429" cy="550488"/>
          </a:xfrm>
          <a:prstGeom prst="rect">
            <a:avLst/>
          </a:prstGeom>
        </p:spPr>
        <p:txBody>
          <a:bodyPr anchor="t"/>
          <a:lstStyle>
            <a:lvl1pPr marL="0" indent="0">
              <a:lnSpc>
                <a:spcPct val="90000"/>
              </a:lnSpc>
              <a:spcAft>
                <a:spcPts val="0"/>
              </a:spcAft>
              <a:buNone/>
              <a:defRPr sz="1600" b="0" i="0">
                <a:solidFill>
                  <a:schemeClr val="accent2"/>
                </a:solidFill>
                <a:latin typeface="+mj-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Text here</a:t>
            </a:r>
          </a:p>
        </p:txBody>
      </p:sp>
      <p:sp>
        <p:nvSpPr>
          <p:cNvPr id="15" name="Text Placeholder 47">
            <a:extLst>
              <a:ext uri="{FF2B5EF4-FFF2-40B4-BE49-F238E27FC236}">
                <a16:creationId xmlns:a16="http://schemas.microsoft.com/office/drawing/2014/main" id="{3269863B-5234-38BF-0D34-E538ACE4EA2B}"/>
              </a:ext>
            </a:extLst>
          </p:cNvPr>
          <p:cNvSpPr>
            <a:spLocks noGrp="1"/>
          </p:cNvSpPr>
          <p:nvPr>
            <p:ph type="body" sz="quarter" idx="28" hasCustomPrompt="1"/>
          </p:nvPr>
        </p:nvSpPr>
        <p:spPr>
          <a:xfrm>
            <a:off x="556468" y="2598336"/>
            <a:ext cx="3148429" cy="3512832"/>
          </a:xfrm>
        </p:spPr>
        <p:txBody>
          <a:bodyPr/>
          <a:lstStyle>
            <a:lvl1pPr>
              <a:defRPr lang="en-US" sz="1200" b="0" kern="1200" dirty="0" smtClean="0">
                <a:solidFill>
                  <a:schemeClr val="bg1"/>
                </a:solidFill>
                <a:latin typeface="+mn-lt"/>
                <a:ea typeface="+mn-ea"/>
                <a:cs typeface="+mn-cs"/>
              </a:defRPr>
            </a:lvl1pPr>
            <a:lvl2pPr>
              <a:defRPr lang="en-US" sz="1400" b="0" kern="1200" dirty="0" smtClean="0">
                <a:solidFill>
                  <a:schemeClr val="tx1"/>
                </a:solidFill>
                <a:latin typeface="+mn-lt"/>
                <a:ea typeface="+mn-ea"/>
                <a:cs typeface="+mn-cs"/>
              </a:defRPr>
            </a:lvl2pPr>
            <a:lvl3pPr>
              <a:defRPr/>
            </a:lvl3pPr>
            <a:lvl4pPr>
              <a:defRPr/>
            </a:lvl4pPr>
            <a:lvl5pPr>
              <a:defRPr/>
            </a:lvl5pPr>
          </a:lstStyle>
          <a:p>
            <a:pPr lvl="0"/>
            <a:r>
              <a:rPr lang="en-US"/>
              <a:t>Click to edit Master text styles. Lorem ipsum dolor sit </a:t>
            </a:r>
            <a:r>
              <a:rPr lang="en-US" err="1"/>
              <a:t>amet</a:t>
            </a:r>
            <a:r>
              <a:rPr lang="en-US"/>
              <a:t>, </a:t>
            </a:r>
            <a:r>
              <a:rPr lang="en-US" err="1"/>
              <a:t>consectetur</a:t>
            </a:r>
            <a:r>
              <a:rPr lang="en-US"/>
              <a:t> </a:t>
            </a:r>
            <a:r>
              <a:rPr lang="en-US" err="1"/>
              <a:t>adipiscing</a:t>
            </a:r>
            <a:r>
              <a:rPr lang="en-US"/>
              <a:t> </a:t>
            </a:r>
            <a:r>
              <a:rPr lang="en-US" err="1"/>
              <a:t>elit</a:t>
            </a:r>
            <a:r>
              <a:rPr lang="en-US"/>
              <a:t>.</a:t>
            </a:r>
            <a:endParaRPr lang="en-AR"/>
          </a:p>
        </p:txBody>
      </p:sp>
      <p:sp>
        <p:nvSpPr>
          <p:cNvPr id="3" name="GTS_WH">
            <a:extLst>
              <a:ext uri="{FF2B5EF4-FFF2-40B4-BE49-F238E27FC236}">
                <a16:creationId xmlns:a16="http://schemas.microsoft.com/office/drawing/2014/main" id="{CE15062E-1BE5-ECEF-BF47-4CDD412B3BA7}"/>
              </a:ext>
              <a:ext uri="{C183D7F6-B498-43B3-948B-1728B52AA6E4}">
                <adec:decorative xmlns:adec="http://schemas.microsoft.com/office/drawing/2017/decorative" val="1"/>
              </a:ext>
            </a:extLst>
          </p:cNvPr>
          <p:cNvSpPr>
            <a:spLocks noChangeAspect="1"/>
          </p:cNvSpPr>
          <p:nvPr userDrawn="1"/>
        </p:nvSpPr>
        <p:spPr bwMode="black">
          <a:xfrm>
            <a:off x="56341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Tree>
    <p:extLst>
      <p:ext uri="{BB962C8B-B14F-4D97-AF65-F5344CB8AC3E}">
        <p14:creationId xmlns:p14="http://schemas.microsoft.com/office/powerpoint/2010/main" val="3289597605"/>
      </p:ext>
    </p:extLst>
  </p:cSld>
  <p:clrMapOvr>
    <a:masterClrMapping/>
  </p:clrMapOvr>
  <p:extLst>
    <p:ext uri="{DCECCB84-F9BA-43D5-87BE-67443E8EF086}">
      <p15:sldGuideLst xmlns:p15="http://schemas.microsoft.com/office/powerpoint/2012/main">
        <p15:guide id="1" orient="horz" pos="3249">
          <p15:clr>
            <a:srgbClr val="FBAE40"/>
          </p15:clr>
        </p15:guide>
      </p15:sldGuideLst>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Content: list + image">
    <p:spTree>
      <p:nvGrpSpPr>
        <p:cNvPr id="1" name=""/>
        <p:cNvGrpSpPr/>
        <p:nvPr/>
      </p:nvGrpSpPr>
      <p:grpSpPr>
        <a:xfrm>
          <a:off x="0" y="0"/>
          <a:ext cx="0" cy="0"/>
          <a:chOff x="0" y="0"/>
          <a:chExt cx="0" cy="0"/>
        </a:xfrm>
      </p:grpSpPr>
      <p:sp>
        <p:nvSpPr>
          <p:cNvPr id="19" name="Text Placeholder 3">
            <a:extLst>
              <a:ext uri="{FF2B5EF4-FFF2-40B4-BE49-F238E27FC236}">
                <a16:creationId xmlns:a16="http://schemas.microsoft.com/office/drawing/2014/main" id="{72341109-26F6-4227-8890-EA8EB1C0EBBA}"/>
              </a:ext>
            </a:extLst>
          </p:cNvPr>
          <p:cNvSpPr>
            <a:spLocks noGrp="1"/>
          </p:cNvSpPr>
          <p:nvPr>
            <p:ph type="body" idx="18" hasCustomPrompt="1"/>
          </p:nvPr>
        </p:nvSpPr>
        <p:spPr>
          <a:xfrm>
            <a:off x="561427" y="3998977"/>
            <a:ext cx="173125" cy="369332"/>
          </a:xfrm>
          <a:prstGeom prst="rect">
            <a:avLst/>
          </a:prstGeom>
        </p:spPr>
        <p:txBody>
          <a:bodyPr wrap="none" anchor="t">
            <a:spAutoFit/>
          </a:bodyPr>
          <a:lstStyle>
            <a:lvl1pPr marL="0" indent="0">
              <a:spcAft>
                <a:spcPts val="0"/>
              </a:spcAft>
              <a:buNone/>
              <a:defRPr sz="2400" b="1" i="0">
                <a:solidFill>
                  <a:schemeClr val="bg2"/>
                </a:solidFill>
                <a:latin typeface="Graphik Semibold" panose="020B0503030202060203" pitchFamily="34" charset="77"/>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GB"/>
              <a:t>#</a:t>
            </a:r>
            <a:endParaRPr lang="en-US"/>
          </a:p>
        </p:txBody>
      </p:sp>
      <p:sp>
        <p:nvSpPr>
          <p:cNvPr id="3" name="Text Placeholder 4">
            <a:extLst>
              <a:ext uri="{FF2B5EF4-FFF2-40B4-BE49-F238E27FC236}">
                <a16:creationId xmlns:a16="http://schemas.microsoft.com/office/drawing/2014/main" id="{4C9BBD74-54FD-481F-B3FD-0CE5318F281F}"/>
              </a:ext>
            </a:extLst>
          </p:cNvPr>
          <p:cNvSpPr>
            <a:spLocks noGrp="1"/>
          </p:cNvSpPr>
          <p:nvPr>
            <p:ph type="body" idx="1" hasCustomPrompt="1"/>
          </p:nvPr>
        </p:nvSpPr>
        <p:spPr>
          <a:xfrm>
            <a:off x="561427" y="4456176"/>
            <a:ext cx="1953007" cy="822960"/>
          </a:xfrm>
          <a:prstGeom prst="rect">
            <a:avLst/>
          </a:prstGeom>
        </p:spPr>
        <p:txBody>
          <a:bodyPr anchor="t"/>
          <a:lstStyle>
            <a:lvl1pPr marL="0" indent="0">
              <a:lnSpc>
                <a:spcPct val="90000"/>
              </a:lnSpc>
              <a:spcAft>
                <a:spcPts val="0"/>
              </a:spcAft>
              <a:buNone/>
              <a:defRPr sz="1600" b="1" i="0">
                <a:latin typeface="Graphik Semibold" panose="020B0503030202060203" pitchFamily="34" charset="77"/>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Place headline here</a:t>
            </a:r>
          </a:p>
        </p:txBody>
      </p:sp>
      <p:sp>
        <p:nvSpPr>
          <p:cNvPr id="4" name="Text Placeholder 3">
            <a:extLst>
              <a:ext uri="{FF2B5EF4-FFF2-40B4-BE49-F238E27FC236}">
                <a16:creationId xmlns:a16="http://schemas.microsoft.com/office/drawing/2014/main" id="{B85B306C-DA4C-EE64-1727-749659F0A793}"/>
              </a:ext>
            </a:extLst>
          </p:cNvPr>
          <p:cNvSpPr>
            <a:spLocks noGrp="1"/>
          </p:cNvSpPr>
          <p:nvPr>
            <p:ph type="body" sz="quarter" idx="11" hasCustomPrompt="1"/>
          </p:nvPr>
        </p:nvSpPr>
        <p:spPr>
          <a:xfrm>
            <a:off x="563411" y="2472896"/>
            <a:ext cx="5171607" cy="384048"/>
          </a:xfrm>
          <a:prstGeom prst="rect">
            <a:avLst/>
          </a:prstGeom>
        </p:spPr>
        <p:txBody>
          <a:bodyPr anchor="t"/>
          <a:lstStyle>
            <a:lvl1pPr marL="0" indent="0">
              <a:spcAft>
                <a:spcPts val="0"/>
              </a:spcAft>
              <a:buNone/>
              <a:defRPr lang="en-US" sz="1800" b="0" i="0" kern="1200">
                <a:solidFill>
                  <a:schemeClr val="tx1"/>
                </a:solidFill>
                <a:latin typeface="Graphik" panose="020B0503030202060203" pitchFamily="34" charset="77"/>
                <a:ea typeface="+mn-ea"/>
                <a:cs typeface="+mn-cs"/>
              </a:defRPr>
            </a:lvl1pPr>
          </a:lstStyle>
          <a:p>
            <a:pPr marL="0" lvl="0" indent="0" algn="l" defTabSz="228594" rtl="0" eaLnBrk="1" latinLnBrk="0" hangingPunct="1">
              <a:lnSpc>
                <a:spcPct val="100000"/>
              </a:lnSpc>
              <a:spcBef>
                <a:spcPts val="0"/>
              </a:spcBef>
              <a:spcAft>
                <a:spcPts val="0"/>
              </a:spcAft>
              <a:buFont typeface="Arial" panose="020B0604020202020204" pitchFamily="34" charset="0"/>
              <a:buNone/>
            </a:pPr>
            <a:r>
              <a:rPr lang="en-GB"/>
              <a:t>Place subtitle here in </a:t>
            </a:r>
            <a:r>
              <a:rPr lang="en-GB" err="1"/>
              <a:t>Graphik</a:t>
            </a:r>
            <a:endParaRPr lang="en-US"/>
          </a:p>
        </p:txBody>
      </p:sp>
      <p:sp>
        <p:nvSpPr>
          <p:cNvPr id="10" name="Text Placeholder 3">
            <a:extLst>
              <a:ext uri="{FF2B5EF4-FFF2-40B4-BE49-F238E27FC236}">
                <a16:creationId xmlns:a16="http://schemas.microsoft.com/office/drawing/2014/main" id="{7B5BFA1F-5247-B9BC-754B-6AAF3E525A0B}"/>
              </a:ext>
            </a:extLst>
          </p:cNvPr>
          <p:cNvSpPr>
            <a:spLocks noGrp="1"/>
          </p:cNvSpPr>
          <p:nvPr>
            <p:ph type="body" idx="34" hasCustomPrompt="1"/>
          </p:nvPr>
        </p:nvSpPr>
        <p:spPr>
          <a:xfrm>
            <a:off x="2843427" y="3998851"/>
            <a:ext cx="173125" cy="369332"/>
          </a:xfrm>
          <a:prstGeom prst="rect">
            <a:avLst/>
          </a:prstGeom>
        </p:spPr>
        <p:txBody>
          <a:bodyPr wrap="none" anchor="t">
            <a:spAutoFit/>
          </a:bodyPr>
          <a:lstStyle>
            <a:lvl1pPr marL="0" indent="0">
              <a:spcAft>
                <a:spcPts val="0"/>
              </a:spcAft>
              <a:buNone/>
              <a:defRPr sz="2400" b="1" i="0">
                <a:solidFill>
                  <a:schemeClr val="bg2"/>
                </a:solidFill>
                <a:latin typeface="Graphik Semibold" panose="020B0503030202060203" pitchFamily="34" charset="77"/>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GB"/>
              <a:t>#</a:t>
            </a:r>
            <a:endParaRPr lang="en-US"/>
          </a:p>
        </p:txBody>
      </p:sp>
      <p:sp>
        <p:nvSpPr>
          <p:cNvPr id="11" name="Text Placeholder 4">
            <a:extLst>
              <a:ext uri="{FF2B5EF4-FFF2-40B4-BE49-F238E27FC236}">
                <a16:creationId xmlns:a16="http://schemas.microsoft.com/office/drawing/2014/main" id="{097F6A55-E927-3DDC-C6BC-9E4F7D33849E}"/>
              </a:ext>
            </a:extLst>
          </p:cNvPr>
          <p:cNvSpPr>
            <a:spLocks noGrp="1"/>
          </p:cNvSpPr>
          <p:nvPr>
            <p:ph type="body" idx="35" hasCustomPrompt="1"/>
          </p:nvPr>
        </p:nvSpPr>
        <p:spPr>
          <a:xfrm>
            <a:off x="2843427" y="4456051"/>
            <a:ext cx="1953007" cy="822960"/>
          </a:xfrm>
          <a:prstGeom prst="rect">
            <a:avLst/>
          </a:prstGeom>
        </p:spPr>
        <p:txBody>
          <a:bodyPr anchor="t"/>
          <a:lstStyle>
            <a:lvl1pPr marL="0" indent="0">
              <a:lnSpc>
                <a:spcPct val="90000"/>
              </a:lnSpc>
              <a:spcAft>
                <a:spcPts val="0"/>
              </a:spcAft>
              <a:buNone/>
              <a:defRPr sz="1600" b="1" i="0">
                <a:latin typeface="Graphik Semibold" panose="020B0503030202060203" pitchFamily="34" charset="77"/>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Place headline here</a:t>
            </a:r>
          </a:p>
        </p:txBody>
      </p:sp>
      <p:sp>
        <p:nvSpPr>
          <p:cNvPr id="20" name="Text Placeholder 3">
            <a:extLst>
              <a:ext uri="{FF2B5EF4-FFF2-40B4-BE49-F238E27FC236}">
                <a16:creationId xmlns:a16="http://schemas.microsoft.com/office/drawing/2014/main" id="{96A48BF3-8AA9-50DC-49B0-265A2B870BDA}"/>
              </a:ext>
            </a:extLst>
          </p:cNvPr>
          <p:cNvSpPr>
            <a:spLocks noGrp="1"/>
          </p:cNvSpPr>
          <p:nvPr>
            <p:ph type="body" idx="37" hasCustomPrompt="1"/>
          </p:nvPr>
        </p:nvSpPr>
        <p:spPr>
          <a:xfrm>
            <a:off x="5118171" y="3998851"/>
            <a:ext cx="173125" cy="369332"/>
          </a:xfrm>
          <a:prstGeom prst="rect">
            <a:avLst/>
          </a:prstGeom>
        </p:spPr>
        <p:txBody>
          <a:bodyPr wrap="none" anchor="t">
            <a:spAutoFit/>
          </a:bodyPr>
          <a:lstStyle>
            <a:lvl1pPr marL="0" indent="0">
              <a:spcAft>
                <a:spcPts val="0"/>
              </a:spcAft>
              <a:buNone/>
              <a:defRPr sz="2400" b="1" i="0">
                <a:solidFill>
                  <a:schemeClr val="bg2"/>
                </a:solidFill>
                <a:latin typeface="Graphik Semibold" panose="020B0503030202060203" pitchFamily="34" charset="77"/>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GB"/>
              <a:t>#</a:t>
            </a:r>
            <a:endParaRPr lang="en-US"/>
          </a:p>
        </p:txBody>
      </p:sp>
      <p:sp>
        <p:nvSpPr>
          <p:cNvPr id="23" name="Text Placeholder 4">
            <a:extLst>
              <a:ext uri="{FF2B5EF4-FFF2-40B4-BE49-F238E27FC236}">
                <a16:creationId xmlns:a16="http://schemas.microsoft.com/office/drawing/2014/main" id="{6CA89A9C-8BF9-8CDF-3629-2C1B8ED659BD}"/>
              </a:ext>
            </a:extLst>
          </p:cNvPr>
          <p:cNvSpPr>
            <a:spLocks noGrp="1"/>
          </p:cNvSpPr>
          <p:nvPr>
            <p:ph type="body" idx="38" hasCustomPrompt="1"/>
          </p:nvPr>
        </p:nvSpPr>
        <p:spPr>
          <a:xfrm>
            <a:off x="5125427" y="4456051"/>
            <a:ext cx="1953007" cy="822960"/>
          </a:xfrm>
          <a:prstGeom prst="rect">
            <a:avLst/>
          </a:prstGeom>
        </p:spPr>
        <p:txBody>
          <a:bodyPr anchor="t"/>
          <a:lstStyle>
            <a:lvl1pPr marL="0" indent="0">
              <a:lnSpc>
                <a:spcPct val="90000"/>
              </a:lnSpc>
              <a:spcAft>
                <a:spcPts val="0"/>
              </a:spcAft>
              <a:buNone/>
              <a:defRPr sz="1600" b="1" i="0">
                <a:latin typeface="Graphik Semibold" panose="020B0503030202060203" pitchFamily="34" charset="77"/>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Place headline here</a:t>
            </a:r>
          </a:p>
        </p:txBody>
      </p:sp>
      <p:sp>
        <p:nvSpPr>
          <p:cNvPr id="34" name="Text Placeholder 3">
            <a:extLst>
              <a:ext uri="{FF2B5EF4-FFF2-40B4-BE49-F238E27FC236}">
                <a16:creationId xmlns:a16="http://schemas.microsoft.com/office/drawing/2014/main" id="{DC7DFE68-FFE1-E798-3629-CF0323B2195E}"/>
              </a:ext>
            </a:extLst>
          </p:cNvPr>
          <p:cNvSpPr>
            <a:spLocks noGrp="1"/>
          </p:cNvSpPr>
          <p:nvPr>
            <p:ph type="body" idx="40" hasCustomPrompt="1"/>
          </p:nvPr>
        </p:nvSpPr>
        <p:spPr>
          <a:xfrm>
            <a:off x="7407427" y="3998851"/>
            <a:ext cx="173125" cy="369332"/>
          </a:xfrm>
          <a:prstGeom prst="rect">
            <a:avLst/>
          </a:prstGeom>
        </p:spPr>
        <p:txBody>
          <a:bodyPr wrap="none" anchor="t">
            <a:spAutoFit/>
          </a:bodyPr>
          <a:lstStyle>
            <a:lvl1pPr marL="0" indent="0">
              <a:spcAft>
                <a:spcPts val="0"/>
              </a:spcAft>
              <a:buNone/>
              <a:defRPr sz="2400" b="1" i="0">
                <a:solidFill>
                  <a:schemeClr val="bg2"/>
                </a:solidFill>
                <a:latin typeface="Graphik Semibold" panose="020B0503030202060203" pitchFamily="34" charset="77"/>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GB"/>
              <a:t>#</a:t>
            </a:r>
            <a:endParaRPr lang="en-US"/>
          </a:p>
        </p:txBody>
      </p:sp>
      <p:sp>
        <p:nvSpPr>
          <p:cNvPr id="35" name="Text Placeholder 4">
            <a:extLst>
              <a:ext uri="{FF2B5EF4-FFF2-40B4-BE49-F238E27FC236}">
                <a16:creationId xmlns:a16="http://schemas.microsoft.com/office/drawing/2014/main" id="{0A5C4BB7-F326-497E-84F9-02B889C225A4}"/>
              </a:ext>
            </a:extLst>
          </p:cNvPr>
          <p:cNvSpPr>
            <a:spLocks noGrp="1"/>
          </p:cNvSpPr>
          <p:nvPr>
            <p:ph type="body" idx="41" hasCustomPrompt="1"/>
          </p:nvPr>
        </p:nvSpPr>
        <p:spPr>
          <a:xfrm>
            <a:off x="7407427" y="4456051"/>
            <a:ext cx="1953007" cy="822960"/>
          </a:xfrm>
          <a:prstGeom prst="rect">
            <a:avLst/>
          </a:prstGeom>
        </p:spPr>
        <p:txBody>
          <a:bodyPr anchor="t"/>
          <a:lstStyle>
            <a:lvl1pPr marL="0" indent="0">
              <a:lnSpc>
                <a:spcPct val="90000"/>
              </a:lnSpc>
              <a:spcAft>
                <a:spcPts val="0"/>
              </a:spcAft>
              <a:buNone/>
              <a:defRPr sz="1600" b="1" i="0">
                <a:latin typeface="Graphik Semibold" panose="020B0503030202060203" pitchFamily="34" charset="77"/>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Place headline here</a:t>
            </a:r>
          </a:p>
        </p:txBody>
      </p:sp>
      <p:sp>
        <p:nvSpPr>
          <p:cNvPr id="2" name="Title 1">
            <a:extLst>
              <a:ext uri="{FF2B5EF4-FFF2-40B4-BE49-F238E27FC236}">
                <a16:creationId xmlns:a16="http://schemas.microsoft.com/office/drawing/2014/main" id="{2A8000A6-6DCD-FF31-392B-5CD7870A0353}"/>
              </a:ext>
            </a:extLst>
          </p:cNvPr>
          <p:cNvSpPr>
            <a:spLocks noGrp="1"/>
          </p:cNvSpPr>
          <p:nvPr>
            <p:ph type="title"/>
          </p:nvPr>
        </p:nvSpPr>
        <p:spPr>
          <a:xfrm>
            <a:off x="554568" y="1515429"/>
            <a:ext cx="5175672" cy="886396"/>
          </a:xfrm>
        </p:spPr>
        <p:txBody>
          <a:bodyPr anchor="b"/>
          <a:lstStyle/>
          <a:p>
            <a:r>
              <a:rPr lang="en-GB"/>
              <a:t>Click to edit Master title style</a:t>
            </a:r>
            <a:endParaRPr lang="en-US"/>
          </a:p>
        </p:txBody>
      </p:sp>
      <p:sp>
        <p:nvSpPr>
          <p:cNvPr id="6" name="Picture Placeholder 5">
            <a:extLst>
              <a:ext uri="{FF2B5EF4-FFF2-40B4-BE49-F238E27FC236}">
                <a16:creationId xmlns:a16="http://schemas.microsoft.com/office/drawing/2014/main" id="{5783FD05-DB3B-FD57-46A5-ACA36397CBF3}"/>
              </a:ext>
            </a:extLst>
          </p:cNvPr>
          <p:cNvSpPr>
            <a:spLocks noGrp="1"/>
          </p:cNvSpPr>
          <p:nvPr>
            <p:ph type="pic" sz="quarter" idx="42"/>
          </p:nvPr>
        </p:nvSpPr>
        <p:spPr>
          <a:xfrm>
            <a:off x="6692901" y="0"/>
            <a:ext cx="5499100" cy="3429000"/>
          </a:xfrm>
          <a:solidFill>
            <a:schemeClr val="bg1">
              <a:lumMod val="95000"/>
            </a:schemeClr>
          </a:solidFill>
        </p:spPr>
        <p:txBody>
          <a:bodyPr anchor="ctr"/>
          <a:lstStyle>
            <a:lvl1pPr algn="ctr">
              <a:defRPr/>
            </a:lvl1pPr>
          </a:lstStyle>
          <a:p>
            <a:r>
              <a:rPr lang="en-GB"/>
              <a:t>Click icon to add picture</a:t>
            </a:r>
            <a:endParaRPr lang="en-US"/>
          </a:p>
        </p:txBody>
      </p:sp>
      <p:sp>
        <p:nvSpPr>
          <p:cNvPr id="7" name="Text Placeholder 3">
            <a:extLst>
              <a:ext uri="{FF2B5EF4-FFF2-40B4-BE49-F238E27FC236}">
                <a16:creationId xmlns:a16="http://schemas.microsoft.com/office/drawing/2014/main" id="{636E3600-1199-1547-D313-449C38319BD9}"/>
              </a:ext>
            </a:extLst>
          </p:cNvPr>
          <p:cNvSpPr>
            <a:spLocks noGrp="1"/>
          </p:cNvSpPr>
          <p:nvPr>
            <p:ph type="body" idx="43" hasCustomPrompt="1"/>
          </p:nvPr>
        </p:nvSpPr>
        <p:spPr>
          <a:xfrm>
            <a:off x="9689427" y="3998851"/>
            <a:ext cx="173125" cy="369332"/>
          </a:xfrm>
          <a:prstGeom prst="rect">
            <a:avLst/>
          </a:prstGeom>
        </p:spPr>
        <p:txBody>
          <a:bodyPr wrap="none" anchor="t">
            <a:spAutoFit/>
          </a:bodyPr>
          <a:lstStyle>
            <a:lvl1pPr marL="0" indent="0">
              <a:spcAft>
                <a:spcPts val="0"/>
              </a:spcAft>
              <a:buNone/>
              <a:defRPr sz="2400" b="1" i="0">
                <a:solidFill>
                  <a:schemeClr val="bg2"/>
                </a:solidFill>
                <a:latin typeface="Graphik Semibold" panose="020B0503030202060203" pitchFamily="34" charset="77"/>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GB"/>
              <a:t>#</a:t>
            </a:r>
            <a:endParaRPr lang="en-US"/>
          </a:p>
        </p:txBody>
      </p:sp>
      <p:sp>
        <p:nvSpPr>
          <p:cNvPr id="8" name="Text Placeholder 4">
            <a:extLst>
              <a:ext uri="{FF2B5EF4-FFF2-40B4-BE49-F238E27FC236}">
                <a16:creationId xmlns:a16="http://schemas.microsoft.com/office/drawing/2014/main" id="{3D84B231-1D63-35B5-7ECE-7094A7C3BD42}"/>
              </a:ext>
            </a:extLst>
          </p:cNvPr>
          <p:cNvSpPr>
            <a:spLocks noGrp="1"/>
          </p:cNvSpPr>
          <p:nvPr>
            <p:ph type="body" idx="44" hasCustomPrompt="1"/>
          </p:nvPr>
        </p:nvSpPr>
        <p:spPr>
          <a:xfrm>
            <a:off x="9689427" y="4456051"/>
            <a:ext cx="1953007" cy="822960"/>
          </a:xfrm>
          <a:prstGeom prst="rect">
            <a:avLst/>
          </a:prstGeom>
        </p:spPr>
        <p:txBody>
          <a:bodyPr anchor="t"/>
          <a:lstStyle>
            <a:lvl1pPr marL="0" indent="0">
              <a:lnSpc>
                <a:spcPct val="90000"/>
              </a:lnSpc>
              <a:spcAft>
                <a:spcPts val="0"/>
              </a:spcAft>
              <a:buNone/>
              <a:defRPr sz="1600" b="1" i="0">
                <a:latin typeface="Graphik Semibold" panose="020B0503030202060203" pitchFamily="34" charset="77"/>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Place headline here</a:t>
            </a:r>
          </a:p>
        </p:txBody>
      </p:sp>
    </p:spTree>
    <p:extLst>
      <p:ext uri="{BB962C8B-B14F-4D97-AF65-F5344CB8AC3E}">
        <p14:creationId xmlns:p14="http://schemas.microsoft.com/office/powerpoint/2010/main" val="895925855"/>
      </p:ext>
    </p:extLst>
  </p:cSld>
  <p:clrMapOvr>
    <a:masterClrMapping/>
  </p:clrMapOvr>
  <p:extLst>
    <p:ext uri="{DCECCB84-F9BA-43D5-87BE-67443E8EF086}">
      <p15:sldGuideLst xmlns:p15="http://schemas.microsoft.com/office/powerpoint/2012/main">
        <p15:guide id="1" orient="horz" pos="2775">
          <p15:clr>
            <a:srgbClr val="C35EA4"/>
          </p15:clr>
        </p15:guide>
        <p15:guide id="2" orient="horz" pos="699">
          <p15:clr>
            <a:srgbClr val="547EBF"/>
          </p15:clr>
        </p15:guide>
      </p15:sldGuideLst>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Content: text + spli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CADDCEF-8841-4D73-EAEB-25E159BD364A}"/>
              </a:ext>
            </a:extLst>
          </p:cNvPr>
          <p:cNvSpPr/>
          <p:nvPr userDrawn="1"/>
        </p:nvSpPr>
        <p:spPr>
          <a:xfrm>
            <a:off x="7839456" y="0"/>
            <a:ext cx="4352544"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tIns="121920" bIns="121920" rtlCol="0" anchor="ctr"/>
          <a:lstStyle/>
          <a:p>
            <a:pPr algn="ctr"/>
            <a:endParaRPr lang="en-US" sz="2400" err="1"/>
          </a:p>
        </p:txBody>
      </p:sp>
      <p:sp>
        <p:nvSpPr>
          <p:cNvPr id="6" name="Title 2">
            <a:extLst>
              <a:ext uri="{FF2B5EF4-FFF2-40B4-BE49-F238E27FC236}">
                <a16:creationId xmlns:a16="http://schemas.microsoft.com/office/drawing/2014/main" id="{9596D82E-71B7-FF51-B8E9-B259B21B69EB}"/>
              </a:ext>
            </a:extLst>
          </p:cNvPr>
          <p:cNvSpPr>
            <a:spLocks noGrp="1"/>
          </p:cNvSpPr>
          <p:nvPr>
            <p:ph type="title"/>
          </p:nvPr>
        </p:nvSpPr>
        <p:spPr>
          <a:xfrm>
            <a:off x="556467" y="572600"/>
            <a:ext cx="6757704" cy="393954"/>
          </a:xfrm>
        </p:spPr>
        <p:txBody>
          <a:bodyPr/>
          <a:lstStyle/>
          <a:p>
            <a:r>
              <a:rPr lang="en-GB"/>
              <a:t>Click to edit Master title style</a:t>
            </a:r>
            <a:endParaRPr lang="en-US"/>
          </a:p>
        </p:txBody>
      </p:sp>
      <p:sp>
        <p:nvSpPr>
          <p:cNvPr id="15" name="Text Placeholder 47">
            <a:extLst>
              <a:ext uri="{FF2B5EF4-FFF2-40B4-BE49-F238E27FC236}">
                <a16:creationId xmlns:a16="http://schemas.microsoft.com/office/drawing/2014/main" id="{3269863B-5234-38BF-0D34-E538ACE4EA2B}"/>
              </a:ext>
            </a:extLst>
          </p:cNvPr>
          <p:cNvSpPr>
            <a:spLocks noGrp="1"/>
          </p:cNvSpPr>
          <p:nvPr>
            <p:ph type="body" sz="quarter" idx="28" hasCustomPrompt="1"/>
          </p:nvPr>
        </p:nvSpPr>
        <p:spPr>
          <a:xfrm>
            <a:off x="556468" y="2330533"/>
            <a:ext cx="3148429" cy="734935"/>
          </a:xfrm>
        </p:spPr>
        <p:txBody>
          <a:bodyPr/>
          <a:lstStyle>
            <a:lvl1pPr>
              <a:defRPr lang="en-US" sz="1200" b="0" kern="1200" dirty="0" smtClean="0">
                <a:solidFill>
                  <a:schemeClr val="tx1"/>
                </a:solidFill>
                <a:latin typeface="+mn-lt"/>
                <a:ea typeface="+mn-ea"/>
                <a:cs typeface="+mn-cs"/>
              </a:defRPr>
            </a:lvl1pPr>
            <a:lvl2pPr>
              <a:defRPr lang="en-US" sz="1400" b="0" kern="1200" dirty="0" smtClean="0">
                <a:solidFill>
                  <a:schemeClr val="tx1"/>
                </a:solidFill>
                <a:latin typeface="+mn-lt"/>
                <a:ea typeface="+mn-ea"/>
                <a:cs typeface="+mn-cs"/>
              </a:defRPr>
            </a:lvl2pPr>
            <a:lvl3pPr>
              <a:defRPr/>
            </a:lvl3pPr>
            <a:lvl4pPr>
              <a:defRPr/>
            </a:lvl4pPr>
            <a:lvl5pPr>
              <a:defRPr/>
            </a:lvl5pPr>
          </a:lstStyle>
          <a:p>
            <a:pPr lvl="0"/>
            <a:r>
              <a:rPr lang="en-US"/>
              <a:t>Click to edit Master text styles. Lorem ipsum dolor sit </a:t>
            </a:r>
            <a:r>
              <a:rPr lang="en-US" err="1"/>
              <a:t>amet</a:t>
            </a:r>
            <a:r>
              <a:rPr lang="en-US"/>
              <a:t>, </a:t>
            </a:r>
            <a:r>
              <a:rPr lang="en-US" err="1"/>
              <a:t>consectetur</a:t>
            </a:r>
            <a:r>
              <a:rPr lang="en-US"/>
              <a:t> </a:t>
            </a:r>
            <a:r>
              <a:rPr lang="en-US" err="1"/>
              <a:t>adipiscing</a:t>
            </a:r>
            <a:r>
              <a:rPr lang="en-US"/>
              <a:t> </a:t>
            </a:r>
            <a:r>
              <a:rPr lang="en-US" err="1"/>
              <a:t>elit</a:t>
            </a:r>
            <a:r>
              <a:rPr lang="en-US"/>
              <a:t>.</a:t>
            </a:r>
            <a:endParaRPr lang="en-AR"/>
          </a:p>
        </p:txBody>
      </p:sp>
      <p:sp>
        <p:nvSpPr>
          <p:cNvPr id="16" name="Text Placeholder 3a">
            <a:extLst>
              <a:ext uri="{FF2B5EF4-FFF2-40B4-BE49-F238E27FC236}">
                <a16:creationId xmlns:a16="http://schemas.microsoft.com/office/drawing/2014/main" id="{FAAE1576-C1B9-0E2B-83B0-F7C54B8589E8}"/>
              </a:ext>
            </a:extLst>
          </p:cNvPr>
          <p:cNvSpPr>
            <a:spLocks noGrp="1"/>
          </p:cNvSpPr>
          <p:nvPr>
            <p:ph type="body" idx="29" hasCustomPrompt="1"/>
          </p:nvPr>
        </p:nvSpPr>
        <p:spPr>
          <a:xfrm>
            <a:off x="556468" y="1887912"/>
            <a:ext cx="3148429" cy="256198"/>
          </a:xfrm>
          <a:prstGeom prst="rect">
            <a:avLst/>
          </a:prstGeom>
        </p:spPr>
        <p:txBody>
          <a:bodyPr anchor="t"/>
          <a:lstStyle>
            <a:lvl1pPr marL="0" indent="0">
              <a:lnSpc>
                <a:spcPct val="90000"/>
              </a:lnSpc>
              <a:spcAft>
                <a:spcPts val="0"/>
              </a:spcAft>
              <a:buNone/>
              <a:defRPr sz="1600" b="0" i="0">
                <a:solidFill>
                  <a:schemeClr val="bg2"/>
                </a:solidFill>
                <a:latin typeface="+mn-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Text here</a:t>
            </a:r>
          </a:p>
        </p:txBody>
      </p:sp>
      <p:sp>
        <p:nvSpPr>
          <p:cNvPr id="17" name="Text Placeholder 47">
            <a:extLst>
              <a:ext uri="{FF2B5EF4-FFF2-40B4-BE49-F238E27FC236}">
                <a16:creationId xmlns:a16="http://schemas.microsoft.com/office/drawing/2014/main" id="{8ED52606-50DB-73E6-95EA-D88B274B22CD}"/>
              </a:ext>
            </a:extLst>
          </p:cNvPr>
          <p:cNvSpPr>
            <a:spLocks noGrp="1"/>
          </p:cNvSpPr>
          <p:nvPr>
            <p:ph type="body" sz="quarter" idx="30" hasCustomPrompt="1"/>
          </p:nvPr>
        </p:nvSpPr>
        <p:spPr>
          <a:xfrm>
            <a:off x="4135240" y="2330533"/>
            <a:ext cx="3148429" cy="734935"/>
          </a:xfrm>
        </p:spPr>
        <p:txBody>
          <a:bodyPr/>
          <a:lstStyle>
            <a:lvl1pPr>
              <a:defRPr lang="en-US" sz="1200" b="0" kern="1200" dirty="0" smtClean="0">
                <a:solidFill>
                  <a:schemeClr val="tx1"/>
                </a:solidFill>
                <a:latin typeface="+mn-lt"/>
                <a:ea typeface="+mn-ea"/>
                <a:cs typeface="+mn-cs"/>
              </a:defRPr>
            </a:lvl1pPr>
            <a:lvl2pPr>
              <a:defRPr lang="en-US" sz="1400" b="0" kern="1200" dirty="0" smtClean="0">
                <a:solidFill>
                  <a:schemeClr val="tx1"/>
                </a:solidFill>
                <a:latin typeface="+mn-lt"/>
                <a:ea typeface="+mn-ea"/>
                <a:cs typeface="+mn-cs"/>
              </a:defRPr>
            </a:lvl2pPr>
            <a:lvl3pPr>
              <a:defRPr/>
            </a:lvl3pPr>
            <a:lvl4pPr>
              <a:defRPr/>
            </a:lvl4pPr>
            <a:lvl5pPr>
              <a:defRPr/>
            </a:lvl5pPr>
          </a:lstStyle>
          <a:p>
            <a:pPr lvl="0"/>
            <a:r>
              <a:rPr lang="en-US"/>
              <a:t>Click to edit Master text styles. Lorem ipsum dolor sit </a:t>
            </a:r>
            <a:r>
              <a:rPr lang="en-US" err="1"/>
              <a:t>amet</a:t>
            </a:r>
            <a:r>
              <a:rPr lang="en-US"/>
              <a:t>, </a:t>
            </a:r>
            <a:r>
              <a:rPr lang="en-US" err="1"/>
              <a:t>consectetur</a:t>
            </a:r>
            <a:r>
              <a:rPr lang="en-US"/>
              <a:t> </a:t>
            </a:r>
            <a:r>
              <a:rPr lang="en-US" err="1"/>
              <a:t>adipiscing</a:t>
            </a:r>
            <a:r>
              <a:rPr lang="en-US"/>
              <a:t> </a:t>
            </a:r>
            <a:r>
              <a:rPr lang="en-US" err="1"/>
              <a:t>elit</a:t>
            </a:r>
            <a:r>
              <a:rPr lang="en-US"/>
              <a:t>.</a:t>
            </a:r>
            <a:endParaRPr lang="en-AR"/>
          </a:p>
        </p:txBody>
      </p:sp>
      <p:sp>
        <p:nvSpPr>
          <p:cNvPr id="18" name="Text Placeholder 3a">
            <a:extLst>
              <a:ext uri="{FF2B5EF4-FFF2-40B4-BE49-F238E27FC236}">
                <a16:creationId xmlns:a16="http://schemas.microsoft.com/office/drawing/2014/main" id="{AA248D68-4226-2C8B-DAF1-EBBE3A60A940}"/>
              </a:ext>
            </a:extLst>
          </p:cNvPr>
          <p:cNvSpPr>
            <a:spLocks noGrp="1"/>
          </p:cNvSpPr>
          <p:nvPr>
            <p:ph type="body" idx="31" hasCustomPrompt="1"/>
          </p:nvPr>
        </p:nvSpPr>
        <p:spPr>
          <a:xfrm>
            <a:off x="4135240" y="1887912"/>
            <a:ext cx="3148429" cy="256198"/>
          </a:xfrm>
          <a:prstGeom prst="rect">
            <a:avLst/>
          </a:prstGeom>
        </p:spPr>
        <p:txBody>
          <a:bodyPr anchor="t"/>
          <a:lstStyle>
            <a:lvl1pPr marL="0" indent="0">
              <a:lnSpc>
                <a:spcPct val="90000"/>
              </a:lnSpc>
              <a:spcAft>
                <a:spcPts val="0"/>
              </a:spcAft>
              <a:buNone/>
              <a:defRPr sz="1600" b="0" i="0">
                <a:solidFill>
                  <a:schemeClr val="bg2"/>
                </a:solidFill>
                <a:latin typeface="+mn-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Text here</a:t>
            </a:r>
          </a:p>
        </p:txBody>
      </p:sp>
      <p:sp>
        <p:nvSpPr>
          <p:cNvPr id="3" name="copyright">
            <a:extLst>
              <a:ext uri="{FF2B5EF4-FFF2-40B4-BE49-F238E27FC236}">
                <a16:creationId xmlns:a16="http://schemas.microsoft.com/office/drawing/2014/main" id="{1BFF566D-EEFC-0454-54B0-66CBAB8DA700}"/>
              </a:ext>
            </a:extLst>
          </p:cNvPr>
          <p:cNvSpPr txBox="1"/>
          <p:nvPr userDrawn="1"/>
        </p:nvSpPr>
        <p:spPr>
          <a:xfrm>
            <a:off x="9031909" y="6429853"/>
            <a:ext cx="2398092"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GB" sz="800">
                <a:solidFill>
                  <a:schemeClr val="bg1">
                    <a:lumMod val="85000"/>
                    <a:alpha val="75000"/>
                  </a:schemeClr>
                </a:solidFill>
                <a:latin typeface="Graphik" panose="020B0503030202060203" pitchFamily="34" charset="77"/>
              </a:rPr>
              <a:t>Copyright © 2025 Accenture. All rights reserved.</a:t>
            </a:r>
            <a:endParaRPr lang="en-US" sz="1351" noProof="0">
              <a:solidFill>
                <a:schemeClr val="bg1">
                  <a:lumMod val="85000"/>
                  <a:alpha val="75000"/>
                </a:schemeClr>
              </a:solidFill>
              <a:latin typeface="Graphik" panose="020B0503030202060203" pitchFamily="34" charset="77"/>
            </a:endParaRPr>
          </a:p>
        </p:txBody>
      </p:sp>
      <p:sp>
        <p:nvSpPr>
          <p:cNvPr id="7" name="slide number automatic">
            <a:extLst>
              <a:ext uri="{FF2B5EF4-FFF2-40B4-BE49-F238E27FC236}">
                <a16:creationId xmlns:a16="http://schemas.microsoft.com/office/drawing/2014/main" id="{B0F19C31-6554-B271-0340-EE09C970123A}"/>
              </a:ext>
            </a:extLst>
          </p:cNvPr>
          <p:cNvSpPr txBox="1"/>
          <p:nvPr userDrawn="1"/>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bg1">
                    <a:lumMod val="85000"/>
                    <a:alpha val="75000"/>
                  </a:schemeClr>
                </a:solidFill>
                <a:latin typeface="+mj-lt"/>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a:solidFill>
                <a:schemeClr val="bg1">
                  <a:lumMod val="85000"/>
                  <a:alpha val="75000"/>
                </a:schemeClr>
              </a:solidFill>
              <a:latin typeface="+mj-lt"/>
            </a:endParaRPr>
          </a:p>
        </p:txBody>
      </p:sp>
    </p:spTree>
    <p:extLst>
      <p:ext uri="{BB962C8B-B14F-4D97-AF65-F5344CB8AC3E}">
        <p14:creationId xmlns:p14="http://schemas.microsoft.com/office/powerpoint/2010/main" val="2255828541"/>
      </p:ext>
    </p:extLst>
  </p:cSld>
  <p:clrMapOvr>
    <a:masterClrMapping/>
  </p:clrMapOvr>
  <p:extLst>
    <p:ext uri="{DCECCB84-F9BA-43D5-87BE-67443E8EF086}">
      <p15:sldGuideLst xmlns:p15="http://schemas.microsoft.com/office/powerpoint/2012/main">
        <p15:guide id="1" orient="horz" pos="3249">
          <p15:clr>
            <a:srgbClr val="FBAE40"/>
          </p15:clr>
        </p15:guide>
      </p15:sldGuideLst>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Content: 1 column + split">
    <p:spTree>
      <p:nvGrpSpPr>
        <p:cNvPr id="1" name=""/>
        <p:cNvGrpSpPr/>
        <p:nvPr/>
      </p:nvGrpSpPr>
      <p:grpSpPr>
        <a:xfrm>
          <a:off x="0" y="0"/>
          <a:ext cx="0" cy="0"/>
          <a:chOff x="0" y="0"/>
          <a:chExt cx="0" cy="0"/>
        </a:xfrm>
      </p:grpSpPr>
      <p:sp>
        <p:nvSpPr>
          <p:cNvPr id="7" name="Content Placeholder 4">
            <a:extLst>
              <a:ext uri="{FF2B5EF4-FFF2-40B4-BE49-F238E27FC236}">
                <a16:creationId xmlns:a16="http://schemas.microsoft.com/office/drawing/2014/main" id="{9917C584-C28F-B584-7B0F-55FA025AE20A}"/>
              </a:ext>
            </a:extLst>
          </p:cNvPr>
          <p:cNvSpPr>
            <a:spLocks noGrp="1"/>
          </p:cNvSpPr>
          <p:nvPr>
            <p:ph sz="half" idx="23" hasCustomPrompt="1"/>
          </p:nvPr>
        </p:nvSpPr>
        <p:spPr>
          <a:xfrm>
            <a:off x="563411" y="1871331"/>
            <a:ext cx="6898434" cy="4258007"/>
          </a:xfrm>
          <a:prstGeom prst="rect">
            <a:avLst/>
          </a:prstGeom>
        </p:spPr>
        <p:txBody>
          <a:bodyPr/>
          <a:lstStyle>
            <a:lvl1pPr>
              <a:spcAft>
                <a:spcPts val="600"/>
              </a:spcAft>
              <a:defRPr sz="1400" b="0" i="0">
                <a:latin typeface="Graphik" panose="020B0503030202060203" pitchFamily="34" charset="77"/>
              </a:defRPr>
            </a:lvl1pPr>
            <a:lvl2pPr>
              <a:spcAft>
                <a:spcPts val="600"/>
              </a:spcAft>
              <a:defRPr sz="1400" b="0" i="0">
                <a:latin typeface="Graphik" panose="020B0503030202060203" pitchFamily="34" charset="77"/>
              </a:defRPr>
            </a:lvl2pPr>
            <a:lvl3pPr>
              <a:spcAft>
                <a:spcPts val="600"/>
              </a:spcAft>
              <a:defRPr sz="1400" b="0" i="0">
                <a:latin typeface="Graphik" panose="020B0503030202060203" pitchFamily="34" charset="77"/>
              </a:defRPr>
            </a:lvl3pPr>
            <a:lvl4pPr>
              <a:spcAft>
                <a:spcPts val="600"/>
              </a:spcAft>
              <a:defRPr sz="1200" b="0" i="0">
                <a:latin typeface="Graphik" panose="020B0503030202060203" pitchFamily="34" charset="77"/>
              </a:defRPr>
            </a:lvl4pPr>
            <a:lvl5pPr>
              <a:spcAft>
                <a:spcPts val="600"/>
              </a:spcAft>
              <a:defRPr sz="1200" b="0" i="0">
                <a:latin typeface="Graphik" panose="020B0503030202060203" pitchFamily="34" charset="77"/>
              </a:defRPr>
            </a:lvl5pPr>
            <a:lvl6pPr>
              <a:defRPr sz="1100" b="0" i="0">
                <a:latin typeface="Graphik" panose="020B0503030202060203" pitchFamily="34" charset="77"/>
              </a:defRPr>
            </a:lvl6pPr>
          </a:lstStyle>
          <a:p>
            <a:pPr lvl="0"/>
            <a:r>
              <a:rPr lang="en-US"/>
              <a:t>Place text here</a:t>
            </a:r>
          </a:p>
          <a:p>
            <a:pPr lvl="1"/>
            <a:r>
              <a:rPr lang="en-US"/>
              <a:t>Second level</a:t>
            </a:r>
          </a:p>
          <a:p>
            <a:pPr lvl="2"/>
            <a:r>
              <a:rPr lang="en-US"/>
              <a:t>Third level</a:t>
            </a:r>
          </a:p>
          <a:p>
            <a:pPr lvl="3"/>
            <a:r>
              <a:rPr lang="en-US"/>
              <a:t>Fourth level</a:t>
            </a:r>
          </a:p>
          <a:p>
            <a:pPr lvl="4"/>
            <a:r>
              <a:rPr lang="en-US"/>
              <a:t>Fifth level</a:t>
            </a:r>
          </a:p>
          <a:p>
            <a:pPr lvl="5"/>
            <a:r>
              <a:rPr lang="en-US"/>
              <a:t>Sixth level</a:t>
            </a:r>
          </a:p>
        </p:txBody>
      </p:sp>
      <p:sp>
        <p:nvSpPr>
          <p:cNvPr id="2" name="Rectangle 1">
            <a:extLst>
              <a:ext uri="{FF2B5EF4-FFF2-40B4-BE49-F238E27FC236}">
                <a16:creationId xmlns:a16="http://schemas.microsoft.com/office/drawing/2014/main" id="{7CADDCEF-8841-4D73-EAEB-25E159BD364A}"/>
              </a:ext>
            </a:extLst>
          </p:cNvPr>
          <p:cNvSpPr/>
          <p:nvPr userDrawn="1"/>
        </p:nvSpPr>
        <p:spPr>
          <a:xfrm>
            <a:off x="7839456" y="0"/>
            <a:ext cx="4352544"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tIns="121920" bIns="121920" rtlCol="0" anchor="ctr"/>
          <a:lstStyle/>
          <a:p>
            <a:pPr algn="ctr"/>
            <a:endParaRPr lang="en-US" sz="2400" err="1"/>
          </a:p>
        </p:txBody>
      </p:sp>
      <p:sp>
        <p:nvSpPr>
          <p:cNvPr id="8" name="Title 2">
            <a:extLst>
              <a:ext uri="{FF2B5EF4-FFF2-40B4-BE49-F238E27FC236}">
                <a16:creationId xmlns:a16="http://schemas.microsoft.com/office/drawing/2014/main" id="{5D3D732C-3732-CD02-EAC3-668BD05D5AF0}"/>
              </a:ext>
            </a:extLst>
          </p:cNvPr>
          <p:cNvSpPr>
            <a:spLocks noGrp="1"/>
          </p:cNvSpPr>
          <p:nvPr>
            <p:ph type="title"/>
          </p:nvPr>
        </p:nvSpPr>
        <p:spPr>
          <a:xfrm>
            <a:off x="556467" y="572600"/>
            <a:ext cx="6898434" cy="393954"/>
          </a:xfrm>
        </p:spPr>
        <p:txBody>
          <a:bodyPr/>
          <a:lstStyle/>
          <a:p>
            <a:r>
              <a:rPr lang="en-GB"/>
              <a:t>Click to edit Master title style</a:t>
            </a:r>
            <a:endParaRPr lang="en-US"/>
          </a:p>
        </p:txBody>
      </p:sp>
      <p:sp>
        <p:nvSpPr>
          <p:cNvPr id="3" name="Text Placeholder 47">
            <a:extLst>
              <a:ext uri="{FF2B5EF4-FFF2-40B4-BE49-F238E27FC236}">
                <a16:creationId xmlns:a16="http://schemas.microsoft.com/office/drawing/2014/main" id="{48660C5F-04AB-D437-8D1D-398DD42B6654}"/>
              </a:ext>
            </a:extLst>
          </p:cNvPr>
          <p:cNvSpPr>
            <a:spLocks noGrp="1"/>
          </p:cNvSpPr>
          <p:nvPr>
            <p:ph type="body" sz="quarter" idx="28" hasCustomPrompt="1"/>
          </p:nvPr>
        </p:nvSpPr>
        <p:spPr>
          <a:xfrm>
            <a:off x="8492709" y="2254789"/>
            <a:ext cx="3148429" cy="399921"/>
          </a:xfrm>
        </p:spPr>
        <p:txBody>
          <a:bodyPr/>
          <a:lstStyle>
            <a:lvl1pPr>
              <a:defRPr lang="en-US" sz="1600" b="0" kern="1200" dirty="0" smtClean="0">
                <a:solidFill>
                  <a:schemeClr val="bg1"/>
                </a:solidFill>
                <a:latin typeface="+mn-lt"/>
                <a:ea typeface="+mn-ea"/>
                <a:cs typeface="+mn-cs"/>
              </a:defRPr>
            </a:lvl1pPr>
            <a:lvl2pPr>
              <a:defRPr lang="en-US" sz="1400" b="0" kern="1200" dirty="0" smtClean="0">
                <a:solidFill>
                  <a:schemeClr val="tx1"/>
                </a:solidFill>
                <a:latin typeface="+mn-lt"/>
                <a:ea typeface="+mn-ea"/>
                <a:cs typeface="+mn-cs"/>
              </a:defRPr>
            </a:lvl2pPr>
            <a:lvl3pPr>
              <a:defRPr/>
            </a:lvl3pPr>
            <a:lvl4pPr>
              <a:defRPr/>
            </a:lvl4pPr>
            <a:lvl5pPr>
              <a:defRPr/>
            </a:lvl5pPr>
          </a:lstStyle>
          <a:p>
            <a:pPr lvl="0"/>
            <a:r>
              <a:rPr lang="en-US"/>
              <a:t>Click to edit Master text styles.</a:t>
            </a:r>
            <a:endParaRPr lang="en-AR"/>
          </a:p>
        </p:txBody>
      </p:sp>
      <p:sp>
        <p:nvSpPr>
          <p:cNvPr id="9" name="Text Placeholder 47">
            <a:extLst>
              <a:ext uri="{FF2B5EF4-FFF2-40B4-BE49-F238E27FC236}">
                <a16:creationId xmlns:a16="http://schemas.microsoft.com/office/drawing/2014/main" id="{87445057-4F7B-3130-60F5-D78783A22201}"/>
              </a:ext>
            </a:extLst>
          </p:cNvPr>
          <p:cNvSpPr>
            <a:spLocks noGrp="1"/>
          </p:cNvSpPr>
          <p:nvPr>
            <p:ph type="body" sz="quarter" idx="29" hasCustomPrompt="1"/>
          </p:nvPr>
        </p:nvSpPr>
        <p:spPr>
          <a:xfrm>
            <a:off x="8492709" y="3223267"/>
            <a:ext cx="3148429" cy="399921"/>
          </a:xfrm>
        </p:spPr>
        <p:txBody>
          <a:bodyPr/>
          <a:lstStyle>
            <a:lvl1pPr>
              <a:defRPr lang="en-US" sz="1600" b="0" kern="1200" dirty="0" smtClean="0">
                <a:solidFill>
                  <a:schemeClr val="bg1"/>
                </a:solidFill>
                <a:latin typeface="+mn-lt"/>
                <a:ea typeface="+mn-ea"/>
                <a:cs typeface="+mn-cs"/>
              </a:defRPr>
            </a:lvl1pPr>
            <a:lvl2pPr>
              <a:defRPr lang="en-US" sz="1400" b="0" kern="1200" dirty="0" smtClean="0">
                <a:solidFill>
                  <a:schemeClr val="tx1"/>
                </a:solidFill>
                <a:latin typeface="+mn-lt"/>
                <a:ea typeface="+mn-ea"/>
                <a:cs typeface="+mn-cs"/>
              </a:defRPr>
            </a:lvl2pPr>
            <a:lvl3pPr>
              <a:defRPr/>
            </a:lvl3pPr>
            <a:lvl4pPr>
              <a:defRPr/>
            </a:lvl4pPr>
            <a:lvl5pPr>
              <a:defRPr/>
            </a:lvl5pPr>
          </a:lstStyle>
          <a:p>
            <a:pPr lvl="0"/>
            <a:r>
              <a:rPr lang="en-US"/>
              <a:t>Click to edit Master text styles.</a:t>
            </a:r>
            <a:endParaRPr lang="en-AR"/>
          </a:p>
        </p:txBody>
      </p:sp>
      <p:sp>
        <p:nvSpPr>
          <p:cNvPr id="10" name="Text Placeholder 47">
            <a:extLst>
              <a:ext uri="{FF2B5EF4-FFF2-40B4-BE49-F238E27FC236}">
                <a16:creationId xmlns:a16="http://schemas.microsoft.com/office/drawing/2014/main" id="{7153D109-A742-E656-63F7-1203E6EBAA15}"/>
              </a:ext>
            </a:extLst>
          </p:cNvPr>
          <p:cNvSpPr>
            <a:spLocks noGrp="1"/>
          </p:cNvSpPr>
          <p:nvPr>
            <p:ph type="body" sz="quarter" idx="30" hasCustomPrompt="1"/>
          </p:nvPr>
        </p:nvSpPr>
        <p:spPr>
          <a:xfrm>
            <a:off x="8492709" y="4191745"/>
            <a:ext cx="3148429" cy="399921"/>
          </a:xfrm>
        </p:spPr>
        <p:txBody>
          <a:bodyPr/>
          <a:lstStyle>
            <a:lvl1pPr>
              <a:defRPr lang="en-US" sz="1600" b="0" kern="1200" dirty="0" smtClean="0">
                <a:solidFill>
                  <a:schemeClr val="bg1"/>
                </a:solidFill>
                <a:latin typeface="+mn-lt"/>
                <a:ea typeface="+mn-ea"/>
                <a:cs typeface="+mn-cs"/>
              </a:defRPr>
            </a:lvl1pPr>
            <a:lvl2pPr>
              <a:defRPr lang="en-US" sz="1400" b="0" kern="1200" dirty="0" smtClean="0">
                <a:solidFill>
                  <a:schemeClr val="tx1"/>
                </a:solidFill>
                <a:latin typeface="+mn-lt"/>
                <a:ea typeface="+mn-ea"/>
                <a:cs typeface="+mn-cs"/>
              </a:defRPr>
            </a:lvl2pPr>
            <a:lvl3pPr>
              <a:defRPr/>
            </a:lvl3pPr>
            <a:lvl4pPr>
              <a:defRPr/>
            </a:lvl4pPr>
            <a:lvl5pPr>
              <a:defRPr/>
            </a:lvl5pPr>
          </a:lstStyle>
          <a:p>
            <a:pPr lvl="0"/>
            <a:r>
              <a:rPr lang="en-US"/>
              <a:t>Click to edit Master text styles.</a:t>
            </a:r>
            <a:endParaRPr lang="en-AR"/>
          </a:p>
        </p:txBody>
      </p:sp>
      <p:sp>
        <p:nvSpPr>
          <p:cNvPr id="6" name="copyright">
            <a:extLst>
              <a:ext uri="{FF2B5EF4-FFF2-40B4-BE49-F238E27FC236}">
                <a16:creationId xmlns:a16="http://schemas.microsoft.com/office/drawing/2014/main" id="{C773503D-16B0-06FF-353B-F4C73BE165A6}"/>
              </a:ext>
            </a:extLst>
          </p:cNvPr>
          <p:cNvSpPr txBox="1"/>
          <p:nvPr userDrawn="1"/>
        </p:nvSpPr>
        <p:spPr>
          <a:xfrm>
            <a:off x="9031909" y="6429853"/>
            <a:ext cx="2398092"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GB" sz="800">
                <a:solidFill>
                  <a:schemeClr val="bg1">
                    <a:lumMod val="85000"/>
                    <a:alpha val="75000"/>
                  </a:schemeClr>
                </a:solidFill>
                <a:latin typeface="Graphik" panose="020B0503030202060203" pitchFamily="34" charset="77"/>
              </a:rPr>
              <a:t>Copyright © 2025 Accenture. All rights reserved.</a:t>
            </a:r>
            <a:endParaRPr lang="en-US" sz="1351" noProof="0">
              <a:solidFill>
                <a:schemeClr val="bg1">
                  <a:lumMod val="85000"/>
                  <a:alpha val="75000"/>
                </a:schemeClr>
              </a:solidFill>
              <a:latin typeface="Graphik" panose="020B0503030202060203" pitchFamily="34" charset="77"/>
            </a:endParaRPr>
          </a:p>
        </p:txBody>
      </p:sp>
      <p:sp>
        <p:nvSpPr>
          <p:cNvPr id="11" name="slide number automatic">
            <a:extLst>
              <a:ext uri="{FF2B5EF4-FFF2-40B4-BE49-F238E27FC236}">
                <a16:creationId xmlns:a16="http://schemas.microsoft.com/office/drawing/2014/main" id="{922D4837-A73E-8289-1E8F-AD0D5C3080D2}"/>
              </a:ext>
            </a:extLst>
          </p:cNvPr>
          <p:cNvSpPr txBox="1"/>
          <p:nvPr userDrawn="1"/>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bg1">
                    <a:lumMod val="85000"/>
                    <a:alpha val="75000"/>
                  </a:schemeClr>
                </a:solidFill>
                <a:latin typeface="+mj-lt"/>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a:solidFill>
                <a:schemeClr val="bg1">
                  <a:lumMod val="85000"/>
                  <a:alpha val="75000"/>
                </a:schemeClr>
              </a:solidFill>
              <a:latin typeface="+mj-lt"/>
            </a:endParaRPr>
          </a:p>
        </p:txBody>
      </p:sp>
    </p:spTree>
    <p:extLst>
      <p:ext uri="{BB962C8B-B14F-4D97-AF65-F5344CB8AC3E}">
        <p14:creationId xmlns:p14="http://schemas.microsoft.com/office/powerpoint/2010/main" val="892450881"/>
      </p:ext>
    </p:extLst>
  </p:cSld>
  <p:clrMapOvr>
    <a:masterClrMapping/>
  </p:clrMapOvr>
  <p:extLst>
    <p:ext uri="{DCECCB84-F9BA-43D5-87BE-67443E8EF086}">
      <p15:sldGuideLst xmlns:p15="http://schemas.microsoft.com/office/powerpoint/2012/main"/>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Quote: image + white mode">
    <p:bg>
      <p:bgPr>
        <a:solidFill>
          <a:schemeClr val="bg1"/>
        </a:solidFill>
        <a:effectLst/>
      </p:bgPr>
    </p:bg>
    <p:spTree>
      <p:nvGrpSpPr>
        <p:cNvPr id="1" name=""/>
        <p:cNvGrpSpPr/>
        <p:nvPr/>
      </p:nvGrpSpPr>
      <p:grpSpPr>
        <a:xfrm>
          <a:off x="0" y="0"/>
          <a:ext cx="0" cy="0"/>
          <a:chOff x="0" y="0"/>
          <a:chExt cx="0" cy="0"/>
        </a:xfrm>
      </p:grpSpPr>
      <p:sp>
        <p:nvSpPr>
          <p:cNvPr id="5" name="Picture Placeholder 10">
            <a:extLst>
              <a:ext uri="{FF2B5EF4-FFF2-40B4-BE49-F238E27FC236}">
                <a16:creationId xmlns:a16="http://schemas.microsoft.com/office/drawing/2014/main" id="{85F087B1-CDA4-427D-C33A-06F752C0B04F}"/>
              </a:ext>
            </a:extLst>
          </p:cNvPr>
          <p:cNvSpPr>
            <a:spLocks noGrp="1" noChangeAspect="1"/>
          </p:cNvSpPr>
          <p:nvPr>
            <p:ph type="pic" sz="quarter" idx="16"/>
          </p:nvPr>
        </p:nvSpPr>
        <p:spPr>
          <a:xfrm>
            <a:off x="6099351" y="549276"/>
            <a:ext cx="6091200" cy="5759450"/>
          </a:xfrm>
          <a:solidFill>
            <a:schemeClr val="bg1">
              <a:lumMod val="95000"/>
            </a:schemeClr>
          </a:solidFill>
        </p:spPr>
        <p:txBody>
          <a:bodyPr anchor="ctr"/>
          <a:lstStyle>
            <a:lvl1pPr algn="ctr">
              <a:defRPr>
                <a:solidFill>
                  <a:schemeClr val="tx1"/>
                </a:solidFill>
              </a:defRPr>
            </a:lvl1pPr>
          </a:lstStyle>
          <a:p>
            <a:r>
              <a:rPr lang="en-GB"/>
              <a:t>Click icon to add picture</a:t>
            </a:r>
            <a:endParaRPr lang="en-US"/>
          </a:p>
        </p:txBody>
      </p:sp>
      <p:sp>
        <p:nvSpPr>
          <p:cNvPr id="2" name="Title 1">
            <a:extLst>
              <a:ext uri="{FF2B5EF4-FFF2-40B4-BE49-F238E27FC236}">
                <a16:creationId xmlns:a16="http://schemas.microsoft.com/office/drawing/2014/main" id="{1A550722-1BF3-D08F-D5F2-F357EE4FD5A8}"/>
              </a:ext>
            </a:extLst>
          </p:cNvPr>
          <p:cNvSpPr>
            <a:spLocks noGrp="1"/>
          </p:cNvSpPr>
          <p:nvPr>
            <p:ph type="title" hasCustomPrompt="1"/>
          </p:nvPr>
        </p:nvSpPr>
        <p:spPr>
          <a:xfrm>
            <a:off x="1163638" y="3033307"/>
            <a:ext cx="4489017" cy="398699"/>
          </a:xfrm>
          <a:prstGeom prst="rect">
            <a:avLst/>
          </a:prstGeom>
        </p:spPr>
        <p:txBody>
          <a:bodyPr anchor="ctr"/>
          <a:lstStyle>
            <a:lvl1pPr>
              <a:lnSpc>
                <a:spcPct val="100000"/>
              </a:lnSpc>
              <a:defRPr lang="en-US" sz="3200" b="0" i="0" kern="1200">
                <a:solidFill>
                  <a:schemeClr val="tx1"/>
                </a:solidFill>
                <a:latin typeface="GT Sectra Fine Rg" pitchFamily="2" charset="77"/>
                <a:ea typeface="+mj-ea"/>
                <a:cs typeface="+mj-cs"/>
              </a:defRPr>
            </a:lvl1pPr>
          </a:lstStyle>
          <a:p>
            <a:pPr marL="0" lvl="0" indent="0" algn="l" defTabSz="914377" rtl="0" eaLnBrk="1" latinLnBrk="0" hangingPunct="1">
              <a:lnSpc>
                <a:spcPct val="80000"/>
              </a:lnSpc>
              <a:spcBef>
                <a:spcPct val="0"/>
              </a:spcBef>
              <a:spcAft>
                <a:spcPts val="0"/>
              </a:spcAft>
              <a:buFont typeface="Arial" panose="020B0604020202020204" pitchFamily="34" charset="0"/>
              <a:buNone/>
            </a:pPr>
            <a:r>
              <a:rPr lang="en-US"/>
              <a:t>Place quote here</a:t>
            </a:r>
          </a:p>
        </p:txBody>
      </p:sp>
    </p:spTree>
    <p:extLst>
      <p:ext uri="{BB962C8B-B14F-4D97-AF65-F5344CB8AC3E}">
        <p14:creationId xmlns:p14="http://schemas.microsoft.com/office/powerpoint/2010/main" val="112322202"/>
      </p:ext>
    </p:extLst>
  </p:cSld>
  <p:clrMapOvr>
    <a:masterClrMapping/>
  </p:clrMapOvr>
  <p:extLst>
    <p:ext uri="{DCECCB84-F9BA-43D5-87BE-67443E8EF086}">
      <p15:sldGuideLst xmlns:p15="http://schemas.microsoft.com/office/powerpoint/2012/main"/>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Quote: image + dark mode">
    <p:bg>
      <p:bgPr>
        <a:solidFill>
          <a:srgbClr val="000000"/>
        </a:solidFill>
        <a:effectLst/>
      </p:bgPr>
    </p:bg>
    <p:spTree>
      <p:nvGrpSpPr>
        <p:cNvPr id="1" name=""/>
        <p:cNvGrpSpPr/>
        <p:nvPr/>
      </p:nvGrpSpPr>
      <p:grpSpPr>
        <a:xfrm>
          <a:off x="0" y="0"/>
          <a:ext cx="0" cy="0"/>
          <a:chOff x="0" y="0"/>
          <a:chExt cx="0" cy="0"/>
        </a:xfrm>
      </p:grpSpPr>
      <p:sp>
        <p:nvSpPr>
          <p:cNvPr id="5" name="Picture Placeholder 10">
            <a:extLst>
              <a:ext uri="{FF2B5EF4-FFF2-40B4-BE49-F238E27FC236}">
                <a16:creationId xmlns:a16="http://schemas.microsoft.com/office/drawing/2014/main" id="{85F087B1-CDA4-427D-C33A-06F752C0B04F}"/>
              </a:ext>
            </a:extLst>
          </p:cNvPr>
          <p:cNvSpPr>
            <a:spLocks noGrp="1" noChangeAspect="1"/>
          </p:cNvSpPr>
          <p:nvPr>
            <p:ph type="pic" sz="quarter" idx="16"/>
          </p:nvPr>
        </p:nvSpPr>
        <p:spPr>
          <a:xfrm>
            <a:off x="6099351" y="549276"/>
            <a:ext cx="6091200" cy="5759450"/>
          </a:xfrm>
        </p:spPr>
        <p:txBody>
          <a:bodyPr anchor="ctr"/>
          <a:lstStyle>
            <a:lvl1pPr algn="ctr">
              <a:defRPr/>
            </a:lvl1pPr>
          </a:lstStyle>
          <a:p>
            <a:r>
              <a:rPr lang="en-GB"/>
              <a:t>Click icon to add picture</a:t>
            </a:r>
            <a:endParaRPr lang="en-US"/>
          </a:p>
        </p:txBody>
      </p:sp>
      <p:sp>
        <p:nvSpPr>
          <p:cNvPr id="9" name="GTS_WH">
            <a:extLst>
              <a:ext uri="{FF2B5EF4-FFF2-40B4-BE49-F238E27FC236}">
                <a16:creationId xmlns:a16="http://schemas.microsoft.com/office/drawing/2014/main" id="{8DE35BA1-021B-C8B8-EEDE-464FB3F9F466}"/>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
        <p:nvSpPr>
          <p:cNvPr id="2" name="Title 1">
            <a:extLst>
              <a:ext uri="{FF2B5EF4-FFF2-40B4-BE49-F238E27FC236}">
                <a16:creationId xmlns:a16="http://schemas.microsoft.com/office/drawing/2014/main" id="{4D0BE08F-518C-6621-8CFD-4A6B4150BC57}"/>
              </a:ext>
            </a:extLst>
          </p:cNvPr>
          <p:cNvSpPr>
            <a:spLocks noGrp="1"/>
          </p:cNvSpPr>
          <p:nvPr>
            <p:ph type="title" hasCustomPrompt="1"/>
          </p:nvPr>
        </p:nvSpPr>
        <p:spPr>
          <a:xfrm>
            <a:off x="1163638" y="1244185"/>
            <a:ext cx="4489017" cy="3976944"/>
          </a:xfrm>
          <a:prstGeom prst="rect">
            <a:avLst/>
          </a:prstGeom>
        </p:spPr>
        <p:txBody>
          <a:bodyPr anchor="ctr"/>
          <a:lstStyle>
            <a:lvl1pPr>
              <a:lnSpc>
                <a:spcPct val="100000"/>
              </a:lnSpc>
              <a:defRPr lang="en-US" sz="3200" b="0" i="0" kern="1200">
                <a:solidFill>
                  <a:schemeClr val="bg1"/>
                </a:solidFill>
                <a:latin typeface="GT Sectra Fine Rg" pitchFamily="2" charset="77"/>
                <a:ea typeface="+mj-ea"/>
                <a:cs typeface="+mj-cs"/>
              </a:defRPr>
            </a:lvl1pPr>
          </a:lstStyle>
          <a:p>
            <a:pPr marL="0" lvl="0" indent="0" algn="l" defTabSz="914377" rtl="0" eaLnBrk="1" latinLnBrk="0" hangingPunct="1">
              <a:lnSpc>
                <a:spcPct val="80000"/>
              </a:lnSpc>
              <a:spcBef>
                <a:spcPct val="0"/>
              </a:spcBef>
              <a:spcAft>
                <a:spcPts val="0"/>
              </a:spcAft>
              <a:buFont typeface="Arial" panose="020B0604020202020204" pitchFamily="34" charset="0"/>
              <a:buNone/>
            </a:pPr>
            <a:r>
              <a:rPr lang="en-US"/>
              <a:t>Place quote here</a:t>
            </a:r>
          </a:p>
        </p:txBody>
      </p:sp>
      <p:sp>
        <p:nvSpPr>
          <p:cNvPr id="3" name="copyright">
            <a:extLst>
              <a:ext uri="{FF2B5EF4-FFF2-40B4-BE49-F238E27FC236}">
                <a16:creationId xmlns:a16="http://schemas.microsoft.com/office/drawing/2014/main" id="{CDD1F25F-57C8-B39C-4928-D5758551C5BE}"/>
              </a:ext>
            </a:extLst>
          </p:cNvPr>
          <p:cNvSpPr txBox="1"/>
          <p:nvPr userDrawn="1"/>
        </p:nvSpPr>
        <p:spPr>
          <a:xfrm>
            <a:off x="9031909" y="6429853"/>
            <a:ext cx="2398092"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GB" sz="800">
                <a:solidFill>
                  <a:schemeClr val="bg1">
                    <a:lumMod val="85000"/>
                    <a:alpha val="75000"/>
                  </a:schemeClr>
                </a:solidFill>
                <a:latin typeface="Graphik" panose="020B0503030202060203" pitchFamily="34" charset="77"/>
              </a:rPr>
              <a:t>Copyright © 2025 Accenture. All rights reserved.</a:t>
            </a:r>
            <a:endParaRPr lang="en-US" sz="1351" noProof="0">
              <a:solidFill>
                <a:schemeClr val="bg1">
                  <a:lumMod val="85000"/>
                  <a:alpha val="75000"/>
                </a:schemeClr>
              </a:solidFill>
              <a:latin typeface="Graphik" panose="020B0503030202060203" pitchFamily="34" charset="77"/>
            </a:endParaRPr>
          </a:p>
        </p:txBody>
      </p:sp>
      <p:sp>
        <p:nvSpPr>
          <p:cNvPr id="4" name="slide number automatic">
            <a:extLst>
              <a:ext uri="{FF2B5EF4-FFF2-40B4-BE49-F238E27FC236}">
                <a16:creationId xmlns:a16="http://schemas.microsoft.com/office/drawing/2014/main" id="{65E3D15D-8C37-9915-8ED3-632625C6F4D2}"/>
              </a:ext>
            </a:extLst>
          </p:cNvPr>
          <p:cNvSpPr txBox="1"/>
          <p:nvPr userDrawn="1"/>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bg1">
                    <a:lumMod val="85000"/>
                    <a:alpha val="75000"/>
                  </a:schemeClr>
                </a:solidFill>
                <a:latin typeface="+mj-lt"/>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a:solidFill>
                <a:schemeClr val="bg1">
                  <a:lumMod val="85000"/>
                  <a:alpha val="75000"/>
                </a:schemeClr>
              </a:solidFill>
              <a:latin typeface="+mj-lt"/>
            </a:endParaRPr>
          </a:p>
        </p:txBody>
      </p:sp>
    </p:spTree>
    <p:extLst>
      <p:ext uri="{BB962C8B-B14F-4D97-AF65-F5344CB8AC3E}">
        <p14:creationId xmlns:p14="http://schemas.microsoft.com/office/powerpoint/2010/main" val="2591205097"/>
      </p:ext>
    </p:extLst>
  </p:cSld>
  <p:clrMapOvr>
    <a:masterClrMapping/>
  </p:clrMapOvr>
  <p:extLst>
    <p:ext uri="{DCECCB84-F9BA-43D5-87BE-67443E8EF086}">
      <p15:sldGuideLst xmlns:p15="http://schemas.microsoft.com/office/powerpoint/2012/main"/>
    </p:ext>
  </p:extLs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Quote: image + gradient">
    <p:spTree>
      <p:nvGrpSpPr>
        <p:cNvPr id="1" name=""/>
        <p:cNvGrpSpPr/>
        <p:nvPr/>
      </p:nvGrpSpPr>
      <p:grpSpPr>
        <a:xfrm>
          <a:off x="0" y="0"/>
          <a:ext cx="0" cy="0"/>
          <a:chOff x="0" y="0"/>
          <a:chExt cx="0" cy="0"/>
        </a:xfrm>
      </p:grpSpPr>
      <p:pic>
        <p:nvPicPr>
          <p:cNvPr id="4" name="Picture 3" descr="A purple and white blurry background&#10;&#10;AI-generated content may be incorrect.">
            <a:extLst>
              <a:ext uri="{FF2B5EF4-FFF2-40B4-BE49-F238E27FC236}">
                <a16:creationId xmlns:a16="http://schemas.microsoft.com/office/drawing/2014/main" id="{A383F73A-0DDB-6544-ADBF-6FC2D5357A94}"/>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rot="5400000">
            <a:off x="2665522" y="-2667001"/>
            <a:ext cx="6857998" cy="12192000"/>
          </a:xfrm>
          <a:prstGeom prst="rect">
            <a:avLst/>
          </a:prstGeom>
        </p:spPr>
      </p:pic>
      <p:sp>
        <p:nvSpPr>
          <p:cNvPr id="11" name="Picture Placeholder 10">
            <a:extLst>
              <a:ext uri="{FF2B5EF4-FFF2-40B4-BE49-F238E27FC236}">
                <a16:creationId xmlns:a16="http://schemas.microsoft.com/office/drawing/2014/main" id="{C176B75E-8527-3123-1BF5-5C5B849F38C1}"/>
              </a:ext>
            </a:extLst>
          </p:cNvPr>
          <p:cNvSpPr>
            <a:spLocks noGrp="1" noChangeAspect="1"/>
          </p:cNvSpPr>
          <p:nvPr>
            <p:ph type="pic" sz="quarter" idx="16"/>
          </p:nvPr>
        </p:nvSpPr>
        <p:spPr>
          <a:xfrm>
            <a:off x="6103368" y="549275"/>
            <a:ext cx="6092648" cy="5759450"/>
          </a:xfrm>
        </p:spPr>
        <p:txBody>
          <a:bodyPr anchor="ctr"/>
          <a:lstStyle>
            <a:lvl1pPr algn="ctr">
              <a:defRPr/>
            </a:lvl1pPr>
          </a:lstStyle>
          <a:p>
            <a:r>
              <a:rPr lang="en-GB"/>
              <a:t>Click icon to add picture</a:t>
            </a:r>
            <a:endParaRPr lang="en-US"/>
          </a:p>
        </p:txBody>
      </p:sp>
      <p:sp>
        <p:nvSpPr>
          <p:cNvPr id="9" name="GTS_WH">
            <a:extLst>
              <a:ext uri="{FF2B5EF4-FFF2-40B4-BE49-F238E27FC236}">
                <a16:creationId xmlns:a16="http://schemas.microsoft.com/office/drawing/2014/main" id="{8DE35BA1-021B-C8B8-EEDE-464FB3F9F4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
        <p:nvSpPr>
          <p:cNvPr id="3" name="copyright">
            <a:extLst>
              <a:ext uri="{FF2B5EF4-FFF2-40B4-BE49-F238E27FC236}">
                <a16:creationId xmlns:a16="http://schemas.microsoft.com/office/drawing/2014/main" id="{9A332159-0514-2C2D-4B40-662BCE968BE7}"/>
              </a:ext>
            </a:extLst>
          </p:cNvPr>
          <p:cNvSpPr txBox="1"/>
          <p:nvPr userDrawn="1"/>
        </p:nvSpPr>
        <p:spPr>
          <a:xfrm>
            <a:off x="9031909" y="6429853"/>
            <a:ext cx="2398092"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GB" sz="800">
                <a:solidFill>
                  <a:schemeClr val="bg1">
                    <a:lumMod val="85000"/>
                    <a:alpha val="75000"/>
                  </a:schemeClr>
                </a:solidFill>
                <a:latin typeface="Graphik" panose="020B0503030202060203" pitchFamily="34" charset="77"/>
              </a:rPr>
              <a:t>Copyright © 2025 Accenture. All rights reserved.</a:t>
            </a:r>
            <a:endParaRPr lang="en-US" sz="1351" noProof="0">
              <a:solidFill>
                <a:schemeClr val="bg1">
                  <a:lumMod val="85000"/>
                  <a:alpha val="75000"/>
                </a:schemeClr>
              </a:solidFill>
              <a:latin typeface="Graphik" panose="020B0503030202060203" pitchFamily="34" charset="77"/>
            </a:endParaRPr>
          </a:p>
        </p:txBody>
      </p:sp>
      <p:sp>
        <p:nvSpPr>
          <p:cNvPr id="5" name="slide number automatic">
            <a:extLst>
              <a:ext uri="{FF2B5EF4-FFF2-40B4-BE49-F238E27FC236}">
                <a16:creationId xmlns:a16="http://schemas.microsoft.com/office/drawing/2014/main" id="{2250694F-F294-16BF-824E-C65B31D78242}"/>
              </a:ext>
            </a:extLst>
          </p:cNvPr>
          <p:cNvSpPr txBox="1"/>
          <p:nvPr userDrawn="1"/>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bg1">
                    <a:lumMod val="85000"/>
                    <a:alpha val="75000"/>
                  </a:schemeClr>
                </a:solidFill>
                <a:latin typeface="+mj-lt"/>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a:solidFill>
                <a:schemeClr val="bg1">
                  <a:lumMod val="85000"/>
                  <a:alpha val="75000"/>
                </a:schemeClr>
              </a:solidFill>
              <a:latin typeface="+mj-lt"/>
            </a:endParaRPr>
          </a:p>
        </p:txBody>
      </p:sp>
      <p:sp>
        <p:nvSpPr>
          <p:cNvPr id="2" name="Title 1">
            <a:extLst>
              <a:ext uri="{FF2B5EF4-FFF2-40B4-BE49-F238E27FC236}">
                <a16:creationId xmlns:a16="http://schemas.microsoft.com/office/drawing/2014/main" id="{0B7292A3-796A-5092-2636-A42C4142BA0C}"/>
              </a:ext>
            </a:extLst>
          </p:cNvPr>
          <p:cNvSpPr>
            <a:spLocks noGrp="1"/>
          </p:cNvSpPr>
          <p:nvPr>
            <p:ph type="title" hasCustomPrompt="1"/>
          </p:nvPr>
        </p:nvSpPr>
        <p:spPr>
          <a:xfrm>
            <a:off x="1163638" y="1319135"/>
            <a:ext cx="4489017" cy="3827044"/>
          </a:xfrm>
          <a:prstGeom prst="rect">
            <a:avLst/>
          </a:prstGeom>
        </p:spPr>
        <p:txBody>
          <a:bodyPr anchor="ctr"/>
          <a:lstStyle>
            <a:lvl1pPr>
              <a:lnSpc>
                <a:spcPct val="100000"/>
              </a:lnSpc>
              <a:defRPr lang="en-US" sz="3200" b="0" i="0" kern="1200">
                <a:solidFill>
                  <a:schemeClr val="bg1"/>
                </a:solidFill>
                <a:latin typeface="GT Sectra Fine Rg" pitchFamily="2" charset="77"/>
                <a:ea typeface="+mj-ea"/>
                <a:cs typeface="+mj-cs"/>
              </a:defRPr>
            </a:lvl1pPr>
          </a:lstStyle>
          <a:p>
            <a:pPr marL="0" lvl="0" indent="0" algn="l" defTabSz="914377" rtl="0" eaLnBrk="1" latinLnBrk="0" hangingPunct="1">
              <a:lnSpc>
                <a:spcPct val="80000"/>
              </a:lnSpc>
              <a:spcBef>
                <a:spcPct val="0"/>
              </a:spcBef>
              <a:spcAft>
                <a:spcPts val="0"/>
              </a:spcAft>
              <a:buFont typeface="Arial" panose="020B0604020202020204" pitchFamily="34" charset="0"/>
              <a:buNone/>
            </a:pPr>
            <a:r>
              <a:rPr lang="en-US"/>
              <a:t>Place quote here</a:t>
            </a:r>
          </a:p>
        </p:txBody>
      </p:sp>
    </p:spTree>
    <p:extLst>
      <p:ext uri="{BB962C8B-B14F-4D97-AF65-F5344CB8AC3E}">
        <p14:creationId xmlns:p14="http://schemas.microsoft.com/office/powerpoint/2010/main" val="2272842032"/>
      </p:ext>
    </p:extLst>
  </p:cSld>
  <p:clrMapOvr>
    <a:masterClrMapping/>
  </p:clrMapOvr>
  <p:extLst>
    <p:ext uri="{DCECCB84-F9BA-43D5-87BE-67443E8EF086}">
      <p15:sldGuideLst xmlns:p15="http://schemas.microsoft.com/office/powerpoint/2012/main"/>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Content: key message + image, light mo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554568" y="2838703"/>
            <a:ext cx="5098087" cy="787908"/>
          </a:xfrm>
          <a:prstGeom prst="rect">
            <a:avLst/>
          </a:prstGeom>
        </p:spPr>
        <p:txBody>
          <a:bodyPr anchor="ctr"/>
          <a:lstStyle>
            <a:lvl1pPr>
              <a:defRPr sz="3200" b="0" i="0">
                <a:solidFill>
                  <a:schemeClr val="tx1"/>
                </a:solidFill>
                <a:latin typeface="+mn-lt"/>
              </a:defRPr>
            </a:lvl1pPr>
          </a:lstStyle>
          <a:p>
            <a:r>
              <a:rPr lang="en-US"/>
              <a:t>Place quote or key message here</a:t>
            </a:r>
          </a:p>
        </p:txBody>
      </p:sp>
      <p:sp>
        <p:nvSpPr>
          <p:cNvPr id="3" name="Picture Placeholder 18">
            <a:extLst>
              <a:ext uri="{FF2B5EF4-FFF2-40B4-BE49-F238E27FC236}">
                <a16:creationId xmlns:a16="http://schemas.microsoft.com/office/drawing/2014/main" id="{65F763E4-6449-FB61-1EC3-49C208D39CBF}"/>
              </a:ext>
            </a:extLst>
          </p:cNvPr>
          <p:cNvSpPr>
            <a:spLocks noGrp="1"/>
          </p:cNvSpPr>
          <p:nvPr>
            <p:ph type="pic" sz="quarter" idx="13" hasCustomPrompt="1"/>
          </p:nvPr>
        </p:nvSpPr>
        <p:spPr bwMode="gray">
          <a:xfrm>
            <a:off x="6096001" y="561651"/>
            <a:ext cx="6096000" cy="5747074"/>
          </a:xfrm>
          <a:prstGeom prst="rect">
            <a:avLst/>
          </a:prstGeom>
          <a:solidFill>
            <a:schemeClr val="bg1">
              <a:lumMod val="95000"/>
            </a:schemeClr>
          </a:solidFill>
          <a:effectLst/>
        </p:spPr>
        <p:txBody>
          <a:bodyPr tIns="274320" bIns="274320" anchor="ctr"/>
          <a:lstStyle>
            <a:lvl1pPr marL="0" indent="0" algn="ctr">
              <a:buNone/>
              <a:defRPr sz="1400" b="0" i="0">
                <a:solidFill>
                  <a:schemeClr val="tx1"/>
                </a:solidFill>
                <a:latin typeface="Graphik" panose="020B0503030202060203" pitchFamily="34" charset="77"/>
              </a:defRPr>
            </a:lvl1pPr>
          </a:lstStyle>
          <a:p>
            <a:r>
              <a:rPr lang="en-GB"/>
              <a:t>Drag picture to placeholder or click icon to add</a:t>
            </a:r>
            <a:endParaRPr lang="en-US"/>
          </a:p>
        </p:txBody>
      </p:sp>
    </p:spTree>
    <p:extLst>
      <p:ext uri="{BB962C8B-B14F-4D97-AF65-F5344CB8AC3E}">
        <p14:creationId xmlns:p14="http://schemas.microsoft.com/office/powerpoint/2010/main" val="3184181315"/>
      </p:ext>
    </p:extLst>
  </p:cSld>
  <p:clrMapOvr>
    <a:masterClrMapping/>
  </p:clrMapOvr>
  <p:extLst>
    <p:ext uri="{DCECCB84-F9BA-43D5-87BE-67443E8EF086}">
      <p15:sldGuideLst xmlns:p15="http://schemas.microsoft.com/office/powerpoint/2012/main">
        <p15:guide id="1" pos="3840">
          <p15:clr>
            <a:srgbClr val="FBAE40"/>
          </p15:clr>
        </p15:guide>
      </p15:sldGuideLst>
    </p:ext>
  </p:extLs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Content: key message + image, gradient">
    <p:spTree>
      <p:nvGrpSpPr>
        <p:cNvPr id="1" name=""/>
        <p:cNvGrpSpPr/>
        <p:nvPr/>
      </p:nvGrpSpPr>
      <p:grpSpPr>
        <a:xfrm>
          <a:off x="0" y="0"/>
          <a:ext cx="0" cy="0"/>
          <a:chOff x="0" y="0"/>
          <a:chExt cx="0" cy="0"/>
        </a:xfrm>
      </p:grpSpPr>
      <p:pic>
        <p:nvPicPr>
          <p:cNvPr id="2" name="Picture 1" descr="A purple and white blurry background&#10;&#10;AI-generated content may be incorrect.">
            <a:extLst>
              <a:ext uri="{FF2B5EF4-FFF2-40B4-BE49-F238E27FC236}">
                <a16:creationId xmlns:a16="http://schemas.microsoft.com/office/drawing/2014/main" id="{9BD1E420-1BB8-094F-77D8-F027430B17F6}"/>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rot="5400000">
            <a:off x="2665522" y="-2667001"/>
            <a:ext cx="6857998" cy="12192000"/>
          </a:xfrm>
          <a:prstGeom prst="rect">
            <a:avLst/>
          </a:prstGeom>
        </p:spPr>
      </p:pic>
      <p:sp>
        <p:nvSpPr>
          <p:cNvPr id="9" name="GTS_WH">
            <a:extLst>
              <a:ext uri="{FF2B5EF4-FFF2-40B4-BE49-F238E27FC236}">
                <a16:creationId xmlns:a16="http://schemas.microsoft.com/office/drawing/2014/main" id="{8DE35BA1-021B-C8B8-EEDE-464FB3F9F466}"/>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
        <p:nvSpPr>
          <p:cNvPr id="10" name="Picture Placeholder 18">
            <a:extLst>
              <a:ext uri="{FF2B5EF4-FFF2-40B4-BE49-F238E27FC236}">
                <a16:creationId xmlns:a16="http://schemas.microsoft.com/office/drawing/2014/main" id="{9AA3B26C-CA7F-B4DF-EE34-75C3462C65F7}"/>
              </a:ext>
            </a:extLst>
          </p:cNvPr>
          <p:cNvSpPr>
            <a:spLocks noGrp="1"/>
          </p:cNvSpPr>
          <p:nvPr>
            <p:ph type="pic" sz="quarter" idx="13" hasCustomPrompt="1"/>
          </p:nvPr>
        </p:nvSpPr>
        <p:spPr bwMode="gray">
          <a:xfrm>
            <a:off x="6096001" y="561651"/>
            <a:ext cx="6096000" cy="5747074"/>
          </a:xfrm>
          <a:prstGeom prst="rect">
            <a:avLst/>
          </a:prstGeom>
          <a:solidFill>
            <a:schemeClr val="bg1">
              <a:lumMod val="95000"/>
            </a:schemeClr>
          </a:solidFill>
          <a:effectLst/>
        </p:spPr>
        <p:txBody>
          <a:bodyPr tIns="274320" bIns="274320" anchor="ctr"/>
          <a:lstStyle>
            <a:lvl1pPr marL="0" indent="0" algn="ctr">
              <a:buNone/>
              <a:defRPr sz="1400" b="0" i="0">
                <a:solidFill>
                  <a:schemeClr val="tx1"/>
                </a:solidFill>
                <a:latin typeface="Graphik" panose="020B0503030202060203" pitchFamily="34" charset="77"/>
              </a:defRPr>
            </a:lvl1pPr>
          </a:lstStyle>
          <a:p>
            <a:r>
              <a:rPr lang="en-GB"/>
              <a:t>Drag picture to placeholder or click icon to add</a:t>
            </a:r>
            <a:endParaRPr lang="en-US"/>
          </a:p>
        </p:txBody>
      </p:sp>
      <p:sp>
        <p:nvSpPr>
          <p:cNvPr id="3" name="copyright">
            <a:extLst>
              <a:ext uri="{FF2B5EF4-FFF2-40B4-BE49-F238E27FC236}">
                <a16:creationId xmlns:a16="http://schemas.microsoft.com/office/drawing/2014/main" id="{8D5BD53D-6FAE-CF38-36EC-5B6A69250BA2}"/>
              </a:ext>
            </a:extLst>
          </p:cNvPr>
          <p:cNvSpPr txBox="1"/>
          <p:nvPr userDrawn="1"/>
        </p:nvSpPr>
        <p:spPr>
          <a:xfrm>
            <a:off x="9031909" y="6429853"/>
            <a:ext cx="2398092"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GB" sz="800">
                <a:solidFill>
                  <a:schemeClr val="bg1">
                    <a:lumMod val="85000"/>
                    <a:alpha val="75000"/>
                  </a:schemeClr>
                </a:solidFill>
                <a:latin typeface="Graphik" panose="020B0503030202060203" pitchFamily="34" charset="77"/>
              </a:rPr>
              <a:t>Copyright © 2025 Accenture. All rights reserved.</a:t>
            </a:r>
            <a:endParaRPr lang="en-US" sz="1351" noProof="0">
              <a:solidFill>
                <a:schemeClr val="bg1">
                  <a:lumMod val="85000"/>
                  <a:alpha val="75000"/>
                </a:schemeClr>
              </a:solidFill>
              <a:latin typeface="Graphik" panose="020B0503030202060203" pitchFamily="34" charset="77"/>
            </a:endParaRPr>
          </a:p>
        </p:txBody>
      </p:sp>
      <p:sp>
        <p:nvSpPr>
          <p:cNvPr id="4" name="slide number automatic">
            <a:extLst>
              <a:ext uri="{FF2B5EF4-FFF2-40B4-BE49-F238E27FC236}">
                <a16:creationId xmlns:a16="http://schemas.microsoft.com/office/drawing/2014/main" id="{60F9A526-39EE-8272-4753-D784C27C5191}"/>
              </a:ext>
            </a:extLst>
          </p:cNvPr>
          <p:cNvSpPr txBox="1"/>
          <p:nvPr userDrawn="1"/>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bg1">
                    <a:lumMod val="85000"/>
                    <a:alpha val="75000"/>
                  </a:schemeClr>
                </a:solidFill>
                <a:latin typeface="+mj-lt"/>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a:solidFill>
                <a:schemeClr val="bg1">
                  <a:lumMod val="85000"/>
                  <a:alpha val="75000"/>
                </a:schemeClr>
              </a:solidFill>
              <a:latin typeface="+mj-lt"/>
            </a:endParaRPr>
          </a:p>
        </p:txBody>
      </p:sp>
      <p:sp>
        <p:nvSpPr>
          <p:cNvPr id="11" name="Title 1">
            <a:extLst>
              <a:ext uri="{FF2B5EF4-FFF2-40B4-BE49-F238E27FC236}">
                <a16:creationId xmlns:a16="http://schemas.microsoft.com/office/drawing/2014/main" id="{5761EBD1-EAAC-E1FA-6310-1DCDC89C84B6}"/>
              </a:ext>
            </a:extLst>
          </p:cNvPr>
          <p:cNvSpPr>
            <a:spLocks noGrp="1"/>
          </p:cNvSpPr>
          <p:nvPr>
            <p:ph type="title" hasCustomPrompt="1"/>
          </p:nvPr>
        </p:nvSpPr>
        <p:spPr>
          <a:xfrm>
            <a:off x="554568" y="2005263"/>
            <a:ext cx="5098087" cy="2454788"/>
          </a:xfrm>
          <a:prstGeom prst="rect">
            <a:avLst/>
          </a:prstGeom>
        </p:spPr>
        <p:txBody>
          <a:bodyPr anchor="ctr"/>
          <a:lstStyle>
            <a:lvl1pPr>
              <a:defRPr sz="3200" b="0" i="0">
                <a:solidFill>
                  <a:schemeClr val="bg1"/>
                </a:solidFill>
                <a:latin typeface="+mn-lt"/>
              </a:defRPr>
            </a:lvl1pPr>
          </a:lstStyle>
          <a:p>
            <a:r>
              <a:rPr lang="en-US"/>
              <a:t>Place quote or key message here</a:t>
            </a:r>
          </a:p>
        </p:txBody>
      </p:sp>
    </p:spTree>
    <p:extLst>
      <p:ext uri="{BB962C8B-B14F-4D97-AF65-F5344CB8AC3E}">
        <p14:creationId xmlns:p14="http://schemas.microsoft.com/office/powerpoint/2010/main" val="2145526212"/>
      </p:ext>
    </p:extLst>
  </p:cSld>
  <p:clrMapOvr>
    <a:masterClrMapping/>
  </p:clrMapOvr>
  <p:extLst>
    <p:ext uri="{DCECCB84-F9BA-43D5-87BE-67443E8EF086}">
      <p15:sldGuideLst xmlns:p15="http://schemas.microsoft.com/office/powerpoint/2012/main"/>
    </p:ext>
  </p:extLs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Content: key message + image, dark mode">
    <p:bg>
      <p:bgPr>
        <a:solidFill>
          <a:srgbClr val="000000"/>
        </a:solidFill>
        <a:effectLst/>
      </p:bgPr>
    </p:bg>
    <p:spTree>
      <p:nvGrpSpPr>
        <p:cNvPr id="1" name=""/>
        <p:cNvGrpSpPr/>
        <p:nvPr/>
      </p:nvGrpSpPr>
      <p:grpSpPr>
        <a:xfrm>
          <a:off x="0" y="0"/>
          <a:ext cx="0" cy="0"/>
          <a:chOff x="0" y="0"/>
          <a:chExt cx="0" cy="0"/>
        </a:xfrm>
      </p:grpSpPr>
      <p:sp>
        <p:nvSpPr>
          <p:cNvPr id="2" name="copyright">
            <a:extLst>
              <a:ext uri="{FF2B5EF4-FFF2-40B4-BE49-F238E27FC236}">
                <a16:creationId xmlns:a16="http://schemas.microsoft.com/office/drawing/2014/main" id="{54E44863-5E53-DDCD-5FA5-173816802E74}"/>
              </a:ext>
            </a:extLst>
          </p:cNvPr>
          <p:cNvSpPr txBox="1"/>
          <p:nvPr userDrawn="1"/>
        </p:nvSpPr>
        <p:spPr>
          <a:xfrm>
            <a:off x="9031909" y="6429853"/>
            <a:ext cx="2398092"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GB" sz="800">
                <a:solidFill>
                  <a:schemeClr val="bg1">
                    <a:lumMod val="85000"/>
                    <a:alpha val="75000"/>
                  </a:schemeClr>
                </a:solidFill>
                <a:latin typeface="Graphik" panose="020B0503030202060203" pitchFamily="34" charset="77"/>
              </a:rPr>
              <a:t>Copyright © 2025 Accenture. All rights reserved.</a:t>
            </a:r>
            <a:endParaRPr lang="en-US" sz="1351" noProof="0">
              <a:solidFill>
                <a:schemeClr val="bg1">
                  <a:lumMod val="85000"/>
                  <a:alpha val="75000"/>
                </a:schemeClr>
              </a:solidFill>
              <a:latin typeface="Graphik" panose="020B0503030202060203" pitchFamily="34" charset="77"/>
            </a:endParaRPr>
          </a:p>
        </p:txBody>
      </p:sp>
      <p:sp>
        <p:nvSpPr>
          <p:cNvPr id="8" name="slide number automatic">
            <a:extLst>
              <a:ext uri="{FF2B5EF4-FFF2-40B4-BE49-F238E27FC236}">
                <a16:creationId xmlns:a16="http://schemas.microsoft.com/office/drawing/2014/main" id="{4F03B290-6E83-1A46-D0DD-7EDFE2CF4967}"/>
              </a:ext>
            </a:extLst>
          </p:cNvPr>
          <p:cNvSpPr txBox="1"/>
          <p:nvPr userDrawn="1"/>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bg1">
                    <a:lumMod val="85000"/>
                    <a:alpha val="75000"/>
                  </a:schemeClr>
                </a:solidFill>
                <a:latin typeface="+mj-lt"/>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a:solidFill>
                <a:schemeClr val="bg1">
                  <a:lumMod val="85000"/>
                  <a:alpha val="75000"/>
                </a:schemeClr>
              </a:solidFill>
              <a:latin typeface="+mj-lt"/>
            </a:endParaRPr>
          </a:p>
        </p:txBody>
      </p:sp>
      <p:sp>
        <p:nvSpPr>
          <p:cNvPr id="9" name="GTS_WH">
            <a:extLst>
              <a:ext uri="{FF2B5EF4-FFF2-40B4-BE49-F238E27FC236}">
                <a16:creationId xmlns:a16="http://schemas.microsoft.com/office/drawing/2014/main" id="{8DE35BA1-021B-C8B8-EEDE-464FB3F9F466}"/>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
        <p:nvSpPr>
          <p:cNvPr id="3" name="Title 1">
            <a:extLst>
              <a:ext uri="{FF2B5EF4-FFF2-40B4-BE49-F238E27FC236}">
                <a16:creationId xmlns:a16="http://schemas.microsoft.com/office/drawing/2014/main" id="{639540C7-90CF-ACE6-34AE-174CDEB46195}"/>
              </a:ext>
            </a:extLst>
          </p:cNvPr>
          <p:cNvSpPr>
            <a:spLocks noGrp="1"/>
          </p:cNvSpPr>
          <p:nvPr>
            <p:ph type="title" hasCustomPrompt="1"/>
          </p:nvPr>
        </p:nvSpPr>
        <p:spPr>
          <a:xfrm>
            <a:off x="554568" y="1941095"/>
            <a:ext cx="5098087" cy="2583124"/>
          </a:xfrm>
          <a:prstGeom prst="rect">
            <a:avLst/>
          </a:prstGeom>
        </p:spPr>
        <p:txBody>
          <a:bodyPr anchor="ctr"/>
          <a:lstStyle>
            <a:lvl1pPr>
              <a:defRPr sz="3200" b="0" i="0">
                <a:solidFill>
                  <a:schemeClr val="bg1"/>
                </a:solidFill>
                <a:latin typeface="+mn-lt"/>
              </a:defRPr>
            </a:lvl1pPr>
          </a:lstStyle>
          <a:p>
            <a:r>
              <a:rPr lang="en-US"/>
              <a:t>Place quote or key message here</a:t>
            </a:r>
          </a:p>
        </p:txBody>
      </p:sp>
      <p:sp>
        <p:nvSpPr>
          <p:cNvPr id="5" name="Picture Placeholder 18">
            <a:extLst>
              <a:ext uri="{FF2B5EF4-FFF2-40B4-BE49-F238E27FC236}">
                <a16:creationId xmlns:a16="http://schemas.microsoft.com/office/drawing/2014/main" id="{0E1008B6-7792-F7C1-448D-E26EBA7F66E1}"/>
              </a:ext>
            </a:extLst>
          </p:cNvPr>
          <p:cNvSpPr>
            <a:spLocks noGrp="1"/>
          </p:cNvSpPr>
          <p:nvPr>
            <p:ph type="pic" sz="quarter" idx="13" hasCustomPrompt="1"/>
          </p:nvPr>
        </p:nvSpPr>
        <p:spPr bwMode="gray">
          <a:xfrm>
            <a:off x="6096001" y="561651"/>
            <a:ext cx="6096000" cy="5747074"/>
          </a:xfrm>
          <a:prstGeom prst="rect">
            <a:avLst/>
          </a:prstGeom>
          <a:solidFill>
            <a:schemeClr val="bg1">
              <a:lumMod val="95000"/>
            </a:schemeClr>
          </a:solidFill>
          <a:effectLst/>
        </p:spPr>
        <p:txBody>
          <a:bodyPr tIns="274320" bIns="274320" anchor="ctr"/>
          <a:lstStyle>
            <a:lvl1pPr marL="0" indent="0" algn="ctr">
              <a:buNone/>
              <a:defRPr sz="1400" b="0" i="0">
                <a:solidFill>
                  <a:schemeClr val="tx1"/>
                </a:solidFill>
                <a:latin typeface="Graphik" panose="020B0503030202060203" pitchFamily="34" charset="77"/>
              </a:defRPr>
            </a:lvl1pPr>
          </a:lstStyle>
          <a:p>
            <a:r>
              <a:rPr lang="en-GB"/>
              <a:t>Drag picture to placeholder or click icon to add</a:t>
            </a:r>
            <a:endParaRPr lang="en-US"/>
          </a:p>
        </p:txBody>
      </p:sp>
    </p:spTree>
    <p:extLst>
      <p:ext uri="{BB962C8B-B14F-4D97-AF65-F5344CB8AC3E}">
        <p14:creationId xmlns:p14="http://schemas.microsoft.com/office/powerpoint/2010/main" val="2500144931"/>
      </p:ext>
    </p:extLst>
  </p:cSld>
  <p:clrMapOvr>
    <a:masterClrMapping/>
  </p:clrMapOvr>
  <p:extLst>
    <p:ext uri="{DCECCB84-F9BA-43D5-87BE-67443E8EF086}">
      <p15:sldGuideLst xmlns:p15="http://schemas.microsoft.com/office/powerpoint/2012/main"/>
    </p:ext>
  </p:extLst>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Key message: light mode">
    <p:bg>
      <p:bgPr>
        <a:solidFill>
          <a:schemeClr val="tx1"/>
        </a:solidFill>
        <a:effectLst/>
      </p:bgPr>
    </p:bg>
    <p:spTree>
      <p:nvGrpSpPr>
        <p:cNvPr id="1" name=""/>
        <p:cNvGrpSpPr/>
        <p:nvPr/>
      </p:nvGrpSpPr>
      <p:grpSpPr>
        <a:xfrm>
          <a:off x="0" y="0"/>
          <a:ext cx="0" cy="0"/>
          <a:chOff x="0" y="0"/>
          <a:chExt cx="0" cy="0"/>
        </a:xfrm>
      </p:grpSpPr>
      <p:sp>
        <p:nvSpPr>
          <p:cNvPr id="5" name="Footer Placeholder 3">
            <a:extLst>
              <a:ext uri="{FF2B5EF4-FFF2-40B4-BE49-F238E27FC236}">
                <a16:creationId xmlns:a16="http://schemas.microsoft.com/office/drawing/2014/main" id="{B9538720-5D87-005C-9D54-D7F07F69BE61}"/>
              </a:ext>
            </a:extLst>
          </p:cNvPr>
          <p:cNvSpPr txBox="1">
            <a:spLocks/>
          </p:cNvSpPr>
          <p:nvPr userDrawn="1"/>
        </p:nvSpPr>
        <p:spPr>
          <a:xfrm>
            <a:off x="7315200" y="6384001"/>
            <a:ext cx="4114800" cy="198319"/>
          </a:xfrm>
          <a:prstGeom prst="rect">
            <a:avLst/>
          </a:prstGeom>
          <a:noFill/>
        </p:spPr>
        <p:txBody>
          <a:bodyPr wrap="square" lIns="0" tIns="0" rIns="0" bIns="0" rtlCol="0" anchor="ctr">
            <a:noAutofit/>
          </a:bodyPr>
          <a:lstStyle>
            <a:defPPr>
              <a:defRPr lang="en-US"/>
            </a:defPPr>
            <a:lvl1pPr marL="0" algn="r" defTabSz="914400" rtl="0" eaLnBrk="1" latinLnBrk="0" hangingPunct="1">
              <a:defRPr lang="en-US" sz="800" kern="1200" dirty="0">
                <a:solidFill>
                  <a:schemeClr val="tx1">
                    <a:alpha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94">
              <a:spcAft>
                <a:spcPts val="1200"/>
              </a:spcAft>
              <a:defRPr/>
            </a:pPr>
            <a:r>
              <a:rPr lang="en-US" sz="800" b="0" i="0">
                <a:solidFill>
                  <a:schemeClr val="bg1"/>
                </a:solidFill>
                <a:latin typeface="Graphik" panose="020B0503030202060203" pitchFamily="34" charset="77"/>
              </a:rPr>
              <a:t>Copyright © 2025 Accenture. All rights reserved.</a:t>
            </a:r>
          </a:p>
        </p:txBody>
      </p:sp>
      <p:sp>
        <p:nvSpPr>
          <p:cNvPr id="8" name="Slide number automatic">
            <a:extLst>
              <a:ext uri="{FF2B5EF4-FFF2-40B4-BE49-F238E27FC236}">
                <a16:creationId xmlns:a16="http://schemas.microsoft.com/office/drawing/2014/main" id="{4FE121F1-B169-11A8-1F63-C705FECD0AAA}"/>
              </a:ext>
            </a:extLst>
          </p:cNvPr>
          <p:cNvSpPr txBox="1">
            <a:spLocks/>
          </p:cNvSpPr>
          <p:nvPr userDrawn="1"/>
        </p:nvSpPr>
        <p:spPr>
          <a:xfrm>
            <a:off x="11484000" y="6384001"/>
            <a:ext cx="327600" cy="198319"/>
          </a:xfrm>
          <a:prstGeom prst="rect">
            <a:avLst/>
          </a:prstGeom>
          <a:noFill/>
        </p:spPr>
        <p:txBody>
          <a:bodyPr wrap="square" lIns="0" tIns="0" rIns="0" bIns="0" rtlCol="0" anchor="ctr">
            <a:noAutofit/>
          </a:bodyPr>
          <a:lstStyle>
            <a:defPPr>
              <a:defRPr lang="en-US"/>
            </a:defPPr>
            <a:lvl1pPr marL="0" algn="r" defTabSz="914400" rtl="0" eaLnBrk="1" latinLnBrk="0" hangingPunct="1">
              <a:defRPr lang="en-US" sz="800" kern="1200" dirty="0">
                <a:solidFill>
                  <a:schemeClr val="tx1">
                    <a:alpha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algn="r" defTabSz="914377" rtl="0" eaLnBrk="1" latinLnBrk="0" hangingPunct="1">
              <a:spcAft>
                <a:spcPts val="1200"/>
              </a:spcAft>
              <a:defRPr/>
            </a:pPr>
            <a:fld id="{73F1C454-A9D8-014C-8BFC-BAC2D203B5DF}" type="slidenum">
              <a:rPr lang="en-US" sz="800" b="0" i="0" kern="1200">
                <a:solidFill>
                  <a:schemeClr val="bg1"/>
                </a:solidFill>
                <a:latin typeface="Graphik" panose="020B0503030202060203" pitchFamily="34" charset="77"/>
                <a:ea typeface="+mn-ea"/>
                <a:cs typeface="+mn-cs"/>
              </a:rPr>
              <a:pPr marL="0" algn="r" defTabSz="914377" rtl="0" eaLnBrk="1" latinLnBrk="0" hangingPunct="1">
                <a:spcAft>
                  <a:spcPts val="1200"/>
                </a:spcAft>
                <a:defRPr/>
              </a:pPr>
              <a:t>‹#›</a:t>
            </a:fld>
            <a:endParaRPr lang="en-US" sz="800" b="0" i="0" kern="1200">
              <a:solidFill>
                <a:schemeClr val="bg1"/>
              </a:solidFill>
              <a:latin typeface="Graphik" panose="020B0503030202060203" pitchFamily="34" charset="77"/>
              <a:ea typeface="+mn-ea"/>
              <a:cs typeface="+mn-cs"/>
            </a:endParaRPr>
          </a:p>
        </p:txBody>
      </p:sp>
      <p:sp>
        <p:nvSpPr>
          <p:cNvPr id="2" name="Title 1">
            <a:extLst>
              <a:ext uri="{FF2B5EF4-FFF2-40B4-BE49-F238E27FC236}">
                <a16:creationId xmlns:a16="http://schemas.microsoft.com/office/drawing/2014/main" id="{97274A5B-9D05-0703-63C7-382088724F28}"/>
              </a:ext>
            </a:extLst>
          </p:cNvPr>
          <p:cNvSpPr>
            <a:spLocks noGrp="1"/>
          </p:cNvSpPr>
          <p:nvPr>
            <p:ph type="title" hasCustomPrompt="1"/>
          </p:nvPr>
        </p:nvSpPr>
        <p:spPr>
          <a:xfrm>
            <a:off x="1163638" y="3179796"/>
            <a:ext cx="7200000" cy="498406"/>
          </a:xfrm>
          <a:prstGeom prst="rect">
            <a:avLst/>
          </a:prstGeom>
        </p:spPr>
        <p:txBody>
          <a:bodyPr anchor="ctr"/>
          <a:lstStyle>
            <a:lvl1pPr algn="l" defTabSz="914377" rtl="0" eaLnBrk="1" latinLnBrk="0" hangingPunct="1">
              <a:lnSpc>
                <a:spcPct val="80000"/>
              </a:lnSpc>
              <a:spcBef>
                <a:spcPct val="0"/>
              </a:spcBef>
              <a:buNone/>
              <a:defRPr lang="en-US" sz="4000" b="0" i="0" kern="1200">
                <a:solidFill>
                  <a:srgbClr val="000000"/>
                </a:solidFill>
                <a:latin typeface="GT Sectra Fine Rg" pitchFamily="2" charset="77"/>
                <a:ea typeface="+mj-ea"/>
                <a:cs typeface="+mj-cs"/>
              </a:defRPr>
            </a:lvl1pPr>
          </a:lstStyle>
          <a:p>
            <a:r>
              <a:rPr lang="en-US"/>
              <a:t>Click to edit key message style</a:t>
            </a:r>
          </a:p>
        </p:txBody>
      </p:sp>
    </p:spTree>
    <p:extLst>
      <p:ext uri="{BB962C8B-B14F-4D97-AF65-F5344CB8AC3E}">
        <p14:creationId xmlns:p14="http://schemas.microsoft.com/office/powerpoint/2010/main" val="114380170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20">
          <p15:clr>
            <a:srgbClr val="C35EA4"/>
          </p15:clr>
        </p15:guide>
        <p15:guide id="2" pos="2880">
          <p15:clr>
            <a:srgbClr val="C35EA4"/>
          </p15:clr>
        </p15:guide>
        <p15:guide id="3" orient="horz" pos="2707">
          <p15:clr>
            <a:srgbClr val="C35EA4"/>
          </p15:clr>
        </p15:guide>
      </p15:sldGuideLst>
    </p:ext>
  </p:extLst>
</p:sldLayout>
</file>

<file path=ppt/slideLayouts/slideLayout84.xml><?xml version="1.0" encoding="utf-8"?>
<p:sldLayout xmlns:a="http://schemas.openxmlformats.org/drawingml/2006/main" xmlns:r="http://schemas.openxmlformats.org/officeDocument/2006/relationships" xmlns:p="http://schemas.openxmlformats.org/presentationml/2006/main" showMasterSp="0" preserve="1" userDrawn="1">
  <p:cSld name="Key message: dark mode">
    <p:bg>
      <p:bgPr>
        <a:solidFill>
          <a:srgbClr val="000000"/>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4E36F867-B36A-BD05-3724-F673E9B7FF67}"/>
              </a:ext>
            </a:extLst>
          </p:cNvPr>
          <p:cNvSpPr>
            <a:spLocks noGrp="1"/>
          </p:cNvSpPr>
          <p:nvPr>
            <p:ph type="title" hasCustomPrompt="1"/>
          </p:nvPr>
        </p:nvSpPr>
        <p:spPr>
          <a:xfrm>
            <a:off x="1163638" y="2037347"/>
            <a:ext cx="7200000" cy="2783304"/>
          </a:xfrm>
          <a:prstGeom prst="rect">
            <a:avLst/>
          </a:prstGeom>
        </p:spPr>
        <p:txBody>
          <a:bodyPr anchor="ctr"/>
          <a:lstStyle>
            <a:lvl1pPr algn="l" defTabSz="914377" rtl="0" eaLnBrk="1" latinLnBrk="0" hangingPunct="1">
              <a:lnSpc>
                <a:spcPct val="80000"/>
              </a:lnSpc>
              <a:spcBef>
                <a:spcPct val="0"/>
              </a:spcBef>
              <a:buNone/>
              <a:defRPr lang="en-US" sz="4000" b="0" i="0" kern="1200">
                <a:solidFill>
                  <a:schemeClr val="tx1"/>
                </a:solidFill>
                <a:latin typeface="GT Sectra Fine Rg" pitchFamily="2" charset="77"/>
                <a:ea typeface="+mj-ea"/>
                <a:cs typeface="+mj-cs"/>
              </a:defRPr>
            </a:lvl1pPr>
          </a:lstStyle>
          <a:p>
            <a:r>
              <a:rPr lang="en-US"/>
              <a:t>Click to edit key message style</a:t>
            </a:r>
          </a:p>
        </p:txBody>
      </p:sp>
      <p:sp>
        <p:nvSpPr>
          <p:cNvPr id="3" name="copyright">
            <a:extLst>
              <a:ext uri="{FF2B5EF4-FFF2-40B4-BE49-F238E27FC236}">
                <a16:creationId xmlns:a16="http://schemas.microsoft.com/office/drawing/2014/main" id="{EEB57D04-C7D4-5631-C9F1-4248B61F9522}"/>
              </a:ext>
            </a:extLst>
          </p:cNvPr>
          <p:cNvSpPr txBox="1"/>
          <p:nvPr userDrawn="1"/>
        </p:nvSpPr>
        <p:spPr>
          <a:xfrm>
            <a:off x="9031909" y="6429853"/>
            <a:ext cx="2398092"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GB" sz="800">
                <a:solidFill>
                  <a:srgbClr val="FFFFFF">
                    <a:alpha val="75000"/>
                  </a:srgbClr>
                </a:solidFill>
                <a:latin typeface="Graphik" panose="020B0503030202060203" pitchFamily="34" charset="77"/>
              </a:rPr>
              <a:t>Copyright © 2025 Accenture. All rights reserved.</a:t>
            </a:r>
            <a:endParaRPr lang="en-US" sz="1351" noProof="0">
              <a:solidFill>
                <a:srgbClr val="FFFFFF">
                  <a:alpha val="75000"/>
                </a:srgbClr>
              </a:solidFill>
              <a:latin typeface="Graphik" panose="020B0503030202060203" pitchFamily="34" charset="77"/>
            </a:endParaRPr>
          </a:p>
        </p:txBody>
      </p:sp>
      <p:sp>
        <p:nvSpPr>
          <p:cNvPr id="5" name="slide number automatic">
            <a:extLst>
              <a:ext uri="{FF2B5EF4-FFF2-40B4-BE49-F238E27FC236}">
                <a16:creationId xmlns:a16="http://schemas.microsoft.com/office/drawing/2014/main" id="{6D94838E-FC9B-7D11-0B27-05F3B48DF76D}"/>
              </a:ext>
            </a:extLst>
          </p:cNvPr>
          <p:cNvSpPr txBox="1"/>
          <p:nvPr userDrawn="1"/>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rgbClr val="FFFFFF">
                    <a:alpha val="75000"/>
                  </a:srgbClr>
                </a:solidFill>
                <a:latin typeface="+mj-lt"/>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a:solidFill>
                <a:srgbClr val="FFFFFF">
                  <a:alpha val="75000"/>
                </a:srgbClr>
              </a:solidFill>
              <a:latin typeface="+mj-lt"/>
            </a:endParaRPr>
          </a:p>
        </p:txBody>
      </p:sp>
      <p:sp>
        <p:nvSpPr>
          <p:cNvPr id="2" name="GTS_WH">
            <a:extLst>
              <a:ext uri="{FF2B5EF4-FFF2-40B4-BE49-F238E27FC236}">
                <a16:creationId xmlns:a16="http://schemas.microsoft.com/office/drawing/2014/main" id="{881075DF-C9D3-AF39-7015-D15BA74DC07D}"/>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Tree>
    <p:extLst>
      <p:ext uri="{BB962C8B-B14F-4D97-AF65-F5344CB8AC3E}">
        <p14:creationId xmlns:p14="http://schemas.microsoft.com/office/powerpoint/2010/main" val="135246951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85.xml><?xml version="1.0" encoding="utf-8"?>
<p:sldLayout xmlns:a="http://schemas.openxmlformats.org/drawingml/2006/main" xmlns:r="http://schemas.openxmlformats.org/officeDocument/2006/relationships" xmlns:p="http://schemas.openxmlformats.org/presentationml/2006/main" userDrawn="1">
  <p:cSld name="Content: icons">
    <p:spTree>
      <p:nvGrpSpPr>
        <p:cNvPr id="1" name=""/>
        <p:cNvGrpSpPr/>
        <p:nvPr/>
      </p:nvGrpSpPr>
      <p:grpSpPr>
        <a:xfrm>
          <a:off x="0" y="0"/>
          <a:ext cx="0" cy="0"/>
          <a:chOff x="0" y="0"/>
          <a:chExt cx="0" cy="0"/>
        </a:xfrm>
      </p:grpSpPr>
      <p:sp>
        <p:nvSpPr>
          <p:cNvPr id="8" name="Title 2">
            <a:extLst>
              <a:ext uri="{FF2B5EF4-FFF2-40B4-BE49-F238E27FC236}">
                <a16:creationId xmlns:a16="http://schemas.microsoft.com/office/drawing/2014/main" id="{C386F6A9-4F1A-3944-E7D3-E26B3E55A360}"/>
              </a:ext>
            </a:extLst>
          </p:cNvPr>
          <p:cNvSpPr>
            <a:spLocks noGrp="1"/>
          </p:cNvSpPr>
          <p:nvPr>
            <p:ph type="title"/>
          </p:nvPr>
        </p:nvSpPr>
        <p:spPr>
          <a:xfrm>
            <a:off x="556467" y="572600"/>
            <a:ext cx="11084672" cy="393954"/>
          </a:xfrm>
        </p:spPr>
        <p:txBody>
          <a:bodyPr/>
          <a:lstStyle/>
          <a:p>
            <a:r>
              <a:rPr lang="en-GB"/>
              <a:t>Click to edit Master title style</a:t>
            </a:r>
            <a:endParaRPr lang="en-US"/>
          </a:p>
        </p:txBody>
      </p:sp>
      <p:sp>
        <p:nvSpPr>
          <p:cNvPr id="4" name="Text Placeholder 3">
            <a:extLst>
              <a:ext uri="{FF2B5EF4-FFF2-40B4-BE49-F238E27FC236}">
                <a16:creationId xmlns:a16="http://schemas.microsoft.com/office/drawing/2014/main" id="{6B34D946-575C-A63A-1F36-F73012F28CC3}"/>
              </a:ext>
            </a:extLst>
          </p:cNvPr>
          <p:cNvSpPr>
            <a:spLocks noGrp="1"/>
          </p:cNvSpPr>
          <p:nvPr>
            <p:ph type="body" sz="quarter" idx="32" hasCustomPrompt="1"/>
          </p:nvPr>
        </p:nvSpPr>
        <p:spPr>
          <a:xfrm>
            <a:off x="563412" y="1109663"/>
            <a:ext cx="11084672" cy="384048"/>
          </a:xfrm>
          <a:prstGeom prst="rect">
            <a:avLst/>
          </a:prstGeom>
        </p:spPr>
        <p:txBody>
          <a:bodyPr anchor="t"/>
          <a:lstStyle>
            <a:lvl1pPr marL="0" indent="0">
              <a:spcAft>
                <a:spcPts val="0"/>
              </a:spcAft>
              <a:buNone/>
              <a:defRPr sz="1800" b="0" i="0">
                <a:solidFill>
                  <a:schemeClr val="bg2"/>
                </a:solidFill>
                <a:latin typeface="Graphik" panose="020B0503030202060203" pitchFamily="34" charset="77"/>
              </a:defRPr>
            </a:lvl1pPr>
          </a:lstStyle>
          <a:p>
            <a:pPr lvl="0"/>
            <a:r>
              <a:rPr lang="en-GB"/>
              <a:t>Place subtitle here in </a:t>
            </a:r>
            <a:r>
              <a:rPr lang="en-GB" err="1"/>
              <a:t>Graphik</a:t>
            </a:r>
            <a:r>
              <a:rPr lang="en-GB"/>
              <a:t> regular</a:t>
            </a:r>
            <a:endParaRPr lang="en-US"/>
          </a:p>
        </p:txBody>
      </p:sp>
      <p:sp>
        <p:nvSpPr>
          <p:cNvPr id="15" name="Picture Placeholder 2">
            <a:extLst>
              <a:ext uri="{FF2B5EF4-FFF2-40B4-BE49-F238E27FC236}">
                <a16:creationId xmlns:a16="http://schemas.microsoft.com/office/drawing/2014/main" id="{BD757F29-5B8C-430C-B53D-FA44B1887B4E}"/>
              </a:ext>
            </a:extLst>
          </p:cNvPr>
          <p:cNvSpPr>
            <a:spLocks noGrp="1"/>
          </p:cNvSpPr>
          <p:nvPr>
            <p:ph type="pic" sz="quarter" idx="14" hasCustomPrompt="1"/>
          </p:nvPr>
        </p:nvSpPr>
        <p:spPr>
          <a:xfrm>
            <a:off x="563411" y="1991444"/>
            <a:ext cx="1312792" cy="1312792"/>
          </a:xfrm>
          <a:prstGeom prst="rect">
            <a:avLst/>
          </a:prstGeom>
          <a:solidFill>
            <a:schemeClr val="bg1">
              <a:lumMod val="95000"/>
            </a:schemeClr>
          </a:solidFill>
        </p:spPr>
        <p:txBody>
          <a:bodyPr anchor="ctr"/>
          <a:lstStyle>
            <a:lvl1pPr marL="0" indent="0" algn="ctr">
              <a:buFont typeface="Graphik" panose="020B0604020202020204" pitchFamily="34" charset="0"/>
              <a:buNone/>
              <a:defRPr sz="1400" b="0" i="0">
                <a:latin typeface="Graphik" panose="020B0503030202060203" pitchFamily="34" charset="77"/>
              </a:defRPr>
            </a:lvl1pPr>
          </a:lstStyle>
          <a:p>
            <a:r>
              <a:rPr lang="en-GB"/>
              <a:t>Add icon</a:t>
            </a:r>
            <a:endParaRPr lang="en-US"/>
          </a:p>
        </p:txBody>
      </p:sp>
      <p:sp>
        <p:nvSpPr>
          <p:cNvPr id="10" name="Text Placeholder 1">
            <a:extLst>
              <a:ext uri="{FF2B5EF4-FFF2-40B4-BE49-F238E27FC236}">
                <a16:creationId xmlns:a16="http://schemas.microsoft.com/office/drawing/2014/main" id="{4122B155-BA05-874A-7587-FD87E46FA210}"/>
              </a:ext>
            </a:extLst>
          </p:cNvPr>
          <p:cNvSpPr>
            <a:spLocks noGrp="1"/>
          </p:cNvSpPr>
          <p:nvPr>
            <p:ph type="body" sz="quarter" idx="19" hasCustomPrompt="1"/>
          </p:nvPr>
        </p:nvSpPr>
        <p:spPr>
          <a:xfrm>
            <a:off x="563411" y="3648454"/>
            <a:ext cx="1629646" cy="1971541"/>
          </a:xfrm>
          <a:prstGeom prst="rect">
            <a:avLst/>
          </a:prstGeom>
        </p:spPr>
        <p:txBody>
          <a:bodyPr/>
          <a:lstStyle>
            <a:lvl1pPr marL="0" indent="0" algn="l">
              <a:lnSpc>
                <a:spcPct val="90000"/>
              </a:lnSpc>
              <a:spcAft>
                <a:spcPts val="600"/>
              </a:spcAft>
              <a:buFont typeface="Graphik" panose="020B0604020202020204" pitchFamily="34" charset="0"/>
              <a:buNone/>
              <a:defRPr sz="1400" b="0" i="0">
                <a:solidFill>
                  <a:schemeClr val="bg2"/>
                </a:solidFill>
                <a:latin typeface="Graphik Semibold" panose="020B0503030202060203" pitchFamily="34" charset="77"/>
              </a:defRPr>
            </a:lvl1pPr>
            <a:lvl2pPr marL="0" indent="0" algn="l">
              <a:spcAft>
                <a:spcPts val="600"/>
              </a:spcAft>
              <a:buNone/>
              <a:defRPr sz="1200" b="0" i="0">
                <a:latin typeface="Graphik" panose="020B0503030202060203" pitchFamily="34" charset="77"/>
              </a:defRPr>
            </a:lvl2pPr>
            <a:lvl3pPr marL="0" indent="0" algn="l">
              <a:spcAft>
                <a:spcPts val="600"/>
              </a:spcAft>
              <a:buNone/>
              <a:defRPr sz="1200" b="0" i="0">
                <a:latin typeface="Graphik" panose="020B0503030202060203" pitchFamily="34" charset="77"/>
              </a:defRPr>
            </a:lvl3pPr>
            <a:lvl4pPr marL="182875" indent="-182875" algn="l">
              <a:spcAft>
                <a:spcPts val="600"/>
              </a:spcAft>
              <a:buFont typeface="Graphik" panose="020B0604020202020204" pitchFamily="34" charset="0"/>
              <a:buChar char="•"/>
              <a:defRPr sz="1200" b="0" i="0">
                <a:latin typeface="Graphik" panose="020B0503030202060203" pitchFamily="34" charset="77"/>
              </a:defRPr>
            </a:lvl4pPr>
            <a:lvl5pPr>
              <a:spcAft>
                <a:spcPts val="600"/>
              </a:spcAft>
              <a:defRPr sz="1600"/>
            </a:lvl5pPr>
          </a:lstStyle>
          <a:p>
            <a:pPr lvl="0"/>
            <a:r>
              <a:rPr lang="en-US"/>
              <a:t>Headline Details</a:t>
            </a:r>
          </a:p>
          <a:p>
            <a:pPr lvl="2"/>
            <a:r>
              <a:rPr lang="en-US"/>
              <a:t>More details</a:t>
            </a:r>
          </a:p>
          <a:p>
            <a:pPr lvl="3"/>
            <a:r>
              <a:rPr lang="en-US"/>
              <a:t>Bullet point</a:t>
            </a:r>
          </a:p>
        </p:txBody>
      </p:sp>
      <p:sp>
        <p:nvSpPr>
          <p:cNvPr id="29" name="Picture Placeholder 4">
            <a:extLst>
              <a:ext uri="{FF2B5EF4-FFF2-40B4-BE49-F238E27FC236}">
                <a16:creationId xmlns:a16="http://schemas.microsoft.com/office/drawing/2014/main" id="{EABD27E6-4547-45B3-9AC5-1EF508AE88ED}"/>
              </a:ext>
            </a:extLst>
          </p:cNvPr>
          <p:cNvSpPr>
            <a:spLocks noGrp="1"/>
          </p:cNvSpPr>
          <p:nvPr>
            <p:ph type="pic" sz="quarter" idx="24" hasCustomPrompt="1"/>
          </p:nvPr>
        </p:nvSpPr>
        <p:spPr>
          <a:xfrm>
            <a:off x="2925431" y="1991444"/>
            <a:ext cx="1312792" cy="1312792"/>
          </a:xfrm>
          <a:prstGeom prst="rect">
            <a:avLst/>
          </a:prstGeom>
          <a:solidFill>
            <a:schemeClr val="bg1">
              <a:lumMod val="95000"/>
            </a:schemeClr>
          </a:solidFill>
        </p:spPr>
        <p:txBody>
          <a:bodyPr anchor="ctr"/>
          <a:lstStyle>
            <a:lvl1pPr marL="0" indent="0" algn="ctr">
              <a:buFont typeface="Graphik" panose="020B0604020202020204" pitchFamily="34" charset="0"/>
              <a:buNone/>
              <a:defRPr sz="1400" b="0" i="0">
                <a:latin typeface="Graphik" panose="020B0503030202060203" pitchFamily="34" charset="77"/>
              </a:defRPr>
            </a:lvl1pPr>
          </a:lstStyle>
          <a:p>
            <a:r>
              <a:rPr lang="en-GB"/>
              <a:t>Add icon</a:t>
            </a:r>
            <a:endParaRPr lang="en-US"/>
          </a:p>
        </p:txBody>
      </p:sp>
      <p:sp>
        <p:nvSpPr>
          <p:cNvPr id="3" name="Text Placeholder 2">
            <a:extLst>
              <a:ext uri="{FF2B5EF4-FFF2-40B4-BE49-F238E27FC236}">
                <a16:creationId xmlns:a16="http://schemas.microsoft.com/office/drawing/2014/main" id="{E51530D0-8A8F-68C0-4E3A-39EE60F2A549}"/>
              </a:ext>
            </a:extLst>
          </p:cNvPr>
          <p:cNvSpPr>
            <a:spLocks noGrp="1"/>
          </p:cNvSpPr>
          <p:nvPr>
            <p:ph type="body" sz="quarter" idx="28" hasCustomPrompt="1"/>
          </p:nvPr>
        </p:nvSpPr>
        <p:spPr>
          <a:xfrm>
            <a:off x="2925431" y="3648454"/>
            <a:ext cx="1629646" cy="1971541"/>
          </a:xfrm>
          <a:prstGeom prst="rect">
            <a:avLst/>
          </a:prstGeom>
        </p:spPr>
        <p:txBody>
          <a:bodyPr/>
          <a:lstStyle>
            <a:lvl1pPr marL="0" indent="0" algn="l">
              <a:lnSpc>
                <a:spcPct val="90000"/>
              </a:lnSpc>
              <a:spcAft>
                <a:spcPts val="600"/>
              </a:spcAft>
              <a:buFont typeface="Graphik" panose="020B0604020202020204" pitchFamily="34" charset="0"/>
              <a:buNone/>
              <a:defRPr sz="1400" b="0" i="0">
                <a:solidFill>
                  <a:schemeClr val="bg2"/>
                </a:solidFill>
                <a:latin typeface="Graphik Semibold" panose="020B0503030202060203" pitchFamily="34" charset="77"/>
              </a:defRPr>
            </a:lvl1pPr>
            <a:lvl2pPr marL="0" indent="0" algn="l">
              <a:spcAft>
                <a:spcPts val="600"/>
              </a:spcAft>
              <a:buNone/>
              <a:defRPr sz="1200" b="0" i="0">
                <a:latin typeface="Graphik" panose="020B0503030202060203" pitchFamily="34" charset="77"/>
              </a:defRPr>
            </a:lvl2pPr>
            <a:lvl3pPr marL="0" indent="0" algn="l">
              <a:spcAft>
                <a:spcPts val="600"/>
              </a:spcAft>
              <a:buNone/>
              <a:defRPr sz="1200" b="0" i="0">
                <a:latin typeface="Graphik" panose="020B0503030202060203" pitchFamily="34" charset="77"/>
              </a:defRPr>
            </a:lvl3pPr>
            <a:lvl4pPr marL="182875" indent="-182875" algn="l">
              <a:spcAft>
                <a:spcPts val="600"/>
              </a:spcAft>
              <a:buFont typeface="Graphik" panose="020B0604020202020204" pitchFamily="34" charset="0"/>
              <a:buChar char="•"/>
              <a:defRPr sz="1200" b="0" i="0">
                <a:latin typeface="Graphik" panose="020B0503030202060203" pitchFamily="34" charset="77"/>
              </a:defRPr>
            </a:lvl4pPr>
            <a:lvl5pPr>
              <a:spcAft>
                <a:spcPts val="600"/>
              </a:spcAft>
              <a:defRPr sz="1600"/>
            </a:lvl5pPr>
          </a:lstStyle>
          <a:p>
            <a:pPr lvl="0"/>
            <a:r>
              <a:rPr lang="en-US"/>
              <a:t>Headline Details</a:t>
            </a:r>
          </a:p>
          <a:p>
            <a:pPr lvl="2"/>
            <a:r>
              <a:rPr lang="en-US"/>
              <a:t>More details</a:t>
            </a:r>
          </a:p>
          <a:p>
            <a:pPr lvl="3"/>
            <a:r>
              <a:rPr lang="en-US"/>
              <a:t>Bullet point</a:t>
            </a:r>
          </a:p>
        </p:txBody>
      </p:sp>
      <p:sp>
        <p:nvSpPr>
          <p:cNvPr id="30" name="Picture Placeholder 6">
            <a:extLst>
              <a:ext uri="{FF2B5EF4-FFF2-40B4-BE49-F238E27FC236}">
                <a16:creationId xmlns:a16="http://schemas.microsoft.com/office/drawing/2014/main" id="{31C34651-25FA-45DD-86DF-BB58EBE9AA84}"/>
              </a:ext>
            </a:extLst>
          </p:cNvPr>
          <p:cNvSpPr>
            <a:spLocks noGrp="1"/>
          </p:cNvSpPr>
          <p:nvPr>
            <p:ph type="pic" sz="quarter" idx="25" hasCustomPrompt="1"/>
          </p:nvPr>
        </p:nvSpPr>
        <p:spPr>
          <a:xfrm>
            <a:off x="5287451" y="1991444"/>
            <a:ext cx="1312792" cy="1312792"/>
          </a:xfrm>
          <a:prstGeom prst="rect">
            <a:avLst/>
          </a:prstGeom>
          <a:solidFill>
            <a:schemeClr val="bg1">
              <a:lumMod val="95000"/>
            </a:schemeClr>
          </a:solidFill>
        </p:spPr>
        <p:txBody>
          <a:bodyPr anchor="ctr"/>
          <a:lstStyle>
            <a:lvl1pPr marL="0" indent="0" algn="ctr">
              <a:buFont typeface="Graphik" panose="020B0604020202020204" pitchFamily="34" charset="0"/>
              <a:buNone/>
              <a:defRPr sz="1400" b="0" i="0">
                <a:latin typeface="Graphik" panose="020B0503030202060203" pitchFamily="34" charset="77"/>
              </a:defRPr>
            </a:lvl1pPr>
          </a:lstStyle>
          <a:p>
            <a:r>
              <a:rPr lang="en-GB"/>
              <a:t>Add icon</a:t>
            </a:r>
            <a:endParaRPr lang="en-US"/>
          </a:p>
        </p:txBody>
      </p:sp>
      <p:sp>
        <p:nvSpPr>
          <p:cNvPr id="5" name="Text Placeholder 3">
            <a:extLst>
              <a:ext uri="{FF2B5EF4-FFF2-40B4-BE49-F238E27FC236}">
                <a16:creationId xmlns:a16="http://schemas.microsoft.com/office/drawing/2014/main" id="{B220583F-078A-E528-E802-2F888AD1F0C1}"/>
              </a:ext>
            </a:extLst>
          </p:cNvPr>
          <p:cNvSpPr>
            <a:spLocks noGrp="1"/>
          </p:cNvSpPr>
          <p:nvPr>
            <p:ph type="body" sz="quarter" idx="29" hasCustomPrompt="1"/>
          </p:nvPr>
        </p:nvSpPr>
        <p:spPr>
          <a:xfrm>
            <a:off x="5287451" y="3648454"/>
            <a:ext cx="1629646" cy="1971541"/>
          </a:xfrm>
          <a:prstGeom prst="rect">
            <a:avLst/>
          </a:prstGeom>
        </p:spPr>
        <p:txBody>
          <a:bodyPr/>
          <a:lstStyle>
            <a:lvl1pPr marL="0" indent="0" algn="l">
              <a:lnSpc>
                <a:spcPct val="90000"/>
              </a:lnSpc>
              <a:spcAft>
                <a:spcPts val="600"/>
              </a:spcAft>
              <a:buFont typeface="Graphik" panose="020B0604020202020204" pitchFamily="34" charset="0"/>
              <a:buNone/>
              <a:defRPr sz="1400" b="0" i="0">
                <a:solidFill>
                  <a:schemeClr val="bg2"/>
                </a:solidFill>
                <a:latin typeface="Graphik Semibold" panose="020B0503030202060203" pitchFamily="34" charset="77"/>
              </a:defRPr>
            </a:lvl1pPr>
            <a:lvl2pPr marL="0" indent="0" algn="l">
              <a:spcAft>
                <a:spcPts val="600"/>
              </a:spcAft>
              <a:buNone/>
              <a:defRPr sz="1200" b="0" i="0">
                <a:latin typeface="Graphik" panose="020B0503030202060203" pitchFamily="34" charset="77"/>
              </a:defRPr>
            </a:lvl2pPr>
            <a:lvl3pPr marL="0" indent="0" algn="l">
              <a:spcAft>
                <a:spcPts val="600"/>
              </a:spcAft>
              <a:buNone/>
              <a:defRPr sz="1200" b="0" i="0">
                <a:latin typeface="Graphik" panose="020B0503030202060203" pitchFamily="34" charset="77"/>
              </a:defRPr>
            </a:lvl3pPr>
            <a:lvl4pPr marL="182875" indent="-182875" algn="l">
              <a:spcAft>
                <a:spcPts val="600"/>
              </a:spcAft>
              <a:buFont typeface="Graphik" panose="020B0604020202020204" pitchFamily="34" charset="0"/>
              <a:buChar char="•"/>
              <a:defRPr sz="1200" b="0" i="0">
                <a:latin typeface="Graphik" panose="020B0503030202060203" pitchFamily="34" charset="77"/>
              </a:defRPr>
            </a:lvl4pPr>
            <a:lvl5pPr>
              <a:spcAft>
                <a:spcPts val="600"/>
              </a:spcAft>
              <a:defRPr sz="1600"/>
            </a:lvl5pPr>
          </a:lstStyle>
          <a:p>
            <a:pPr lvl="0"/>
            <a:r>
              <a:rPr lang="en-US"/>
              <a:t>Headline Details</a:t>
            </a:r>
          </a:p>
          <a:p>
            <a:pPr lvl="2"/>
            <a:r>
              <a:rPr lang="en-US"/>
              <a:t>More details</a:t>
            </a:r>
          </a:p>
          <a:p>
            <a:pPr lvl="3"/>
            <a:r>
              <a:rPr lang="en-US"/>
              <a:t>Bullet point</a:t>
            </a:r>
          </a:p>
        </p:txBody>
      </p:sp>
      <p:sp>
        <p:nvSpPr>
          <p:cNvPr id="31" name="Picture Placeholder 8">
            <a:extLst>
              <a:ext uri="{FF2B5EF4-FFF2-40B4-BE49-F238E27FC236}">
                <a16:creationId xmlns:a16="http://schemas.microsoft.com/office/drawing/2014/main" id="{B32375EE-E449-4B59-B987-5D6EBFBDF31C}"/>
              </a:ext>
            </a:extLst>
          </p:cNvPr>
          <p:cNvSpPr>
            <a:spLocks noGrp="1"/>
          </p:cNvSpPr>
          <p:nvPr>
            <p:ph type="pic" sz="quarter" idx="26" hasCustomPrompt="1"/>
          </p:nvPr>
        </p:nvSpPr>
        <p:spPr>
          <a:xfrm>
            <a:off x="7649471" y="1991444"/>
            <a:ext cx="1312792" cy="1312792"/>
          </a:xfrm>
          <a:prstGeom prst="rect">
            <a:avLst/>
          </a:prstGeom>
          <a:solidFill>
            <a:schemeClr val="bg1">
              <a:lumMod val="95000"/>
            </a:schemeClr>
          </a:solidFill>
        </p:spPr>
        <p:txBody>
          <a:bodyPr anchor="ctr"/>
          <a:lstStyle>
            <a:lvl1pPr marL="0" indent="0" algn="ctr">
              <a:buFont typeface="Graphik" panose="020B0604020202020204" pitchFamily="34" charset="0"/>
              <a:buNone/>
              <a:defRPr sz="1400" b="0" i="0">
                <a:latin typeface="Graphik" panose="020B0503030202060203" pitchFamily="34" charset="77"/>
              </a:defRPr>
            </a:lvl1pPr>
          </a:lstStyle>
          <a:p>
            <a:r>
              <a:rPr lang="en-GB"/>
              <a:t>Add icon</a:t>
            </a:r>
            <a:endParaRPr lang="en-US"/>
          </a:p>
        </p:txBody>
      </p:sp>
      <p:sp>
        <p:nvSpPr>
          <p:cNvPr id="6" name="Text Placeholder 4">
            <a:extLst>
              <a:ext uri="{FF2B5EF4-FFF2-40B4-BE49-F238E27FC236}">
                <a16:creationId xmlns:a16="http://schemas.microsoft.com/office/drawing/2014/main" id="{154AA6FC-4B12-B058-1F73-83023D3E1DF8}"/>
              </a:ext>
            </a:extLst>
          </p:cNvPr>
          <p:cNvSpPr>
            <a:spLocks noGrp="1"/>
          </p:cNvSpPr>
          <p:nvPr>
            <p:ph type="body" sz="quarter" idx="30" hasCustomPrompt="1"/>
          </p:nvPr>
        </p:nvSpPr>
        <p:spPr>
          <a:xfrm>
            <a:off x="7649471" y="3648454"/>
            <a:ext cx="1629646" cy="1971541"/>
          </a:xfrm>
          <a:prstGeom prst="rect">
            <a:avLst/>
          </a:prstGeom>
        </p:spPr>
        <p:txBody>
          <a:bodyPr/>
          <a:lstStyle>
            <a:lvl1pPr marL="0" indent="0" algn="l">
              <a:lnSpc>
                <a:spcPct val="90000"/>
              </a:lnSpc>
              <a:spcAft>
                <a:spcPts val="600"/>
              </a:spcAft>
              <a:buFont typeface="Graphik" panose="020B0604020202020204" pitchFamily="34" charset="0"/>
              <a:buNone/>
              <a:defRPr sz="1400" b="0" i="0">
                <a:solidFill>
                  <a:schemeClr val="bg2"/>
                </a:solidFill>
                <a:latin typeface="Graphik Semibold" panose="020B0503030202060203" pitchFamily="34" charset="77"/>
              </a:defRPr>
            </a:lvl1pPr>
            <a:lvl2pPr marL="0" indent="0" algn="l">
              <a:spcAft>
                <a:spcPts val="600"/>
              </a:spcAft>
              <a:buNone/>
              <a:defRPr sz="1200" b="0" i="0">
                <a:latin typeface="Graphik" panose="020B0503030202060203" pitchFamily="34" charset="77"/>
              </a:defRPr>
            </a:lvl2pPr>
            <a:lvl3pPr marL="0" indent="0" algn="l">
              <a:spcAft>
                <a:spcPts val="600"/>
              </a:spcAft>
              <a:buNone/>
              <a:defRPr sz="1200" b="0" i="0">
                <a:latin typeface="Graphik" panose="020B0503030202060203" pitchFamily="34" charset="77"/>
              </a:defRPr>
            </a:lvl3pPr>
            <a:lvl4pPr marL="182875" indent="-182875" algn="l">
              <a:spcAft>
                <a:spcPts val="600"/>
              </a:spcAft>
              <a:buFont typeface="Graphik" panose="020B0604020202020204" pitchFamily="34" charset="0"/>
              <a:buChar char="•"/>
              <a:defRPr sz="1200" b="0" i="0">
                <a:latin typeface="Graphik" panose="020B0503030202060203" pitchFamily="34" charset="77"/>
              </a:defRPr>
            </a:lvl4pPr>
            <a:lvl5pPr>
              <a:spcAft>
                <a:spcPts val="600"/>
              </a:spcAft>
              <a:defRPr sz="1600"/>
            </a:lvl5pPr>
          </a:lstStyle>
          <a:p>
            <a:pPr lvl="0"/>
            <a:r>
              <a:rPr lang="en-US"/>
              <a:t>Headline Details</a:t>
            </a:r>
          </a:p>
          <a:p>
            <a:pPr lvl="2"/>
            <a:r>
              <a:rPr lang="en-US"/>
              <a:t>More details</a:t>
            </a:r>
          </a:p>
          <a:p>
            <a:pPr lvl="3"/>
            <a:r>
              <a:rPr lang="en-US"/>
              <a:t>Bullet point</a:t>
            </a:r>
          </a:p>
        </p:txBody>
      </p:sp>
      <p:sp>
        <p:nvSpPr>
          <p:cNvPr id="32" name="Picture Placeholder 10">
            <a:extLst>
              <a:ext uri="{FF2B5EF4-FFF2-40B4-BE49-F238E27FC236}">
                <a16:creationId xmlns:a16="http://schemas.microsoft.com/office/drawing/2014/main" id="{EE1692D5-4CE6-4990-8769-B146983B9477}"/>
              </a:ext>
            </a:extLst>
          </p:cNvPr>
          <p:cNvSpPr>
            <a:spLocks noGrp="1"/>
          </p:cNvSpPr>
          <p:nvPr>
            <p:ph type="pic" sz="quarter" idx="27" hasCustomPrompt="1"/>
          </p:nvPr>
        </p:nvSpPr>
        <p:spPr>
          <a:xfrm>
            <a:off x="10011492" y="1991444"/>
            <a:ext cx="1312792" cy="1312792"/>
          </a:xfrm>
          <a:prstGeom prst="rect">
            <a:avLst/>
          </a:prstGeom>
          <a:solidFill>
            <a:schemeClr val="bg1">
              <a:lumMod val="95000"/>
            </a:schemeClr>
          </a:solidFill>
        </p:spPr>
        <p:txBody>
          <a:bodyPr anchor="ctr"/>
          <a:lstStyle>
            <a:lvl1pPr marL="0" indent="0" algn="ctr">
              <a:buFont typeface="Graphik" panose="020B0604020202020204" pitchFamily="34" charset="0"/>
              <a:buNone/>
              <a:defRPr sz="1400" b="0" i="0">
                <a:latin typeface="Graphik" panose="020B0503030202060203" pitchFamily="34" charset="77"/>
              </a:defRPr>
            </a:lvl1pPr>
          </a:lstStyle>
          <a:p>
            <a:r>
              <a:rPr lang="en-GB"/>
              <a:t>Add icon</a:t>
            </a:r>
            <a:endParaRPr lang="en-US"/>
          </a:p>
        </p:txBody>
      </p:sp>
      <p:sp>
        <p:nvSpPr>
          <p:cNvPr id="7" name="Text Placeholder 5">
            <a:extLst>
              <a:ext uri="{FF2B5EF4-FFF2-40B4-BE49-F238E27FC236}">
                <a16:creationId xmlns:a16="http://schemas.microsoft.com/office/drawing/2014/main" id="{DE7585F8-AF83-86FE-9FDC-FCBB8F0FDCBB}"/>
              </a:ext>
            </a:extLst>
          </p:cNvPr>
          <p:cNvSpPr>
            <a:spLocks noGrp="1"/>
          </p:cNvSpPr>
          <p:nvPr>
            <p:ph type="body" sz="quarter" idx="31" hasCustomPrompt="1"/>
          </p:nvPr>
        </p:nvSpPr>
        <p:spPr>
          <a:xfrm>
            <a:off x="10011492" y="3648454"/>
            <a:ext cx="1629646" cy="1971541"/>
          </a:xfrm>
          <a:prstGeom prst="rect">
            <a:avLst/>
          </a:prstGeom>
        </p:spPr>
        <p:txBody>
          <a:bodyPr/>
          <a:lstStyle>
            <a:lvl1pPr marL="0" indent="0" algn="l">
              <a:lnSpc>
                <a:spcPct val="90000"/>
              </a:lnSpc>
              <a:spcAft>
                <a:spcPts val="600"/>
              </a:spcAft>
              <a:buFont typeface="Graphik" panose="020B0604020202020204" pitchFamily="34" charset="0"/>
              <a:buNone/>
              <a:defRPr sz="1400" b="0" i="0">
                <a:solidFill>
                  <a:schemeClr val="bg2"/>
                </a:solidFill>
                <a:latin typeface="Graphik Semibold" panose="020B0503030202060203" pitchFamily="34" charset="77"/>
              </a:defRPr>
            </a:lvl1pPr>
            <a:lvl2pPr marL="0" indent="0" algn="l">
              <a:spcAft>
                <a:spcPts val="600"/>
              </a:spcAft>
              <a:buNone/>
              <a:defRPr sz="1200" b="0" i="0">
                <a:latin typeface="Graphik" panose="020B0503030202060203" pitchFamily="34" charset="77"/>
              </a:defRPr>
            </a:lvl2pPr>
            <a:lvl3pPr marL="0" indent="0" algn="l">
              <a:spcAft>
                <a:spcPts val="600"/>
              </a:spcAft>
              <a:buNone/>
              <a:defRPr sz="1200" b="0" i="0">
                <a:latin typeface="Graphik" panose="020B0503030202060203" pitchFamily="34" charset="77"/>
              </a:defRPr>
            </a:lvl3pPr>
            <a:lvl4pPr marL="182875" indent="-182875" algn="l">
              <a:spcAft>
                <a:spcPts val="600"/>
              </a:spcAft>
              <a:buFont typeface="Graphik" panose="020B0604020202020204" pitchFamily="34" charset="0"/>
              <a:buChar char="•"/>
              <a:defRPr sz="1200" b="0" i="0">
                <a:latin typeface="Graphik" panose="020B0503030202060203" pitchFamily="34" charset="77"/>
              </a:defRPr>
            </a:lvl4pPr>
            <a:lvl5pPr>
              <a:spcAft>
                <a:spcPts val="600"/>
              </a:spcAft>
              <a:defRPr sz="1600"/>
            </a:lvl5pPr>
          </a:lstStyle>
          <a:p>
            <a:pPr lvl="0"/>
            <a:r>
              <a:rPr lang="en-US"/>
              <a:t>Headline Details</a:t>
            </a:r>
          </a:p>
          <a:p>
            <a:pPr lvl="2"/>
            <a:r>
              <a:rPr lang="en-US"/>
              <a:t>More details</a:t>
            </a:r>
          </a:p>
          <a:p>
            <a:pPr lvl="3"/>
            <a:r>
              <a:rPr lang="en-US"/>
              <a:t>Bullet point</a:t>
            </a:r>
          </a:p>
        </p:txBody>
      </p:sp>
    </p:spTree>
    <p:extLst>
      <p:ext uri="{BB962C8B-B14F-4D97-AF65-F5344CB8AC3E}">
        <p14:creationId xmlns:p14="http://schemas.microsoft.com/office/powerpoint/2010/main" val="3332419124"/>
      </p:ext>
    </p:extLst>
  </p:cSld>
  <p:clrMapOvr>
    <a:masterClrMapping/>
  </p:clrMapOvr>
  <p:extLst>
    <p:ext uri="{DCECCB84-F9BA-43D5-87BE-67443E8EF086}">
      <p15:sldGuideLst xmlns:p15="http://schemas.microsoft.com/office/powerpoint/2012/main">
        <p15:guide id="1" orient="horz" pos="2777">
          <p15:clr>
            <a:srgbClr val="C35EA4"/>
          </p15:clr>
        </p15:guide>
        <p15:guide id="2" orient="horz" pos="699">
          <p15:clr>
            <a:srgbClr val="547EBF"/>
          </p15:clr>
        </p15:guide>
      </p15:sldGuideLst>
    </p:ext>
  </p:extLst>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Content: team 1">
    <p:spTree>
      <p:nvGrpSpPr>
        <p:cNvPr id="1" name=""/>
        <p:cNvGrpSpPr/>
        <p:nvPr/>
      </p:nvGrpSpPr>
      <p:grpSpPr>
        <a:xfrm>
          <a:off x="0" y="0"/>
          <a:ext cx="0" cy="0"/>
          <a:chOff x="0" y="0"/>
          <a:chExt cx="0" cy="0"/>
        </a:xfrm>
      </p:grpSpPr>
      <p:sp>
        <p:nvSpPr>
          <p:cNvPr id="21" name="Picture Placeholder 2">
            <a:extLst>
              <a:ext uri="{FF2B5EF4-FFF2-40B4-BE49-F238E27FC236}">
                <a16:creationId xmlns:a16="http://schemas.microsoft.com/office/drawing/2014/main" id="{D57647B7-79D1-0A4B-BE19-EB3D7E56204A}"/>
              </a:ext>
            </a:extLst>
          </p:cNvPr>
          <p:cNvSpPr>
            <a:spLocks noGrp="1" noChangeAspect="1"/>
          </p:cNvSpPr>
          <p:nvPr>
            <p:ph type="pic" sz="quarter" idx="15" hasCustomPrompt="1"/>
          </p:nvPr>
        </p:nvSpPr>
        <p:spPr>
          <a:xfrm>
            <a:off x="564646" y="1744663"/>
            <a:ext cx="1180800" cy="1180800"/>
          </a:xfrm>
          <a:prstGeom prst="rect">
            <a:avLst/>
          </a:prstGeom>
          <a:solidFill>
            <a:schemeClr val="bg1">
              <a:lumMod val="95000"/>
            </a:schemeClr>
          </a:solidFill>
          <a:ln>
            <a:noFill/>
          </a:ln>
        </p:spPr>
        <p:txBody>
          <a:bodyPr vert="horz" lIns="91440" tIns="0" rIns="0" bIns="0" rtlCol="0" anchor="ctr">
            <a:noAutofit/>
          </a:bodyPr>
          <a:lstStyle>
            <a:lvl1pPr>
              <a:defRPr lang="en-US" i="0">
                <a:latin typeface="Graphik" panose="020B0503030202060203" pitchFamily="34" charset="77"/>
              </a:defRPr>
            </a:lvl1pPr>
          </a:lstStyle>
          <a:p>
            <a:pPr lvl="0" algn="ctr"/>
            <a:r>
              <a:rPr lang="en-GB"/>
              <a:t>Add profile photo</a:t>
            </a:r>
            <a:endParaRPr lang="en-US"/>
          </a:p>
        </p:txBody>
      </p:sp>
      <p:sp>
        <p:nvSpPr>
          <p:cNvPr id="46" name="Picture Placeholder 4">
            <a:extLst>
              <a:ext uri="{FF2B5EF4-FFF2-40B4-BE49-F238E27FC236}">
                <a16:creationId xmlns:a16="http://schemas.microsoft.com/office/drawing/2014/main" id="{25DB0B2A-9775-46B0-9A40-F75EBFA4B45C}"/>
              </a:ext>
            </a:extLst>
          </p:cNvPr>
          <p:cNvSpPr>
            <a:spLocks noGrp="1" noChangeAspect="1"/>
          </p:cNvSpPr>
          <p:nvPr>
            <p:ph type="pic" sz="quarter" idx="27" hasCustomPrompt="1"/>
          </p:nvPr>
        </p:nvSpPr>
        <p:spPr>
          <a:xfrm>
            <a:off x="3569554" y="1744663"/>
            <a:ext cx="1180800" cy="1180800"/>
          </a:xfrm>
          <a:prstGeom prst="rect">
            <a:avLst/>
          </a:prstGeom>
          <a:solidFill>
            <a:schemeClr val="bg1">
              <a:lumMod val="95000"/>
            </a:schemeClr>
          </a:solidFill>
          <a:ln>
            <a:noFill/>
          </a:ln>
        </p:spPr>
        <p:txBody>
          <a:bodyPr vert="horz" lIns="91440" tIns="0" rIns="0" bIns="0" rtlCol="0" anchor="ctr">
            <a:noAutofit/>
          </a:bodyPr>
          <a:lstStyle>
            <a:lvl1pPr>
              <a:defRPr lang="en-US" i="0">
                <a:latin typeface="Graphik" panose="020B0503030202060203" pitchFamily="34" charset="77"/>
              </a:defRPr>
            </a:lvl1pPr>
          </a:lstStyle>
          <a:p>
            <a:pPr lvl="0" algn="ctr"/>
            <a:r>
              <a:rPr lang="en-GB"/>
              <a:t>Add profile photo</a:t>
            </a:r>
            <a:endParaRPr lang="en-US"/>
          </a:p>
        </p:txBody>
      </p:sp>
      <p:sp>
        <p:nvSpPr>
          <p:cNvPr id="47" name="Picture Placeholder 6">
            <a:extLst>
              <a:ext uri="{FF2B5EF4-FFF2-40B4-BE49-F238E27FC236}">
                <a16:creationId xmlns:a16="http://schemas.microsoft.com/office/drawing/2014/main" id="{F83F6B5F-EAE7-44DA-BD77-6D66865CEB92}"/>
              </a:ext>
            </a:extLst>
          </p:cNvPr>
          <p:cNvSpPr>
            <a:spLocks noGrp="1" noChangeAspect="1"/>
          </p:cNvSpPr>
          <p:nvPr>
            <p:ph type="pic" sz="quarter" idx="28" hasCustomPrompt="1"/>
          </p:nvPr>
        </p:nvSpPr>
        <p:spPr>
          <a:xfrm>
            <a:off x="6574462" y="1744663"/>
            <a:ext cx="1180800" cy="1180800"/>
          </a:xfrm>
          <a:prstGeom prst="rect">
            <a:avLst/>
          </a:prstGeom>
          <a:solidFill>
            <a:schemeClr val="bg1">
              <a:lumMod val="95000"/>
            </a:schemeClr>
          </a:solidFill>
          <a:ln>
            <a:noFill/>
          </a:ln>
        </p:spPr>
        <p:txBody>
          <a:bodyPr vert="horz" lIns="91440" tIns="0" rIns="0" bIns="0" rtlCol="0" anchor="ctr">
            <a:noAutofit/>
          </a:bodyPr>
          <a:lstStyle>
            <a:lvl1pPr>
              <a:defRPr lang="en-US" i="0">
                <a:latin typeface="Graphik" panose="020B0503030202060203" pitchFamily="34" charset="77"/>
              </a:defRPr>
            </a:lvl1pPr>
          </a:lstStyle>
          <a:p>
            <a:pPr lvl="0" algn="ctr"/>
            <a:r>
              <a:rPr lang="en-GB"/>
              <a:t>Add profile photo</a:t>
            </a:r>
            <a:endParaRPr lang="en-US"/>
          </a:p>
        </p:txBody>
      </p:sp>
      <p:sp>
        <p:nvSpPr>
          <p:cNvPr id="48" name="Picture Placeholder 8">
            <a:extLst>
              <a:ext uri="{FF2B5EF4-FFF2-40B4-BE49-F238E27FC236}">
                <a16:creationId xmlns:a16="http://schemas.microsoft.com/office/drawing/2014/main" id="{AD8EF41C-E978-4139-80A4-73605C41EA35}"/>
              </a:ext>
            </a:extLst>
          </p:cNvPr>
          <p:cNvSpPr>
            <a:spLocks noGrp="1" noChangeAspect="1"/>
          </p:cNvSpPr>
          <p:nvPr>
            <p:ph type="pic" sz="quarter" idx="29" hasCustomPrompt="1"/>
          </p:nvPr>
        </p:nvSpPr>
        <p:spPr>
          <a:xfrm>
            <a:off x="9579372" y="1744663"/>
            <a:ext cx="1180800" cy="1180800"/>
          </a:xfrm>
          <a:prstGeom prst="rect">
            <a:avLst/>
          </a:prstGeom>
          <a:solidFill>
            <a:schemeClr val="bg1">
              <a:lumMod val="95000"/>
            </a:schemeClr>
          </a:solidFill>
          <a:ln>
            <a:noFill/>
          </a:ln>
        </p:spPr>
        <p:txBody>
          <a:bodyPr vert="horz" lIns="91440" tIns="0" rIns="0" bIns="0" rtlCol="0" anchor="ctr">
            <a:noAutofit/>
          </a:bodyPr>
          <a:lstStyle>
            <a:lvl1pPr>
              <a:defRPr lang="en-US" i="0">
                <a:latin typeface="Graphik" panose="020B0503030202060203" pitchFamily="34" charset="77"/>
              </a:defRPr>
            </a:lvl1pPr>
          </a:lstStyle>
          <a:p>
            <a:pPr lvl="0" algn="ctr"/>
            <a:r>
              <a:rPr lang="en-GB"/>
              <a:t>Add profile photo</a:t>
            </a:r>
            <a:endParaRPr lang="en-US"/>
          </a:p>
        </p:txBody>
      </p:sp>
      <p:sp>
        <p:nvSpPr>
          <p:cNvPr id="3" name="Text Placeholder 1">
            <a:extLst>
              <a:ext uri="{FF2B5EF4-FFF2-40B4-BE49-F238E27FC236}">
                <a16:creationId xmlns:a16="http://schemas.microsoft.com/office/drawing/2014/main" id="{E190AA3D-F653-7DE3-E814-C735080B2FC6}"/>
              </a:ext>
            </a:extLst>
          </p:cNvPr>
          <p:cNvSpPr>
            <a:spLocks noGrp="1"/>
          </p:cNvSpPr>
          <p:nvPr>
            <p:ph type="body" sz="quarter" idx="19" hasCustomPrompt="1"/>
          </p:nvPr>
        </p:nvSpPr>
        <p:spPr>
          <a:xfrm>
            <a:off x="564645" y="3331287"/>
            <a:ext cx="2047984" cy="2397859"/>
          </a:xfrm>
          <a:prstGeom prst="rect">
            <a:avLst/>
          </a:prstGeom>
        </p:spPr>
        <p:txBody>
          <a:bodyPr/>
          <a:lstStyle>
            <a:lvl1pPr marL="0" indent="0">
              <a:lnSpc>
                <a:spcPct val="80000"/>
              </a:lnSpc>
              <a:spcAft>
                <a:spcPts val="0"/>
              </a:spcAft>
              <a:buFont typeface="Graphik" panose="020B0604020202020204" pitchFamily="34" charset="0"/>
              <a:buNone/>
              <a:defRPr sz="1100" b="1" i="0">
                <a:solidFill>
                  <a:schemeClr val="bg2"/>
                </a:solidFill>
                <a:latin typeface="Graphik Semibold" panose="020B0503030202060203" pitchFamily="34" charset="77"/>
              </a:defRPr>
            </a:lvl1pPr>
            <a:lvl2pPr marL="0" indent="0">
              <a:spcAft>
                <a:spcPts val="800"/>
              </a:spcAft>
              <a:buNone/>
              <a:defRPr lang="en-US" sz="1100" b="1" i="0" kern="1200">
                <a:solidFill>
                  <a:schemeClr val="bg2"/>
                </a:solidFill>
                <a:latin typeface="Graphik Semibold" panose="020B0503030202060203" pitchFamily="34" charset="77"/>
                <a:ea typeface="+mn-ea"/>
                <a:cs typeface="+mn-cs"/>
              </a:defRPr>
            </a:lvl2pPr>
            <a:lvl3pPr marL="0" indent="0">
              <a:spcAft>
                <a:spcPts val="600"/>
              </a:spcAft>
              <a:buNone/>
              <a:defRPr sz="1100" b="0" i="0">
                <a:latin typeface="Graphik" panose="020B0503030202060203" pitchFamily="34" charset="77"/>
              </a:defRPr>
            </a:lvl3pPr>
            <a:lvl4pPr marL="182875" indent="-182875">
              <a:spcAft>
                <a:spcPts val="600"/>
              </a:spcAft>
              <a:buFont typeface="Graphik" panose="020B0604020202020204" pitchFamily="34" charset="0"/>
              <a:buChar char="•"/>
              <a:defRPr sz="1100" b="0" i="0">
                <a:latin typeface="Graphik" panose="020B0503030202060203" pitchFamily="34" charset="77"/>
              </a:defRPr>
            </a:lvl4pPr>
            <a:lvl5pPr>
              <a:spcAft>
                <a:spcPts val="600"/>
              </a:spcAft>
              <a:defRPr sz="1600"/>
            </a:lvl5pPr>
          </a:lstStyle>
          <a:p>
            <a:pPr lvl="0"/>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
        <p:nvSpPr>
          <p:cNvPr id="4" name="Text Placeholder 2">
            <a:extLst>
              <a:ext uri="{FF2B5EF4-FFF2-40B4-BE49-F238E27FC236}">
                <a16:creationId xmlns:a16="http://schemas.microsoft.com/office/drawing/2014/main" id="{6845C65E-741B-B706-0B82-1C81A0F6B5D9}"/>
              </a:ext>
            </a:extLst>
          </p:cNvPr>
          <p:cNvSpPr>
            <a:spLocks noGrp="1"/>
          </p:cNvSpPr>
          <p:nvPr>
            <p:ph type="body" sz="quarter" idx="31" hasCustomPrompt="1"/>
          </p:nvPr>
        </p:nvSpPr>
        <p:spPr>
          <a:xfrm>
            <a:off x="3569554" y="3331287"/>
            <a:ext cx="2047984" cy="2397859"/>
          </a:xfrm>
          <a:prstGeom prst="rect">
            <a:avLst/>
          </a:prstGeom>
        </p:spPr>
        <p:txBody>
          <a:bodyPr/>
          <a:lstStyle>
            <a:lvl1pPr marL="0" indent="0">
              <a:lnSpc>
                <a:spcPct val="80000"/>
              </a:lnSpc>
              <a:spcAft>
                <a:spcPts val="0"/>
              </a:spcAft>
              <a:buFont typeface="Graphik" panose="020B0604020202020204" pitchFamily="34" charset="0"/>
              <a:buNone/>
              <a:defRPr sz="1100" b="1" i="0">
                <a:solidFill>
                  <a:schemeClr val="bg2"/>
                </a:solidFill>
                <a:latin typeface="Graphik Semibold" panose="020B0503030202060203" pitchFamily="34" charset="77"/>
              </a:defRPr>
            </a:lvl1pPr>
            <a:lvl2pPr marL="0" indent="0">
              <a:spcAft>
                <a:spcPts val="800"/>
              </a:spcAft>
              <a:buNone/>
              <a:defRPr lang="en-US" sz="1100" b="1" i="0" kern="1200">
                <a:solidFill>
                  <a:schemeClr val="bg2"/>
                </a:solidFill>
                <a:latin typeface="Graphik Semibold" panose="020B0503030202060203" pitchFamily="34" charset="77"/>
                <a:ea typeface="+mn-ea"/>
                <a:cs typeface="+mn-cs"/>
              </a:defRPr>
            </a:lvl2pPr>
            <a:lvl3pPr marL="0" indent="0">
              <a:spcAft>
                <a:spcPts val="600"/>
              </a:spcAft>
              <a:buNone/>
              <a:defRPr sz="1100" b="0" i="0">
                <a:latin typeface="Graphik" panose="020B0503030202060203" pitchFamily="34" charset="77"/>
              </a:defRPr>
            </a:lvl3pPr>
            <a:lvl4pPr marL="182875" indent="-182875">
              <a:spcAft>
                <a:spcPts val="600"/>
              </a:spcAft>
              <a:buFont typeface="Graphik" panose="020B0604020202020204" pitchFamily="34" charset="0"/>
              <a:buChar char="•"/>
              <a:defRPr sz="1100" b="0" i="0">
                <a:latin typeface="Graphik" panose="020B0503030202060203" pitchFamily="34" charset="77"/>
              </a:defRPr>
            </a:lvl4pPr>
            <a:lvl5pPr>
              <a:spcAft>
                <a:spcPts val="600"/>
              </a:spcAft>
              <a:defRPr sz="1600"/>
            </a:lvl5pPr>
          </a:lstStyle>
          <a:p>
            <a:pPr lvl="0"/>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
        <p:nvSpPr>
          <p:cNvPr id="6" name="Text Placeholder 3">
            <a:extLst>
              <a:ext uri="{FF2B5EF4-FFF2-40B4-BE49-F238E27FC236}">
                <a16:creationId xmlns:a16="http://schemas.microsoft.com/office/drawing/2014/main" id="{820C257B-A255-A185-7414-40904B81A8DC}"/>
              </a:ext>
            </a:extLst>
          </p:cNvPr>
          <p:cNvSpPr>
            <a:spLocks noGrp="1"/>
          </p:cNvSpPr>
          <p:nvPr>
            <p:ph type="body" sz="quarter" idx="32" hasCustomPrompt="1"/>
          </p:nvPr>
        </p:nvSpPr>
        <p:spPr>
          <a:xfrm>
            <a:off x="6574463" y="3331287"/>
            <a:ext cx="2047984" cy="2397859"/>
          </a:xfrm>
          <a:prstGeom prst="rect">
            <a:avLst/>
          </a:prstGeom>
        </p:spPr>
        <p:txBody>
          <a:bodyPr/>
          <a:lstStyle>
            <a:lvl1pPr marL="0" indent="0">
              <a:lnSpc>
                <a:spcPct val="80000"/>
              </a:lnSpc>
              <a:spcAft>
                <a:spcPts val="0"/>
              </a:spcAft>
              <a:buFont typeface="Graphik" panose="020B0604020202020204" pitchFamily="34" charset="0"/>
              <a:buNone/>
              <a:defRPr sz="1100" b="1" i="0">
                <a:solidFill>
                  <a:schemeClr val="bg2"/>
                </a:solidFill>
                <a:latin typeface="Graphik Semibold" panose="020B0503030202060203" pitchFamily="34" charset="77"/>
              </a:defRPr>
            </a:lvl1pPr>
            <a:lvl2pPr marL="0" indent="0">
              <a:spcAft>
                <a:spcPts val="800"/>
              </a:spcAft>
              <a:buNone/>
              <a:defRPr lang="en-US" sz="1100" b="1" i="0" kern="1200">
                <a:solidFill>
                  <a:schemeClr val="bg2"/>
                </a:solidFill>
                <a:latin typeface="Graphik Semibold" panose="020B0503030202060203" pitchFamily="34" charset="77"/>
                <a:ea typeface="+mn-ea"/>
                <a:cs typeface="+mn-cs"/>
              </a:defRPr>
            </a:lvl2pPr>
            <a:lvl3pPr marL="0" indent="0">
              <a:spcAft>
                <a:spcPts val="600"/>
              </a:spcAft>
              <a:buNone/>
              <a:defRPr sz="1100" b="0" i="0">
                <a:latin typeface="Graphik" panose="020B0503030202060203" pitchFamily="34" charset="77"/>
              </a:defRPr>
            </a:lvl3pPr>
            <a:lvl4pPr marL="182875" indent="-182875">
              <a:spcAft>
                <a:spcPts val="600"/>
              </a:spcAft>
              <a:buFont typeface="Graphik" panose="020B0604020202020204" pitchFamily="34" charset="0"/>
              <a:buChar char="•"/>
              <a:defRPr sz="1100" b="0" i="0">
                <a:latin typeface="Graphik" panose="020B0503030202060203" pitchFamily="34" charset="77"/>
              </a:defRPr>
            </a:lvl4pPr>
            <a:lvl5pPr>
              <a:spcAft>
                <a:spcPts val="600"/>
              </a:spcAft>
              <a:defRPr sz="1600"/>
            </a:lvl5pPr>
          </a:lstStyle>
          <a:p>
            <a:pPr lvl="0"/>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
        <p:nvSpPr>
          <p:cNvPr id="7" name="Text Placeholder 4">
            <a:extLst>
              <a:ext uri="{FF2B5EF4-FFF2-40B4-BE49-F238E27FC236}">
                <a16:creationId xmlns:a16="http://schemas.microsoft.com/office/drawing/2014/main" id="{46CCAA45-3EAB-F22C-1634-630066DF8C20}"/>
              </a:ext>
            </a:extLst>
          </p:cNvPr>
          <p:cNvSpPr>
            <a:spLocks noGrp="1"/>
          </p:cNvSpPr>
          <p:nvPr>
            <p:ph type="body" sz="quarter" idx="33" hasCustomPrompt="1"/>
          </p:nvPr>
        </p:nvSpPr>
        <p:spPr>
          <a:xfrm>
            <a:off x="9579371" y="3331287"/>
            <a:ext cx="2047984" cy="2397859"/>
          </a:xfrm>
          <a:prstGeom prst="rect">
            <a:avLst/>
          </a:prstGeom>
        </p:spPr>
        <p:txBody>
          <a:bodyPr/>
          <a:lstStyle>
            <a:lvl1pPr marL="0" indent="0">
              <a:lnSpc>
                <a:spcPct val="80000"/>
              </a:lnSpc>
              <a:spcAft>
                <a:spcPts val="0"/>
              </a:spcAft>
              <a:buFont typeface="Graphik" panose="020B0604020202020204" pitchFamily="34" charset="0"/>
              <a:buNone/>
              <a:defRPr sz="1100" b="1" i="0">
                <a:solidFill>
                  <a:schemeClr val="bg2"/>
                </a:solidFill>
                <a:latin typeface="Graphik Semibold" panose="020B0503030202060203" pitchFamily="34" charset="77"/>
              </a:defRPr>
            </a:lvl1pPr>
            <a:lvl2pPr marL="0" indent="0">
              <a:spcAft>
                <a:spcPts val="800"/>
              </a:spcAft>
              <a:buNone/>
              <a:defRPr lang="en-US" sz="1100" b="1" i="0" kern="1200">
                <a:solidFill>
                  <a:schemeClr val="bg2"/>
                </a:solidFill>
                <a:latin typeface="Graphik Semibold" panose="020B0503030202060203" pitchFamily="34" charset="77"/>
                <a:ea typeface="+mn-ea"/>
                <a:cs typeface="+mn-cs"/>
              </a:defRPr>
            </a:lvl2pPr>
            <a:lvl3pPr marL="0" indent="0">
              <a:spcAft>
                <a:spcPts val="600"/>
              </a:spcAft>
              <a:buNone/>
              <a:defRPr sz="1100" b="0" i="0">
                <a:latin typeface="Graphik" panose="020B0503030202060203" pitchFamily="34" charset="77"/>
              </a:defRPr>
            </a:lvl3pPr>
            <a:lvl4pPr marL="182875" indent="-182875">
              <a:spcAft>
                <a:spcPts val="600"/>
              </a:spcAft>
              <a:buFont typeface="Graphik" panose="020B0604020202020204" pitchFamily="34" charset="0"/>
              <a:buChar char="•"/>
              <a:defRPr sz="1100" b="0" i="0">
                <a:latin typeface="Graphik" panose="020B0503030202060203" pitchFamily="34" charset="77"/>
              </a:defRPr>
            </a:lvl4pPr>
            <a:lvl5pPr>
              <a:spcAft>
                <a:spcPts val="600"/>
              </a:spcAft>
              <a:defRPr sz="1600"/>
            </a:lvl5pPr>
          </a:lstStyle>
          <a:p>
            <a:pPr lvl="0"/>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
        <p:nvSpPr>
          <p:cNvPr id="5" name="Text Placeholder 3">
            <a:extLst>
              <a:ext uri="{FF2B5EF4-FFF2-40B4-BE49-F238E27FC236}">
                <a16:creationId xmlns:a16="http://schemas.microsoft.com/office/drawing/2014/main" id="{61017757-DC7D-283B-40ED-71A3ADDFA6E7}"/>
              </a:ext>
            </a:extLst>
          </p:cNvPr>
          <p:cNvSpPr>
            <a:spLocks noGrp="1"/>
          </p:cNvSpPr>
          <p:nvPr>
            <p:ph type="body" sz="quarter" idx="26" hasCustomPrompt="1"/>
          </p:nvPr>
        </p:nvSpPr>
        <p:spPr>
          <a:xfrm>
            <a:off x="563412" y="1109663"/>
            <a:ext cx="11063944" cy="384048"/>
          </a:xfrm>
          <a:prstGeom prst="rect">
            <a:avLst/>
          </a:prstGeom>
        </p:spPr>
        <p:txBody>
          <a:bodyPr anchor="t"/>
          <a:lstStyle>
            <a:lvl1pPr marL="0" indent="0">
              <a:spcAft>
                <a:spcPts val="0"/>
              </a:spcAft>
              <a:buNone/>
              <a:defRPr sz="1800" b="0" i="0">
                <a:solidFill>
                  <a:schemeClr val="tx1"/>
                </a:solidFill>
                <a:latin typeface="Graphik" panose="020B0503030202060203" pitchFamily="34" charset="77"/>
              </a:defRPr>
            </a:lvl1pPr>
          </a:lstStyle>
          <a:p>
            <a:pPr lvl="0"/>
            <a:r>
              <a:rPr lang="en-GB"/>
              <a:t>Place subtitle here in </a:t>
            </a:r>
            <a:r>
              <a:rPr lang="en-GB" err="1"/>
              <a:t>Graphik</a:t>
            </a:r>
            <a:r>
              <a:rPr lang="en-GB"/>
              <a:t> regular</a:t>
            </a:r>
            <a:endParaRPr lang="en-US"/>
          </a:p>
        </p:txBody>
      </p:sp>
      <p:sp>
        <p:nvSpPr>
          <p:cNvPr id="8" name="Title 2">
            <a:extLst>
              <a:ext uri="{FF2B5EF4-FFF2-40B4-BE49-F238E27FC236}">
                <a16:creationId xmlns:a16="http://schemas.microsoft.com/office/drawing/2014/main" id="{31352EF7-C8C2-5E64-698B-A2C388CB7F7C}"/>
              </a:ext>
            </a:extLst>
          </p:cNvPr>
          <p:cNvSpPr>
            <a:spLocks noGrp="1"/>
          </p:cNvSpPr>
          <p:nvPr>
            <p:ph type="title"/>
          </p:nvPr>
        </p:nvSpPr>
        <p:spPr>
          <a:xfrm>
            <a:off x="556466" y="572600"/>
            <a:ext cx="11070889" cy="393954"/>
          </a:xfrm>
        </p:spPr>
        <p:txBody>
          <a:bodyPr/>
          <a:lstStyle/>
          <a:p>
            <a:r>
              <a:rPr lang="en-GB"/>
              <a:t>Click to edit Master title style</a:t>
            </a:r>
            <a:endParaRPr lang="en-US"/>
          </a:p>
        </p:txBody>
      </p:sp>
    </p:spTree>
    <p:extLst>
      <p:ext uri="{BB962C8B-B14F-4D97-AF65-F5344CB8AC3E}">
        <p14:creationId xmlns:p14="http://schemas.microsoft.com/office/powerpoint/2010/main" val="255691144"/>
      </p:ext>
    </p:extLst>
  </p:cSld>
  <p:clrMapOvr>
    <a:masterClrMapping/>
  </p:clrMapOvr>
  <p:extLst>
    <p:ext uri="{DCECCB84-F9BA-43D5-87BE-67443E8EF086}">
      <p15:sldGuideLst xmlns:p15="http://schemas.microsoft.com/office/powerpoint/2012/main"/>
    </p:ext>
  </p:extLst>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Content: team 2 + light mode">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BE8934D7-8F0E-DAC2-009E-72AA89D1034C}"/>
              </a:ext>
            </a:extLst>
          </p:cNvPr>
          <p:cNvSpPr>
            <a:spLocks noGrp="1" noChangeAspect="1"/>
          </p:cNvSpPr>
          <p:nvPr>
            <p:ph type="pic" sz="quarter" idx="14" hasCustomPrompt="1"/>
          </p:nvPr>
        </p:nvSpPr>
        <p:spPr>
          <a:xfrm>
            <a:off x="1420322" y="2629388"/>
            <a:ext cx="1180800" cy="1180800"/>
          </a:xfrm>
          <a:prstGeom prst="rect">
            <a:avLst/>
          </a:prstGeom>
          <a:solidFill>
            <a:schemeClr val="bg1">
              <a:lumMod val="95000"/>
            </a:schemeClr>
          </a:solidFill>
        </p:spPr>
        <p:txBody>
          <a:bodyPr lIns="91440" tIns="0" anchor="ctr"/>
          <a:lstStyle>
            <a:lvl1pPr marL="0" indent="0" algn="ctr">
              <a:buNone/>
              <a:defRPr sz="1400" b="0" i="0">
                <a:latin typeface="Graphik" panose="020B0503030202060203" pitchFamily="34" charset="77"/>
              </a:defRPr>
            </a:lvl1pPr>
          </a:lstStyle>
          <a:p>
            <a:r>
              <a:rPr lang="en-GB"/>
              <a:t>Add profile photo</a:t>
            </a:r>
            <a:endParaRPr lang="en-US"/>
          </a:p>
        </p:txBody>
      </p:sp>
      <p:sp>
        <p:nvSpPr>
          <p:cNvPr id="4" name="Picture Placeholder 4">
            <a:extLst>
              <a:ext uri="{FF2B5EF4-FFF2-40B4-BE49-F238E27FC236}">
                <a16:creationId xmlns:a16="http://schemas.microsoft.com/office/drawing/2014/main" id="{66FFCC06-23AF-63BD-C570-7D17CA07D430}"/>
              </a:ext>
            </a:extLst>
          </p:cNvPr>
          <p:cNvSpPr>
            <a:spLocks noGrp="1" noChangeAspect="1"/>
          </p:cNvSpPr>
          <p:nvPr>
            <p:ph type="pic" sz="quarter" idx="15" hasCustomPrompt="1"/>
          </p:nvPr>
        </p:nvSpPr>
        <p:spPr>
          <a:xfrm>
            <a:off x="2980178" y="2629388"/>
            <a:ext cx="1180800" cy="1180800"/>
          </a:xfrm>
          <a:prstGeom prst="rect">
            <a:avLst/>
          </a:prstGeom>
          <a:solidFill>
            <a:schemeClr val="bg1">
              <a:lumMod val="95000"/>
            </a:schemeClr>
          </a:solidFill>
        </p:spPr>
        <p:txBody>
          <a:bodyPr vert="horz" lIns="91440" tIns="0" rIns="0" bIns="0" rtlCol="0" anchor="ctr">
            <a:noAutofit/>
          </a:bodyPr>
          <a:lstStyle>
            <a:lvl1pPr marL="0" indent="0" algn="ctr">
              <a:buNone/>
              <a:defRPr lang="en-US" sz="1400" b="0" i="0" dirty="0">
                <a:latin typeface="Graphik" panose="020B0503030202060203" pitchFamily="34" charset="77"/>
              </a:defRPr>
            </a:lvl1pPr>
          </a:lstStyle>
          <a:p>
            <a:pPr lvl="0"/>
            <a:r>
              <a:rPr lang="en-GB"/>
              <a:t>Add profile photo</a:t>
            </a:r>
            <a:endParaRPr lang="en-US"/>
          </a:p>
        </p:txBody>
      </p:sp>
      <p:sp>
        <p:nvSpPr>
          <p:cNvPr id="6" name="Picture Placeholder 6">
            <a:extLst>
              <a:ext uri="{FF2B5EF4-FFF2-40B4-BE49-F238E27FC236}">
                <a16:creationId xmlns:a16="http://schemas.microsoft.com/office/drawing/2014/main" id="{12A42FC0-DC57-2DAF-9A2D-A7CC2A4D2438}"/>
              </a:ext>
            </a:extLst>
          </p:cNvPr>
          <p:cNvSpPr>
            <a:spLocks noGrp="1" noChangeAspect="1"/>
          </p:cNvSpPr>
          <p:nvPr>
            <p:ph type="pic" sz="quarter" idx="16" hasCustomPrompt="1"/>
          </p:nvPr>
        </p:nvSpPr>
        <p:spPr>
          <a:xfrm>
            <a:off x="4540034" y="2629388"/>
            <a:ext cx="1180800" cy="1180800"/>
          </a:xfrm>
          <a:prstGeom prst="rect">
            <a:avLst/>
          </a:prstGeom>
          <a:solidFill>
            <a:schemeClr val="bg1">
              <a:lumMod val="95000"/>
            </a:schemeClr>
          </a:solidFill>
        </p:spPr>
        <p:txBody>
          <a:bodyPr vert="horz" lIns="91440" tIns="0" rIns="0" bIns="0" rtlCol="0" anchor="ctr">
            <a:noAutofit/>
          </a:bodyPr>
          <a:lstStyle>
            <a:lvl1pPr marL="0" indent="0" algn="ctr">
              <a:buNone/>
              <a:defRPr lang="en-US" sz="1400" b="0" i="0" dirty="0">
                <a:latin typeface="Graphik" panose="020B0503030202060203" pitchFamily="34" charset="77"/>
              </a:defRPr>
            </a:lvl1pPr>
          </a:lstStyle>
          <a:p>
            <a:pPr lvl="0"/>
            <a:r>
              <a:rPr lang="en-GB"/>
              <a:t>Add profile photo</a:t>
            </a:r>
            <a:endParaRPr lang="en-US"/>
          </a:p>
        </p:txBody>
      </p:sp>
      <p:sp>
        <p:nvSpPr>
          <p:cNvPr id="7" name="Picture Placeholder 8">
            <a:extLst>
              <a:ext uri="{FF2B5EF4-FFF2-40B4-BE49-F238E27FC236}">
                <a16:creationId xmlns:a16="http://schemas.microsoft.com/office/drawing/2014/main" id="{75D1459B-043F-093D-F414-47A4829412AC}"/>
              </a:ext>
            </a:extLst>
          </p:cNvPr>
          <p:cNvSpPr>
            <a:spLocks noGrp="1" noChangeAspect="1"/>
          </p:cNvSpPr>
          <p:nvPr>
            <p:ph type="pic" sz="quarter" idx="17" hasCustomPrompt="1"/>
          </p:nvPr>
        </p:nvSpPr>
        <p:spPr>
          <a:xfrm>
            <a:off x="6099890" y="2629388"/>
            <a:ext cx="1180800" cy="1180800"/>
          </a:xfrm>
          <a:prstGeom prst="rect">
            <a:avLst/>
          </a:prstGeom>
          <a:solidFill>
            <a:schemeClr val="bg1">
              <a:lumMod val="95000"/>
            </a:schemeClr>
          </a:solidFill>
        </p:spPr>
        <p:txBody>
          <a:bodyPr vert="horz" lIns="91440" tIns="0" rIns="0" bIns="0" rtlCol="0" anchor="ctr">
            <a:noAutofit/>
          </a:bodyPr>
          <a:lstStyle>
            <a:lvl1pPr marL="0" indent="0" algn="ctr">
              <a:buNone/>
              <a:defRPr lang="en-US" sz="1400" b="0" i="0" dirty="0">
                <a:latin typeface="Graphik" panose="020B0503030202060203" pitchFamily="34" charset="77"/>
              </a:defRPr>
            </a:lvl1pPr>
          </a:lstStyle>
          <a:p>
            <a:pPr lvl="0"/>
            <a:r>
              <a:rPr lang="en-GB"/>
              <a:t>Add profile photo</a:t>
            </a:r>
            <a:endParaRPr lang="en-US"/>
          </a:p>
        </p:txBody>
      </p:sp>
      <p:sp>
        <p:nvSpPr>
          <p:cNvPr id="8" name="Picture Placeholder 10">
            <a:extLst>
              <a:ext uri="{FF2B5EF4-FFF2-40B4-BE49-F238E27FC236}">
                <a16:creationId xmlns:a16="http://schemas.microsoft.com/office/drawing/2014/main" id="{F83C65DB-7D3F-C47F-0688-6ED36B4BC359}"/>
              </a:ext>
            </a:extLst>
          </p:cNvPr>
          <p:cNvSpPr>
            <a:spLocks noGrp="1" noChangeAspect="1"/>
          </p:cNvSpPr>
          <p:nvPr>
            <p:ph type="pic" sz="quarter" idx="24" hasCustomPrompt="1"/>
          </p:nvPr>
        </p:nvSpPr>
        <p:spPr>
          <a:xfrm>
            <a:off x="7659746" y="2629388"/>
            <a:ext cx="1180800" cy="1180800"/>
          </a:xfrm>
          <a:prstGeom prst="rect">
            <a:avLst/>
          </a:prstGeom>
          <a:solidFill>
            <a:schemeClr val="bg1">
              <a:lumMod val="95000"/>
            </a:schemeClr>
          </a:solidFill>
        </p:spPr>
        <p:txBody>
          <a:bodyPr vert="horz" lIns="91440" tIns="0" rIns="0" bIns="0" rtlCol="0" anchor="ctr">
            <a:noAutofit/>
          </a:bodyPr>
          <a:lstStyle>
            <a:lvl1pPr marL="0" indent="0" algn="ctr">
              <a:buNone/>
              <a:defRPr lang="en-US" sz="1400" b="0" i="0" dirty="0">
                <a:latin typeface="Graphik" panose="020B0503030202060203" pitchFamily="34" charset="77"/>
              </a:defRPr>
            </a:lvl1pPr>
          </a:lstStyle>
          <a:p>
            <a:pPr lvl="0"/>
            <a:r>
              <a:rPr lang="en-GB"/>
              <a:t>Add profile photo</a:t>
            </a:r>
            <a:endParaRPr lang="en-US"/>
          </a:p>
        </p:txBody>
      </p:sp>
      <p:sp>
        <p:nvSpPr>
          <p:cNvPr id="9" name="Picture Placeholder 12">
            <a:extLst>
              <a:ext uri="{FF2B5EF4-FFF2-40B4-BE49-F238E27FC236}">
                <a16:creationId xmlns:a16="http://schemas.microsoft.com/office/drawing/2014/main" id="{4C9ABC01-5EC3-7241-7C4A-88F421331E70}"/>
              </a:ext>
            </a:extLst>
          </p:cNvPr>
          <p:cNvSpPr>
            <a:spLocks noGrp="1" noChangeAspect="1"/>
          </p:cNvSpPr>
          <p:nvPr>
            <p:ph type="pic" sz="quarter" idx="18" hasCustomPrompt="1"/>
          </p:nvPr>
        </p:nvSpPr>
        <p:spPr>
          <a:xfrm>
            <a:off x="9219600" y="2629388"/>
            <a:ext cx="1180800" cy="1180800"/>
          </a:xfrm>
          <a:prstGeom prst="rect">
            <a:avLst/>
          </a:prstGeom>
          <a:solidFill>
            <a:schemeClr val="bg1">
              <a:lumMod val="95000"/>
            </a:schemeClr>
          </a:solidFill>
        </p:spPr>
        <p:txBody>
          <a:bodyPr vert="horz" lIns="91440" tIns="0" rIns="0" bIns="0" rtlCol="0" anchor="ctr">
            <a:noAutofit/>
          </a:bodyPr>
          <a:lstStyle>
            <a:lvl1pPr marL="0" indent="0" algn="ctr">
              <a:buNone/>
              <a:defRPr lang="en-US" sz="1400" b="0" i="0" dirty="0">
                <a:latin typeface="Graphik" panose="020B0503030202060203" pitchFamily="34" charset="77"/>
              </a:defRPr>
            </a:lvl1pPr>
          </a:lstStyle>
          <a:p>
            <a:pPr lvl="0"/>
            <a:r>
              <a:rPr lang="en-GB"/>
              <a:t>Add profile photo</a:t>
            </a:r>
            <a:endParaRPr lang="en-US"/>
          </a:p>
        </p:txBody>
      </p:sp>
      <p:sp>
        <p:nvSpPr>
          <p:cNvPr id="28" name="Text Placeholder 3">
            <a:extLst>
              <a:ext uri="{FF2B5EF4-FFF2-40B4-BE49-F238E27FC236}">
                <a16:creationId xmlns:a16="http://schemas.microsoft.com/office/drawing/2014/main" id="{44690F9A-3FD8-58C2-C4B6-728AA0AC2DB6}"/>
              </a:ext>
            </a:extLst>
          </p:cNvPr>
          <p:cNvSpPr>
            <a:spLocks noGrp="1"/>
          </p:cNvSpPr>
          <p:nvPr>
            <p:ph type="body" sz="quarter" idx="38" hasCustomPrompt="1"/>
          </p:nvPr>
        </p:nvSpPr>
        <p:spPr>
          <a:xfrm>
            <a:off x="1420322" y="4101793"/>
            <a:ext cx="1296000" cy="1439375"/>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bg2"/>
                </a:solidFill>
                <a:latin typeface="Graphik Semibold" panose="020B0503030202060203" pitchFamily="34" charset="77"/>
                <a:ea typeface="+mn-ea"/>
                <a:cs typeface="+mn-cs"/>
              </a:defRPr>
            </a:lvl1pPr>
            <a:lvl2pPr marL="0" indent="0">
              <a:spcAft>
                <a:spcPts val="800"/>
              </a:spcAft>
              <a:buNone/>
              <a:defRPr sz="1000" b="1" i="0">
                <a:solidFill>
                  <a:schemeClr val="bg2"/>
                </a:solidFill>
                <a:latin typeface="Graphik Semibold" panose="020B0503030202060203" pitchFamily="34" charset="77"/>
              </a:defRPr>
            </a:lvl2pPr>
            <a:lvl3pPr marL="0" indent="0">
              <a:spcAft>
                <a:spcPts val="267"/>
              </a:spcAft>
              <a:buNone/>
              <a:defRPr sz="1000" b="0" i="0">
                <a:latin typeface="Graphik" panose="020B0503030202060203" pitchFamily="34" charset="77"/>
              </a:defRPr>
            </a:lvl3pPr>
            <a:lvl4pPr marL="182875" indent="-182875">
              <a:spcAft>
                <a:spcPts val="267"/>
              </a:spcAft>
              <a:buFont typeface="Graphik" panose="020B0604020202020204" pitchFamily="34" charset="0"/>
              <a:buChar char="•"/>
              <a:defRPr sz="1000" b="0" i="0">
                <a:latin typeface="Graphik" panose="020B0503030202060203" pitchFamily="34" charset="77"/>
              </a:defRPr>
            </a:lvl4pPr>
            <a:lvl5pPr>
              <a:spcAft>
                <a:spcPts val="600"/>
              </a:spcAft>
              <a:defRPr sz="1600"/>
            </a:lvl5pPr>
          </a:lstStyle>
          <a:p>
            <a:pPr lvl="0"/>
            <a:r>
              <a:rPr lang="en-US"/>
              <a:t>First name</a:t>
            </a:r>
          </a:p>
          <a:p>
            <a:pPr lvl="1"/>
            <a:r>
              <a:rPr lang="en-US"/>
              <a:t>Surname or Role</a:t>
            </a:r>
          </a:p>
          <a:p>
            <a:pPr lvl="2"/>
            <a:r>
              <a:rPr lang="en-US"/>
              <a:t>Short bio</a:t>
            </a:r>
          </a:p>
          <a:p>
            <a:pPr lvl="3"/>
            <a:r>
              <a:rPr lang="en-US"/>
              <a:t>Bullet point</a:t>
            </a:r>
          </a:p>
        </p:txBody>
      </p:sp>
      <p:sp>
        <p:nvSpPr>
          <p:cNvPr id="30" name="Text Placeholder 4">
            <a:extLst>
              <a:ext uri="{FF2B5EF4-FFF2-40B4-BE49-F238E27FC236}">
                <a16:creationId xmlns:a16="http://schemas.microsoft.com/office/drawing/2014/main" id="{8B4CF385-9FC6-70A9-2E90-C43EAE77F58C}"/>
              </a:ext>
            </a:extLst>
          </p:cNvPr>
          <p:cNvSpPr>
            <a:spLocks noGrp="1"/>
          </p:cNvSpPr>
          <p:nvPr>
            <p:ph type="body" sz="quarter" idx="39" hasCustomPrompt="1"/>
          </p:nvPr>
        </p:nvSpPr>
        <p:spPr>
          <a:xfrm>
            <a:off x="2980178" y="4101793"/>
            <a:ext cx="1296000" cy="1439375"/>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bg2"/>
                </a:solidFill>
                <a:latin typeface="Graphik Semibold" panose="020B0503030202060203" pitchFamily="34" charset="77"/>
                <a:ea typeface="+mn-ea"/>
                <a:cs typeface="+mn-cs"/>
              </a:defRPr>
            </a:lvl1pPr>
            <a:lvl2pPr marL="0" indent="0">
              <a:spcAft>
                <a:spcPts val="800"/>
              </a:spcAft>
              <a:buNone/>
              <a:defRPr lang="en-US" sz="1000" b="1" i="0" kern="1200">
                <a:solidFill>
                  <a:schemeClr val="bg2"/>
                </a:solidFill>
                <a:latin typeface="Graphik Semibold" panose="020B0503030202060203" pitchFamily="34" charset="77"/>
                <a:ea typeface="+mn-ea"/>
                <a:cs typeface="+mn-cs"/>
              </a:defRPr>
            </a:lvl2pPr>
            <a:lvl3pPr marL="0" indent="0">
              <a:spcAft>
                <a:spcPts val="267"/>
              </a:spcAft>
              <a:buNone/>
              <a:defRPr sz="1000" b="0" i="0">
                <a:latin typeface="Graphik" panose="020B0503030202060203" pitchFamily="34" charset="77"/>
              </a:defRPr>
            </a:lvl3pPr>
            <a:lvl4pPr marL="182875" indent="-182875">
              <a:spcAft>
                <a:spcPts val="267"/>
              </a:spcAft>
              <a:buFont typeface="Graphik" panose="020B0604020202020204" pitchFamily="34" charset="0"/>
              <a:buChar char="•"/>
              <a:defRPr sz="1000" b="0" i="0">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
        <p:nvSpPr>
          <p:cNvPr id="32" name="Text Placeholder 5">
            <a:extLst>
              <a:ext uri="{FF2B5EF4-FFF2-40B4-BE49-F238E27FC236}">
                <a16:creationId xmlns:a16="http://schemas.microsoft.com/office/drawing/2014/main" id="{A8CE1B5A-4E28-77C8-EB90-DDA864C98EE4}"/>
              </a:ext>
            </a:extLst>
          </p:cNvPr>
          <p:cNvSpPr>
            <a:spLocks noGrp="1"/>
          </p:cNvSpPr>
          <p:nvPr>
            <p:ph type="body" sz="quarter" idx="40" hasCustomPrompt="1"/>
          </p:nvPr>
        </p:nvSpPr>
        <p:spPr>
          <a:xfrm>
            <a:off x="4540034" y="4101793"/>
            <a:ext cx="1296000" cy="1439375"/>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bg2"/>
                </a:solidFill>
                <a:latin typeface="Graphik Semibold" panose="020B0503030202060203" pitchFamily="34" charset="77"/>
                <a:ea typeface="+mn-ea"/>
                <a:cs typeface="+mn-cs"/>
              </a:defRPr>
            </a:lvl1pPr>
            <a:lvl2pPr marL="0" indent="0">
              <a:spcAft>
                <a:spcPts val="800"/>
              </a:spcAft>
              <a:buNone/>
              <a:defRPr lang="en-US" sz="1000" b="1" i="0" kern="1200">
                <a:solidFill>
                  <a:schemeClr val="bg2"/>
                </a:solidFill>
                <a:latin typeface="Graphik Semibold" panose="020B0503030202060203" pitchFamily="34" charset="77"/>
                <a:ea typeface="+mn-ea"/>
                <a:cs typeface="+mn-cs"/>
              </a:defRPr>
            </a:lvl2pPr>
            <a:lvl3pPr marL="0" indent="0">
              <a:spcAft>
                <a:spcPts val="267"/>
              </a:spcAft>
              <a:buNone/>
              <a:defRPr sz="1000" b="0" i="0">
                <a:latin typeface="Graphik" panose="020B0503030202060203" pitchFamily="34" charset="77"/>
              </a:defRPr>
            </a:lvl3pPr>
            <a:lvl4pPr marL="182875" indent="-182875">
              <a:spcAft>
                <a:spcPts val="267"/>
              </a:spcAft>
              <a:buFont typeface="Graphik" panose="020B0604020202020204" pitchFamily="34" charset="0"/>
              <a:buChar char="•"/>
              <a:defRPr sz="1000" b="0" i="0">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
        <p:nvSpPr>
          <p:cNvPr id="33" name="Text Placeholder 6">
            <a:extLst>
              <a:ext uri="{FF2B5EF4-FFF2-40B4-BE49-F238E27FC236}">
                <a16:creationId xmlns:a16="http://schemas.microsoft.com/office/drawing/2014/main" id="{D17BC01F-7509-B7D1-2FF2-419E3035A67D}"/>
              </a:ext>
            </a:extLst>
          </p:cNvPr>
          <p:cNvSpPr>
            <a:spLocks noGrp="1"/>
          </p:cNvSpPr>
          <p:nvPr>
            <p:ph type="body" sz="quarter" idx="41" hasCustomPrompt="1"/>
          </p:nvPr>
        </p:nvSpPr>
        <p:spPr>
          <a:xfrm>
            <a:off x="6099890" y="4101793"/>
            <a:ext cx="1296000" cy="1439375"/>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bg2"/>
                </a:solidFill>
                <a:latin typeface="Graphik Semibold" panose="020B0503030202060203" pitchFamily="34" charset="77"/>
                <a:ea typeface="+mn-ea"/>
                <a:cs typeface="+mn-cs"/>
              </a:defRPr>
            </a:lvl1pPr>
            <a:lvl2pPr marL="0" indent="0">
              <a:spcAft>
                <a:spcPts val="800"/>
              </a:spcAft>
              <a:buNone/>
              <a:defRPr lang="en-US" sz="1000" b="1" i="0" kern="1200">
                <a:solidFill>
                  <a:schemeClr val="bg2"/>
                </a:solidFill>
                <a:latin typeface="Graphik Semibold" panose="020B0503030202060203" pitchFamily="34" charset="77"/>
                <a:ea typeface="+mn-ea"/>
                <a:cs typeface="+mn-cs"/>
              </a:defRPr>
            </a:lvl2pPr>
            <a:lvl3pPr marL="0" indent="0">
              <a:spcAft>
                <a:spcPts val="267"/>
              </a:spcAft>
              <a:buNone/>
              <a:defRPr sz="1000" b="0" i="0">
                <a:latin typeface="Graphik" panose="020B0503030202060203" pitchFamily="34" charset="77"/>
              </a:defRPr>
            </a:lvl3pPr>
            <a:lvl4pPr marL="182875" indent="-182875">
              <a:spcAft>
                <a:spcPts val="267"/>
              </a:spcAft>
              <a:buFont typeface="Graphik" panose="020B0604020202020204" pitchFamily="34" charset="0"/>
              <a:buChar char="•"/>
              <a:defRPr sz="1000" b="0" i="0">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
        <p:nvSpPr>
          <p:cNvPr id="34" name="Text Placeholder 7">
            <a:extLst>
              <a:ext uri="{FF2B5EF4-FFF2-40B4-BE49-F238E27FC236}">
                <a16:creationId xmlns:a16="http://schemas.microsoft.com/office/drawing/2014/main" id="{B5E87864-3492-16F6-7D53-F48ECFF71B6B}"/>
              </a:ext>
            </a:extLst>
          </p:cNvPr>
          <p:cNvSpPr>
            <a:spLocks noGrp="1"/>
          </p:cNvSpPr>
          <p:nvPr>
            <p:ph type="body" sz="quarter" idx="42" hasCustomPrompt="1"/>
          </p:nvPr>
        </p:nvSpPr>
        <p:spPr>
          <a:xfrm>
            <a:off x="7659746" y="4101793"/>
            <a:ext cx="1296000" cy="1439375"/>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bg2"/>
                </a:solidFill>
                <a:latin typeface="Graphik Semibold" panose="020B0503030202060203" pitchFamily="34" charset="77"/>
                <a:ea typeface="+mn-ea"/>
                <a:cs typeface="+mn-cs"/>
              </a:defRPr>
            </a:lvl1pPr>
            <a:lvl2pPr marL="0" indent="0">
              <a:spcAft>
                <a:spcPts val="800"/>
              </a:spcAft>
              <a:buNone/>
              <a:defRPr lang="en-US" sz="1000" b="1" i="0" kern="1200">
                <a:solidFill>
                  <a:schemeClr val="bg2"/>
                </a:solidFill>
                <a:latin typeface="Graphik Semibold" panose="020B0503030202060203" pitchFamily="34" charset="77"/>
                <a:ea typeface="+mn-ea"/>
                <a:cs typeface="+mn-cs"/>
              </a:defRPr>
            </a:lvl2pPr>
            <a:lvl3pPr marL="0" indent="0">
              <a:spcAft>
                <a:spcPts val="267"/>
              </a:spcAft>
              <a:buNone/>
              <a:defRPr sz="1000" b="0" i="0">
                <a:latin typeface="Graphik" panose="020B0503030202060203" pitchFamily="34" charset="77"/>
              </a:defRPr>
            </a:lvl3pPr>
            <a:lvl4pPr marL="182875" indent="-182875">
              <a:spcAft>
                <a:spcPts val="267"/>
              </a:spcAft>
              <a:buFont typeface="Graphik" panose="020B0604020202020204" pitchFamily="34" charset="0"/>
              <a:buChar char="•"/>
              <a:defRPr sz="1000" b="0" i="0">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
        <p:nvSpPr>
          <p:cNvPr id="35" name="Text Placeholder 8">
            <a:extLst>
              <a:ext uri="{FF2B5EF4-FFF2-40B4-BE49-F238E27FC236}">
                <a16:creationId xmlns:a16="http://schemas.microsoft.com/office/drawing/2014/main" id="{0882B210-0FE9-9013-3A4F-EBDFFF0F91F2}"/>
              </a:ext>
            </a:extLst>
          </p:cNvPr>
          <p:cNvSpPr>
            <a:spLocks noGrp="1"/>
          </p:cNvSpPr>
          <p:nvPr>
            <p:ph type="body" sz="quarter" idx="43" hasCustomPrompt="1"/>
          </p:nvPr>
        </p:nvSpPr>
        <p:spPr>
          <a:xfrm>
            <a:off x="9219600" y="4101793"/>
            <a:ext cx="1296000" cy="1439375"/>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bg2"/>
                </a:solidFill>
                <a:latin typeface="Graphik Semibold" panose="020B0503030202060203" pitchFamily="34" charset="77"/>
                <a:ea typeface="+mn-ea"/>
                <a:cs typeface="+mn-cs"/>
              </a:defRPr>
            </a:lvl1pPr>
            <a:lvl2pPr marL="0" indent="0">
              <a:spcAft>
                <a:spcPts val="800"/>
              </a:spcAft>
              <a:buNone/>
              <a:defRPr lang="en-US" sz="1000" b="1" i="0" kern="1200">
                <a:solidFill>
                  <a:schemeClr val="bg2"/>
                </a:solidFill>
                <a:latin typeface="Graphik Semibold" panose="020B0503030202060203" pitchFamily="34" charset="77"/>
                <a:ea typeface="+mn-ea"/>
                <a:cs typeface="+mn-cs"/>
              </a:defRPr>
            </a:lvl2pPr>
            <a:lvl3pPr marL="0" indent="0">
              <a:spcAft>
                <a:spcPts val="267"/>
              </a:spcAft>
              <a:buNone/>
              <a:defRPr sz="1000" b="0" i="0">
                <a:latin typeface="Graphik" panose="020B0503030202060203" pitchFamily="34" charset="77"/>
              </a:defRPr>
            </a:lvl3pPr>
            <a:lvl4pPr marL="182875" indent="-182875">
              <a:spcAft>
                <a:spcPts val="267"/>
              </a:spcAft>
              <a:buFont typeface="Graphik" panose="020B0604020202020204" pitchFamily="34" charset="0"/>
              <a:buChar char="•"/>
              <a:defRPr sz="1000" b="0" i="0">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
        <p:nvSpPr>
          <p:cNvPr id="11" name="Text Placeholder 3">
            <a:extLst>
              <a:ext uri="{FF2B5EF4-FFF2-40B4-BE49-F238E27FC236}">
                <a16:creationId xmlns:a16="http://schemas.microsoft.com/office/drawing/2014/main" id="{B67959CF-959A-6AC4-94D1-25F08AB1C4FC}"/>
              </a:ext>
            </a:extLst>
          </p:cNvPr>
          <p:cNvSpPr>
            <a:spLocks noGrp="1"/>
          </p:cNvSpPr>
          <p:nvPr>
            <p:ph type="body" sz="quarter" idx="26" hasCustomPrompt="1"/>
          </p:nvPr>
        </p:nvSpPr>
        <p:spPr>
          <a:xfrm>
            <a:off x="563411" y="1109663"/>
            <a:ext cx="11084671" cy="384048"/>
          </a:xfrm>
          <a:prstGeom prst="rect">
            <a:avLst/>
          </a:prstGeom>
        </p:spPr>
        <p:txBody>
          <a:bodyPr anchor="t"/>
          <a:lstStyle>
            <a:lvl1pPr marL="0" indent="0">
              <a:spcAft>
                <a:spcPts val="0"/>
              </a:spcAft>
              <a:buNone/>
              <a:defRPr sz="1800" b="0" i="0">
                <a:solidFill>
                  <a:schemeClr val="tx1"/>
                </a:solidFill>
                <a:latin typeface="Graphik" panose="020B0503030202060203" pitchFamily="34" charset="77"/>
              </a:defRPr>
            </a:lvl1pPr>
          </a:lstStyle>
          <a:p>
            <a:pPr lvl="0"/>
            <a:r>
              <a:rPr lang="en-GB"/>
              <a:t>Place subtitle here in </a:t>
            </a:r>
            <a:r>
              <a:rPr lang="en-GB" err="1"/>
              <a:t>Graphik</a:t>
            </a:r>
            <a:r>
              <a:rPr lang="en-GB"/>
              <a:t> regular</a:t>
            </a:r>
            <a:endParaRPr lang="en-US"/>
          </a:p>
        </p:txBody>
      </p:sp>
      <p:sp>
        <p:nvSpPr>
          <p:cNvPr id="12" name="Title 2">
            <a:extLst>
              <a:ext uri="{FF2B5EF4-FFF2-40B4-BE49-F238E27FC236}">
                <a16:creationId xmlns:a16="http://schemas.microsoft.com/office/drawing/2014/main" id="{BC12817E-BFFB-996F-0414-D71850F8BB8D}"/>
              </a:ext>
            </a:extLst>
          </p:cNvPr>
          <p:cNvSpPr>
            <a:spLocks noGrp="1"/>
          </p:cNvSpPr>
          <p:nvPr>
            <p:ph type="title"/>
          </p:nvPr>
        </p:nvSpPr>
        <p:spPr>
          <a:xfrm>
            <a:off x="556467" y="572600"/>
            <a:ext cx="11084671" cy="393954"/>
          </a:xfrm>
        </p:spPr>
        <p:txBody>
          <a:bodyPr/>
          <a:lstStyle/>
          <a:p>
            <a:r>
              <a:rPr lang="en-GB"/>
              <a:t>Click to edit Master title style</a:t>
            </a:r>
            <a:endParaRPr lang="en-US"/>
          </a:p>
        </p:txBody>
      </p:sp>
    </p:spTree>
    <p:extLst>
      <p:ext uri="{BB962C8B-B14F-4D97-AF65-F5344CB8AC3E}">
        <p14:creationId xmlns:p14="http://schemas.microsoft.com/office/powerpoint/2010/main" val="2083825050"/>
      </p:ext>
    </p:extLst>
  </p:cSld>
  <p:clrMapOvr>
    <a:masterClrMapping/>
  </p:clrMapOvr>
  <p:extLst>
    <p:ext uri="{DCECCB84-F9BA-43D5-87BE-67443E8EF086}">
      <p15:sldGuideLst xmlns:p15="http://schemas.microsoft.com/office/powerpoint/2012/main">
        <p15:guide id="1" orient="horz" pos="2777">
          <p15:clr>
            <a:srgbClr val="C35EA4"/>
          </p15:clr>
        </p15:guide>
      </p15:sldGuideLst>
    </p:ext>
  </p:extLst>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Content: team 2 + purple">
    <p:bg>
      <p:bgPr>
        <a:solidFill>
          <a:schemeClr val="tx2"/>
        </a:solidFill>
        <a:effectLst/>
      </p:bgPr>
    </p:bg>
    <p:spTree>
      <p:nvGrpSpPr>
        <p:cNvPr id="1" name=""/>
        <p:cNvGrpSpPr/>
        <p:nvPr/>
      </p:nvGrpSpPr>
      <p:grpSpPr>
        <a:xfrm>
          <a:off x="0" y="0"/>
          <a:ext cx="0" cy="0"/>
          <a:chOff x="0" y="0"/>
          <a:chExt cx="0" cy="0"/>
        </a:xfrm>
      </p:grpSpPr>
      <p:sp>
        <p:nvSpPr>
          <p:cNvPr id="32" name="GTS_WH">
            <a:extLst>
              <a:ext uri="{FF2B5EF4-FFF2-40B4-BE49-F238E27FC236}">
                <a16:creationId xmlns:a16="http://schemas.microsoft.com/office/drawing/2014/main" id="{B49891DC-D80E-4D1B-961E-1B567E0E4535}"/>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
        <p:nvSpPr>
          <p:cNvPr id="49" name="Text Placeholder 3">
            <a:extLst>
              <a:ext uri="{FF2B5EF4-FFF2-40B4-BE49-F238E27FC236}">
                <a16:creationId xmlns:a16="http://schemas.microsoft.com/office/drawing/2014/main" id="{C79C29FA-AFA2-CB0C-7716-CE3754DCAD25}"/>
              </a:ext>
            </a:extLst>
          </p:cNvPr>
          <p:cNvSpPr>
            <a:spLocks noGrp="1"/>
          </p:cNvSpPr>
          <p:nvPr>
            <p:ph type="body" sz="quarter" idx="26" hasCustomPrompt="1"/>
          </p:nvPr>
        </p:nvSpPr>
        <p:spPr>
          <a:xfrm>
            <a:off x="563412" y="1109663"/>
            <a:ext cx="11084672" cy="384048"/>
          </a:xfrm>
          <a:prstGeom prst="rect">
            <a:avLst/>
          </a:prstGeom>
        </p:spPr>
        <p:txBody>
          <a:bodyPr anchor="t"/>
          <a:lstStyle>
            <a:lvl1pPr marL="0" indent="0">
              <a:spcAft>
                <a:spcPts val="0"/>
              </a:spcAft>
              <a:buNone/>
              <a:defRPr sz="1800" b="0" i="0">
                <a:solidFill>
                  <a:schemeClr val="tx1"/>
                </a:solidFill>
                <a:latin typeface="Graphik" panose="020B0503030202060203" pitchFamily="34" charset="77"/>
              </a:defRPr>
            </a:lvl1pPr>
          </a:lstStyle>
          <a:p>
            <a:pPr lvl="0"/>
            <a:r>
              <a:rPr lang="en-GB"/>
              <a:t>Place subtitle here in </a:t>
            </a:r>
            <a:r>
              <a:rPr lang="en-GB" err="1"/>
              <a:t>Graphik</a:t>
            </a:r>
            <a:r>
              <a:rPr lang="en-GB"/>
              <a:t> regular</a:t>
            </a:r>
            <a:endParaRPr lang="en-US"/>
          </a:p>
        </p:txBody>
      </p:sp>
      <p:sp>
        <p:nvSpPr>
          <p:cNvPr id="50" name="Title 2">
            <a:extLst>
              <a:ext uri="{FF2B5EF4-FFF2-40B4-BE49-F238E27FC236}">
                <a16:creationId xmlns:a16="http://schemas.microsoft.com/office/drawing/2014/main" id="{D9DE4A47-B387-28A0-0CCF-3D113159BC44}"/>
              </a:ext>
            </a:extLst>
          </p:cNvPr>
          <p:cNvSpPr>
            <a:spLocks noGrp="1"/>
          </p:cNvSpPr>
          <p:nvPr>
            <p:ph type="title"/>
          </p:nvPr>
        </p:nvSpPr>
        <p:spPr>
          <a:xfrm>
            <a:off x="556467" y="572600"/>
            <a:ext cx="11084672" cy="393954"/>
          </a:xfrm>
        </p:spPr>
        <p:txBody>
          <a:bodyPr/>
          <a:lstStyle/>
          <a:p>
            <a:r>
              <a:rPr lang="en-GB"/>
              <a:t>Click to edit Master title style</a:t>
            </a:r>
            <a:endParaRPr lang="en-US"/>
          </a:p>
        </p:txBody>
      </p:sp>
      <p:sp>
        <p:nvSpPr>
          <p:cNvPr id="63" name="Picture Placeholder 2">
            <a:extLst>
              <a:ext uri="{FF2B5EF4-FFF2-40B4-BE49-F238E27FC236}">
                <a16:creationId xmlns:a16="http://schemas.microsoft.com/office/drawing/2014/main" id="{B6B30F3E-6876-0883-BD26-A4FC5D74BFEB}"/>
              </a:ext>
            </a:extLst>
          </p:cNvPr>
          <p:cNvSpPr>
            <a:spLocks noGrp="1" noChangeAspect="1"/>
          </p:cNvSpPr>
          <p:nvPr>
            <p:ph type="pic" sz="quarter" idx="14" hasCustomPrompt="1"/>
          </p:nvPr>
        </p:nvSpPr>
        <p:spPr>
          <a:xfrm>
            <a:off x="1420322" y="2629388"/>
            <a:ext cx="1180800" cy="1180800"/>
          </a:xfrm>
          <a:prstGeom prst="rect">
            <a:avLst/>
          </a:prstGeom>
          <a:solidFill>
            <a:schemeClr val="tx1">
              <a:lumMod val="95000"/>
            </a:schemeClr>
          </a:solidFill>
        </p:spPr>
        <p:txBody>
          <a:bodyPr lIns="91440" tIns="0" anchor="ctr"/>
          <a:lstStyle>
            <a:lvl1pPr marL="0" indent="0" algn="ctr">
              <a:buNone/>
              <a:defRPr sz="1400" b="0" i="0">
                <a:solidFill>
                  <a:schemeClr val="bg1"/>
                </a:solidFill>
                <a:latin typeface="Graphik" panose="020B0503030202060203" pitchFamily="34" charset="77"/>
              </a:defRPr>
            </a:lvl1pPr>
          </a:lstStyle>
          <a:p>
            <a:r>
              <a:rPr lang="en-GB"/>
              <a:t>Add profile photo</a:t>
            </a:r>
            <a:endParaRPr lang="en-US"/>
          </a:p>
        </p:txBody>
      </p:sp>
      <p:sp>
        <p:nvSpPr>
          <p:cNvPr id="64" name="Picture Placeholder 4">
            <a:extLst>
              <a:ext uri="{FF2B5EF4-FFF2-40B4-BE49-F238E27FC236}">
                <a16:creationId xmlns:a16="http://schemas.microsoft.com/office/drawing/2014/main" id="{68CBCB53-EDC2-430A-6091-471E4A3C0E69}"/>
              </a:ext>
            </a:extLst>
          </p:cNvPr>
          <p:cNvSpPr>
            <a:spLocks noGrp="1" noChangeAspect="1"/>
          </p:cNvSpPr>
          <p:nvPr>
            <p:ph type="pic" sz="quarter" idx="15" hasCustomPrompt="1"/>
          </p:nvPr>
        </p:nvSpPr>
        <p:spPr>
          <a:xfrm>
            <a:off x="2980178" y="2629388"/>
            <a:ext cx="1180800" cy="1180800"/>
          </a:xfrm>
          <a:prstGeom prst="rect">
            <a:avLst/>
          </a:prstGeom>
          <a:solidFill>
            <a:schemeClr val="tx1">
              <a:lumMod val="95000"/>
            </a:schemeClr>
          </a:solidFill>
        </p:spPr>
        <p:txBody>
          <a:bodyPr vert="horz" lIns="91440" tIns="0" rIns="0" bIns="0" rtlCol="0" anchor="ctr">
            <a:noAutofit/>
          </a:bodyPr>
          <a:lstStyle>
            <a:lvl1pPr marL="0" indent="0" algn="ctr">
              <a:buNone/>
              <a:defRPr lang="en-US" sz="1400" b="0" i="0" dirty="0">
                <a:solidFill>
                  <a:schemeClr val="bg1"/>
                </a:solidFill>
                <a:latin typeface="Graphik" panose="020B0503030202060203" pitchFamily="34" charset="77"/>
              </a:defRPr>
            </a:lvl1pPr>
          </a:lstStyle>
          <a:p>
            <a:pPr lvl="0"/>
            <a:r>
              <a:rPr lang="en-GB"/>
              <a:t>Add profile photo</a:t>
            </a:r>
            <a:endParaRPr lang="en-US"/>
          </a:p>
        </p:txBody>
      </p:sp>
      <p:sp>
        <p:nvSpPr>
          <p:cNvPr id="65" name="Picture Placeholder 6">
            <a:extLst>
              <a:ext uri="{FF2B5EF4-FFF2-40B4-BE49-F238E27FC236}">
                <a16:creationId xmlns:a16="http://schemas.microsoft.com/office/drawing/2014/main" id="{637BE686-D971-81F4-FECC-526CEF4F381E}"/>
              </a:ext>
            </a:extLst>
          </p:cNvPr>
          <p:cNvSpPr>
            <a:spLocks noGrp="1" noChangeAspect="1"/>
          </p:cNvSpPr>
          <p:nvPr>
            <p:ph type="pic" sz="quarter" idx="16" hasCustomPrompt="1"/>
          </p:nvPr>
        </p:nvSpPr>
        <p:spPr>
          <a:xfrm>
            <a:off x="4540034" y="2629388"/>
            <a:ext cx="1180800" cy="1180800"/>
          </a:xfrm>
          <a:prstGeom prst="rect">
            <a:avLst/>
          </a:prstGeom>
          <a:solidFill>
            <a:schemeClr val="tx1">
              <a:lumMod val="95000"/>
            </a:schemeClr>
          </a:solidFill>
        </p:spPr>
        <p:txBody>
          <a:bodyPr vert="horz" lIns="91440" tIns="0" rIns="0" bIns="0" rtlCol="0" anchor="ctr">
            <a:noAutofit/>
          </a:bodyPr>
          <a:lstStyle>
            <a:lvl1pPr marL="0" indent="0" algn="ctr">
              <a:buNone/>
              <a:defRPr lang="en-US" sz="1400" b="0" i="0" dirty="0">
                <a:solidFill>
                  <a:schemeClr val="bg1"/>
                </a:solidFill>
                <a:latin typeface="Graphik" panose="020B0503030202060203" pitchFamily="34" charset="77"/>
              </a:defRPr>
            </a:lvl1pPr>
          </a:lstStyle>
          <a:p>
            <a:pPr lvl="0"/>
            <a:r>
              <a:rPr lang="en-GB"/>
              <a:t>Add profile photo</a:t>
            </a:r>
            <a:endParaRPr lang="en-US"/>
          </a:p>
        </p:txBody>
      </p:sp>
      <p:sp>
        <p:nvSpPr>
          <p:cNvPr id="66" name="Picture Placeholder 8">
            <a:extLst>
              <a:ext uri="{FF2B5EF4-FFF2-40B4-BE49-F238E27FC236}">
                <a16:creationId xmlns:a16="http://schemas.microsoft.com/office/drawing/2014/main" id="{BA07AFEE-DC74-E7A8-BDBA-BFFE9BF24CD9}"/>
              </a:ext>
            </a:extLst>
          </p:cNvPr>
          <p:cNvSpPr>
            <a:spLocks noGrp="1" noChangeAspect="1"/>
          </p:cNvSpPr>
          <p:nvPr>
            <p:ph type="pic" sz="quarter" idx="17" hasCustomPrompt="1"/>
          </p:nvPr>
        </p:nvSpPr>
        <p:spPr>
          <a:xfrm>
            <a:off x="6099890" y="2629388"/>
            <a:ext cx="1180800" cy="1180800"/>
          </a:xfrm>
          <a:prstGeom prst="rect">
            <a:avLst/>
          </a:prstGeom>
          <a:solidFill>
            <a:schemeClr val="tx1">
              <a:lumMod val="95000"/>
            </a:schemeClr>
          </a:solidFill>
        </p:spPr>
        <p:txBody>
          <a:bodyPr vert="horz" lIns="91440" tIns="0" rIns="0" bIns="0" rtlCol="0" anchor="ctr">
            <a:noAutofit/>
          </a:bodyPr>
          <a:lstStyle>
            <a:lvl1pPr marL="0" indent="0" algn="ctr">
              <a:buNone/>
              <a:defRPr lang="en-US" sz="1400" b="0" i="0" dirty="0">
                <a:solidFill>
                  <a:schemeClr val="bg1"/>
                </a:solidFill>
                <a:latin typeface="Graphik" panose="020B0503030202060203" pitchFamily="34" charset="77"/>
              </a:defRPr>
            </a:lvl1pPr>
          </a:lstStyle>
          <a:p>
            <a:pPr lvl="0"/>
            <a:r>
              <a:rPr lang="en-GB"/>
              <a:t>Add profile photo</a:t>
            </a:r>
            <a:endParaRPr lang="en-US"/>
          </a:p>
        </p:txBody>
      </p:sp>
      <p:sp>
        <p:nvSpPr>
          <p:cNvPr id="67" name="Picture Placeholder 10">
            <a:extLst>
              <a:ext uri="{FF2B5EF4-FFF2-40B4-BE49-F238E27FC236}">
                <a16:creationId xmlns:a16="http://schemas.microsoft.com/office/drawing/2014/main" id="{90E75D7F-D480-7A96-4F8E-3631E15DA2AD}"/>
              </a:ext>
            </a:extLst>
          </p:cNvPr>
          <p:cNvSpPr>
            <a:spLocks noGrp="1" noChangeAspect="1"/>
          </p:cNvSpPr>
          <p:nvPr>
            <p:ph type="pic" sz="quarter" idx="24" hasCustomPrompt="1"/>
          </p:nvPr>
        </p:nvSpPr>
        <p:spPr>
          <a:xfrm>
            <a:off x="7659746" y="2629388"/>
            <a:ext cx="1180800" cy="1180800"/>
          </a:xfrm>
          <a:prstGeom prst="rect">
            <a:avLst/>
          </a:prstGeom>
          <a:solidFill>
            <a:schemeClr val="tx1">
              <a:lumMod val="95000"/>
            </a:schemeClr>
          </a:solidFill>
        </p:spPr>
        <p:txBody>
          <a:bodyPr vert="horz" lIns="91440" tIns="0" rIns="0" bIns="0" rtlCol="0" anchor="ctr">
            <a:noAutofit/>
          </a:bodyPr>
          <a:lstStyle>
            <a:lvl1pPr marL="0" indent="0" algn="ctr">
              <a:buNone/>
              <a:defRPr lang="en-US" sz="1400" b="0" i="0" dirty="0">
                <a:solidFill>
                  <a:schemeClr val="bg1"/>
                </a:solidFill>
                <a:latin typeface="Graphik" panose="020B0503030202060203" pitchFamily="34" charset="77"/>
              </a:defRPr>
            </a:lvl1pPr>
          </a:lstStyle>
          <a:p>
            <a:pPr lvl="0"/>
            <a:r>
              <a:rPr lang="en-GB"/>
              <a:t>Add profile photo</a:t>
            </a:r>
            <a:endParaRPr lang="en-US"/>
          </a:p>
        </p:txBody>
      </p:sp>
      <p:sp>
        <p:nvSpPr>
          <p:cNvPr id="68" name="Picture Placeholder 12">
            <a:extLst>
              <a:ext uri="{FF2B5EF4-FFF2-40B4-BE49-F238E27FC236}">
                <a16:creationId xmlns:a16="http://schemas.microsoft.com/office/drawing/2014/main" id="{183F93F6-A09B-A2EF-64C2-4902846E2410}"/>
              </a:ext>
            </a:extLst>
          </p:cNvPr>
          <p:cNvSpPr>
            <a:spLocks noGrp="1" noChangeAspect="1"/>
          </p:cNvSpPr>
          <p:nvPr>
            <p:ph type="pic" sz="quarter" idx="18" hasCustomPrompt="1"/>
          </p:nvPr>
        </p:nvSpPr>
        <p:spPr>
          <a:xfrm>
            <a:off x="9219600" y="2629388"/>
            <a:ext cx="1180800" cy="1180800"/>
          </a:xfrm>
          <a:prstGeom prst="rect">
            <a:avLst/>
          </a:prstGeom>
          <a:solidFill>
            <a:schemeClr val="tx1">
              <a:lumMod val="95000"/>
            </a:schemeClr>
          </a:solidFill>
        </p:spPr>
        <p:txBody>
          <a:bodyPr vert="horz" lIns="91440" tIns="0" rIns="0" bIns="0" rtlCol="0" anchor="ctr">
            <a:noAutofit/>
          </a:bodyPr>
          <a:lstStyle>
            <a:lvl1pPr marL="0" indent="0" algn="ctr">
              <a:buNone/>
              <a:defRPr lang="en-US" sz="1400" b="0" i="0" dirty="0">
                <a:solidFill>
                  <a:schemeClr val="bg1"/>
                </a:solidFill>
                <a:latin typeface="Graphik" panose="020B0503030202060203" pitchFamily="34" charset="77"/>
              </a:defRPr>
            </a:lvl1pPr>
          </a:lstStyle>
          <a:p>
            <a:pPr lvl="0"/>
            <a:r>
              <a:rPr lang="en-GB"/>
              <a:t>Add profile photo</a:t>
            </a:r>
            <a:endParaRPr lang="en-US"/>
          </a:p>
        </p:txBody>
      </p:sp>
      <p:sp>
        <p:nvSpPr>
          <p:cNvPr id="69" name="Text Placeholder 3">
            <a:extLst>
              <a:ext uri="{FF2B5EF4-FFF2-40B4-BE49-F238E27FC236}">
                <a16:creationId xmlns:a16="http://schemas.microsoft.com/office/drawing/2014/main" id="{678182CD-97A5-B632-A606-E290F2E8F003}"/>
              </a:ext>
            </a:extLst>
          </p:cNvPr>
          <p:cNvSpPr>
            <a:spLocks noGrp="1"/>
          </p:cNvSpPr>
          <p:nvPr>
            <p:ph type="body" sz="quarter" idx="38" hasCustomPrompt="1"/>
          </p:nvPr>
        </p:nvSpPr>
        <p:spPr>
          <a:xfrm>
            <a:off x="1420322" y="4101793"/>
            <a:ext cx="1296000" cy="1439375"/>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tx1"/>
                </a:solidFill>
                <a:latin typeface="Graphik Semibold" panose="020B0503030202060203" pitchFamily="34" charset="77"/>
                <a:ea typeface="+mn-ea"/>
                <a:cs typeface="+mn-cs"/>
              </a:defRPr>
            </a:lvl1pPr>
            <a:lvl2pPr marL="0" indent="0">
              <a:spcAft>
                <a:spcPts val="800"/>
              </a:spcAft>
              <a:buNone/>
              <a:defRPr sz="1000" b="1" i="0">
                <a:solidFill>
                  <a:schemeClr val="tx1"/>
                </a:solidFill>
                <a:latin typeface="Graphik Semibold" panose="020B0503030202060203" pitchFamily="34" charset="77"/>
              </a:defRPr>
            </a:lvl2pPr>
            <a:lvl3pPr marL="0" indent="0">
              <a:spcAft>
                <a:spcPts val="267"/>
              </a:spcAft>
              <a:buNone/>
              <a:defRPr sz="10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000" b="0" i="0">
                <a:solidFill>
                  <a:schemeClr val="tx1"/>
                </a:solidFill>
                <a:latin typeface="Graphik" panose="020B0503030202060203" pitchFamily="34" charset="77"/>
              </a:defRPr>
            </a:lvl4pPr>
            <a:lvl5pPr>
              <a:spcAft>
                <a:spcPts val="600"/>
              </a:spcAft>
              <a:defRPr sz="1600"/>
            </a:lvl5pPr>
          </a:lstStyle>
          <a:p>
            <a:pPr lvl="0"/>
            <a:r>
              <a:rPr lang="en-US"/>
              <a:t>First name</a:t>
            </a:r>
          </a:p>
          <a:p>
            <a:pPr lvl="1"/>
            <a:r>
              <a:rPr lang="en-US"/>
              <a:t>Surname or Role</a:t>
            </a:r>
          </a:p>
          <a:p>
            <a:pPr lvl="2"/>
            <a:r>
              <a:rPr lang="en-US"/>
              <a:t>Short bio</a:t>
            </a:r>
          </a:p>
          <a:p>
            <a:pPr lvl="3"/>
            <a:r>
              <a:rPr lang="en-US"/>
              <a:t>Bullet point</a:t>
            </a:r>
          </a:p>
        </p:txBody>
      </p:sp>
      <p:sp>
        <p:nvSpPr>
          <p:cNvPr id="70" name="Text Placeholder 4">
            <a:extLst>
              <a:ext uri="{FF2B5EF4-FFF2-40B4-BE49-F238E27FC236}">
                <a16:creationId xmlns:a16="http://schemas.microsoft.com/office/drawing/2014/main" id="{BC20362B-D8E4-FBCA-BA42-83663531AA4B}"/>
              </a:ext>
            </a:extLst>
          </p:cNvPr>
          <p:cNvSpPr>
            <a:spLocks noGrp="1"/>
          </p:cNvSpPr>
          <p:nvPr>
            <p:ph type="body" sz="quarter" idx="39" hasCustomPrompt="1"/>
          </p:nvPr>
        </p:nvSpPr>
        <p:spPr>
          <a:xfrm>
            <a:off x="2980178" y="4101793"/>
            <a:ext cx="1296000" cy="1439375"/>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tx1"/>
                </a:solidFill>
                <a:latin typeface="Graphik Semibold" panose="020B0503030202060203" pitchFamily="34" charset="77"/>
                <a:ea typeface="+mn-ea"/>
                <a:cs typeface="+mn-cs"/>
              </a:defRPr>
            </a:lvl1pPr>
            <a:lvl2pPr marL="0" indent="0">
              <a:spcAft>
                <a:spcPts val="800"/>
              </a:spcAft>
              <a:buNone/>
              <a:defRPr lang="en-US" sz="1000" b="1" i="0" kern="1200">
                <a:solidFill>
                  <a:schemeClr val="tx1"/>
                </a:solidFill>
                <a:latin typeface="Graphik Semibold" panose="020B0503030202060203" pitchFamily="34" charset="77"/>
                <a:ea typeface="+mn-ea"/>
                <a:cs typeface="+mn-cs"/>
              </a:defRPr>
            </a:lvl2pPr>
            <a:lvl3pPr marL="0" indent="0">
              <a:spcAft>
                <a:spcPts val="267"/>
              </a:spcAft>
              <a:buNone/>
              <a:defRPr sz="10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0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
        <p:nvSpPr>
          <p:cNvPr id="71" name="Text Placeholder 5">
            <a:extLst>
              <a:ext uri="{FF2B5EF4-FFF2-40B4-BE49-F238E27FC236}">
                <a16:creationId xmlns:a16="http://schemas.microsoft.com/office/drawing/2014/main" id="{27B74B01-5E96-C593-2AE8-1AC067D6CF5C}"/>
              </a:ext>
            </a:extLst>
          </p:cNvPr>
          <p:cNvSpPr>
            <a:spLocks noGrp="1"/>
          </p:cNvSpPr>
          <p:nvPr>
            <p:ph type="body" sz="quarter" idx="40" hasCustomPrompt="1"/>
          </p:nvPr>
        </p:nvSpPr>
        <p:spPr>
          <a:xfrm>
            <a:off x="4540034" y="4101793"/>
            <a:ext cx="1296000" cy="1439375"/>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tx1"/>
                </a:solidFill>
                <a:latin typeface="Graphik Semibold" panose="020B0503030202060203" pitchFamily="34" charset="77"/>
                <a:ea typeface="+mn-ea"/>
                <a:cs typeface="+mn-cs"/>
              </a:defRPr>
            </a:lvl1pPr>
            <a:lvl2pPr marL="0" indent="0">
              <a:spcAft>
                <a:spcPts val="800"/>
              </a:spcAft>
              <a:buNone/>
              <a:defRPr lang="en-US" sz="1000" b="1" i="0" kern="1200">
                <a:solidFill>
                  <a:schemeClr val="tx1"/>
                </a:solidFill>
                <a:latin typeface="Graphik Semibold" panose="020B0503030202060203" pitchFamily="34" charset="77"/>
                <a:ea typeface="+mn-ea"/>
                <a:cs typeface="+mn-cs"/>
              </a:defRPr>
            </a:lvl2pPr>
            <a:lvl3pPr marL="0" indent="0">
              <a:spcAft>
                <a:spcPts val="267"/>
              </a:spcAft>
              <a:buNone/>
              <a:defRPr sz="10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0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
        <p:nvSpPr>
          <p:cNvPr id="72" name="Text Placeholder 6">
            <a:extLst>
              <a:ext uri="{FF2B5EF4-FFF2-40B4-BE49-F238E27FC236}">
                <a16:creationId xmlns:a16="http://schemas.microsoft.com/office/drawing/2014/main" id="{77DA96FA-342F-3709-1656-B7FC6C905DFA}"/>
              </a:ext>
            </a:extLst>
          </p:cNvPr>
          <p:cNvSpPr>
            <a:spLocks noGrp="1"/>
          </p:cNvSpPr>
          <p:nvPr>
            <p:ph type="body" sz="quarter" idx="41" hasCustomPrompt="1"/>
          </p:nvPr>
        </p:nvSpPr>
        <p:spPr>
          <a:xfrm>
            <a:off x="6099890" y="4101793"/>
            <a:ext cx="1296000" cy="1439375"/>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tx1"/>
                </a:solidFill>
                <a:latin typeface="Graphik Semibold" panose="020B0503030202060203" pitchFamily="34" charset="77"/>
                <a:ea typeface="+mn-ea"/>
                <a:cs typeface="+mn-cs"/>
              </a:defRPr>
            </a:lvl1pPr>
            <a:lvl2pPr marL="0" indent="0">
              <a:spcAft>
                <a:spcPts val="800"/>
              </a:spcAft>
              <a:buNone/>
              <a:defRPr lang="en-US" sz="1000" b="1" i="0" kern="1200">
                <a:solidFill>
                  <a:schemeClr val="tx1"/>
                </a:solidFill>
                <a:latin typeface="Graphik Semibold" panose="020B0503030202060203" pitchFamily="34" charset="77"/>
                <a:ea typeface="+mn-ea"/>
                <a:cs typeface="+mn-cs"/>
              </a:defRPr>
            </a:lvl2pPr>
            <a:lvl3pPr marL="0" indent="0">
              <a:spcAft>
                <a:spcPts val="267"/>
              </a:spcAft>
              <a:buNone/>
              <a:defRPr sz="10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0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
        <p:nvSpPr>
          <p:cNvPr id="73" name="Text Placeholder 7">
            <a:extLst>
              <a:ext uri="{FF2B5EF4-FFF2-40B4-BE49-F238E27FC236}">
                <a16:creationId xmlns:a16="http://schemas.microsoft.com/office/drawing/2014/main" id="{DED6B8B6-1CF0-A57B-C39A-E87D9D3570EB}"/>
              </a:ext>
            </a:extLst>
          </p:cNvPr>
          <p:cNvSpPr>
            <a:spLocks noGrp="1"/>
          </p:cNvSpPr>
          <p:nvPr>
            <p:ph type="body" sz="quarter" idx="42" hasCustomPrompt="1"/>
          </p:nvPr>
        </p:nvSpPr>
        <p:spPr>
          <a:xfrm>
            <a:off x="7659746" y="4101793"/>
            <a:ext cx="1296000" cy="1439375"/>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tx1"/>
                </a:solidFill>
                <a:latin typeface="Graphik Semibold" panose="020B0503030202060203" pitchFamily="34" charset="77"/>
                <a:ea typeface="+mn-ea"/>
                <a:cs typeface="+mn-cs"/>
              </a:defRPr>
            </a:lvl1pPr>
            <a:lvl2pPr marL="0" indent="0">
              <a:spcAft>
                <a:spcPts val="800"/>
              </a:spcAft>
              <a:buNone/>
              <a:defRPr lang="en-US" sz="1000" b="1" i="0" kern="1200">
                <a:solidFill>
                  <a:schemeClr val="tx1"/>
                </a:solidFill>
                <a:latin typeface="Graphik Semibold" panose="020B0503030202060203" pitchFamily="34" charset="77"/>
                <a:ea typeface="+mn-ea"/>
                <a:cs typeface="+mn-cs"/>
              </a:defRPr>
            </a:lvl2pPr>
            <a:lvl3pPr marL="0" indent="0">
              <a:spcAft>
                <a:spcPts val="267"/>
              </a:spcAft>
              <a:buNone/>
              <a:defRPr sz="10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0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
        <p:nvSpPr>
          <p:cNvPr id="74" name="Text Placeholder 8">
            <a:extLst>
              <a:ext uri="{FF2B5EF4-FFF2-40B4-BE49-F238E27FC236}">
                <a16:creationId xmlns:a16="http://schemas.microsoft.com/office/drawing/2014/main" id="{0A4ACC4B-F1AD-98A5-3F4F-0528E81C50E6}"/>
              </a:ext>
            </a:extLst>
          </p:cNvPr>
          <p:cNvSpPr>
            <a:spLocks noGrp="1"/>
          </p:cNvSpPr>
          <p:nvPr>
            <p:ph type="body" sz="quarter" idx="43" hasCustomPrompt="1"/>
          </p:nvPr>
        </p:nvSpPr>
        <p:spPr>
          <a:xfrm>
            <a:off x="9219600" y="4101793"/>
            <a:ext cx="1296000" cy="1439375"/>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tx1"/>
                </a:solidFill>
                <a:latin typeface="Graphik Semibold" panose="020B0503030202060203" pitchFamily="34" charset="77"/>
                <a:ea typeface="+mn-ea"/>
                <a:cs typeface="+mn-cs"/>
              </a:defRPr>
            </a:lvl1pPr>
            <a:lvl2pPr marL="0" indent="0">
              <a:spcAft>
                <a:spcPts val="800"/>
              </a:spcAft>
              <a:buNone/>
              <a:defRPr lang="en-US" sz="1000" b="1" i="0" kern="1200">
                <a:solidFill>
                  <a:schemeClr val="tx1"/>
                </a:solidFill>
                <a:latin typeface="Graphik Semibold" panose="020B0503030202060203" pitchFamily="34" charset="77"/>
                <a:ea typeface="+mn-ea"/>
                <a:cs typeface="+mn-cs"/>
              </a:defRPr>
            </a:lvl2pPr>
            <a:lvl3pPr marL="0" indent="0">
              <a:spcAft>
                <a:spcPts val="267"/>
              </a:spcAft>
              <a:buNone/>
              <a:defRPr sz="10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0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Tree>
    <p:extLst>
      <p:ext uri="{BB962C8B-B14F-4D97-AF65-F5344CB8AC3E}">
        <p14:creationId xmlns:p14="http://schemas.microsoft.com/office/powerpoint/2010/main" val="10351126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777">
          <p15:clr>
            <a:srgbClr val="C35EA4"/>
          </p15:clr>
        </p15:guide>
      </p15:sldGuideLst>
    </p:ext>
  </p:extLst>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Content: team 2 + dark mode">
    <p:bg>
      <p:bgRef idx="1001">
        <a:schemeClr val="bg1"/>
      </p:bgRef>
    </p:bg>
    <p:spTree>
      <p:nvGrpSpPr>
        <p:cNvPr id="1" name=""/>
        <p:cNvGrpSpPr/>
        <p:nvPr/>
      </p:nvGrpSpPr>
      <p:grpSpPr>
        <a:xfrm>
          <a:off x="0" y="0"/>
          <a:ext cx="0" cy="0"/>
          <a:chOff x="0" y="0"/>
          <a:chExt cx="0" cy="0"/>
        </a:xfrm>
      </p:grpSpPr>
      <p:sp>
        <p:nvSpPr>
          <p:cNvPr id="48" name="Title 2">
            <a:extLst>
              <a:ext uri="{FF2B5EF4-FFF2-40B4-BE49-F238E27FC236}">
                <a16:creationId xmlns:a16="http://schemas.microsoft.com/office/drawing/2014/main" id="{EE96B902-DA40-F453-88BF-C5A865B07A86}"/>
              </a:ext>
            </a:extLst>
          </p:cNvPr>
          <p:cNvSpPr>
            <a:spLocks noGrp="1"/>
          </p:cNvSpPr>
          <p:nvPr>
            <p:ph type="title"/>
          </p:nvPr>
        </p:nvSpPr>
        <p:spPr>
          <a:xfrm>
            <a:off x="556467" y="572600"/>
            <a:ext cx="11084672" cy="393954"/>
          </a:xfrm>
        </p:spPr>
        <p:txBody>
          <a:bodyPr/>
          <a:lstStyle/>
          <a:p>
            <a:r>
              <a:rPr lang="en-GB"/>
              <a:t>Click to edit Master title style</a:t>
            </a:r>
            <a:endParaRPr lang="en-US"/>
          </a:p>
        </p:txBody>
      </p:sp>
      <p:sp>
        <p:nvSpPr>
          <p:cNvPr id="47" name="Text Placeholder 3">
            <a:extLst>
              <a:ext uri="{FF2B5EF4-FFF2-40B4-BE49-F238E27FC236}">
                <a16:creationId xmlns:a16="http://schemas.microsoft.com/office/drawing/2014/main" id="{BAE735C4-1315-5604-E715-00812A74737C}"/>
              </a:ext>
            </a:extLst>
          </p:cNvPr>
          <p:cNvSpPr>
            <a:spLocks noGrp="1"/>
          </p:cNvSpPr>
          <p:nvPr>
            <p:ph type="body" sz="quarter" idx="26" hasCustomPrompt="1"/>
          </p:nvPr>
        </p:nvSpPr>
        <p:spPr>
          <a:xfrm>
            <a:off x="563411" y="1109663"/>
            <a:ext cx="11084673" cy="384048"/>
          </a:xfrm>
          <a:prstGeom prst="rect">
            <a:avLst/>
          </a:prstGeom>
        </p:spPr>
        <p:txBody>
          <a:bodyPr anchor="t"/>
          <a:lstStyle>
            <a:lvl1pPr marL="0" indent="0">
              <a:spcAft>
                <a:spcPts val="0"/>
              </a:spcAft>
              <a:buNone/>
              <a:defRPr sz="1800" b="0" i="0">
                <a:solidFill>
                  <a:schemeClr val="tx1"/>
                </a:solidFill>
                <a:latin typeface="Graphik" panose="020B0503030202060203" pitchFamily="34" charset="77"/>
              </a:defRPr>
            </a:lvl1pPr>
          </a:lstStyle>
          <a:p>
            <a:pPr lvl="0"/>
            <a:r>
              <a:rPr lang="en-GB"/>
              <a:t>Place subtitle here in </a:t>
            </a:r>
            <a:r>
              <a:rPr lang="en-GB" err="1"/>
              <a:t>Graphik</a:t>
            </a:r>
            <a:r>
              <a:rPr lang="en-GB"/>
              <a:t> regular</a:t>
            </a:r>
            <a:endParaRPr lang="en-US"/>
          </a:p>
        </p:txBody>
      </p:sp>
      <p:sp>
        <p:nvSpPr>
          <p:cNvPr id="61" name="Picture Placeholder 2">
            <a:extLst>
              <a:ext uri="{FF2B5EF4-FFF2-40B4-BE49-F238E27FC236}">
                <a16:creationId xmlns:a16="http://schemas.microsoft.com/office/drawing/2014/main" id="{F0E9B0EE-00BA-77AC-391E-0B1F0E1E8A9C}"/>
              </a:ext>
            </a:extLst>
          </p:cNvPr>
          <p:cNvSpPr>
            <a:spLocks noGrp="1" noChangeAspect="1"/>
          </p:cNvSpPr>
          <p:nvPr>
            <p:ph type="pic" sz="quarter" idx="14" hasCustomPrompt="1"/>
          </p:nvPr>
        </p:nvSpPr>
        <p:spPr>
          <a:xfrm>
            <a:off x="1420322" y="2629388"/>
            <a:ext cx="1180800" cy="1180800"/>
          </a:xfrm>
          <a:prstGeom prst="rect">
            <a:avLst/>
          </a:prstGeom>
          <a:solidFill>
            <a:schemeClr val="tx1">
              <a:lumMod val="95000"/>
            </a:schemeClr>
          </a:solidFill>
        </p:spPr>
        <p:txBody>
          <a:bodyPr lIns="91440" tIns="0" anchor="ctr"/>
          <a:lstStyle>
            <a:lvl1pPr marL="0" indent="0" algn="ctr">
              <a:buNone/>
              <a:defRPr sz="1400" b="0" i="0">
                <a:solidFill>
                  <a:schemeClr val="bg1"/>
                </a:solidFill>
                <a:latin typeface="Graphik" panose="020B0503030202060203" pitchFamily="34" charset="77"/>
              </a:defRPr>
            </a:lvl1pPr>
          </a:lstStyle>
          <a:p>
            <a:r>
              <a:rPr lang="en-GB"/>
              <a:t>Add profile photo</a:t>
            </a:r>
            <a:endParaRPr lang="en-US"/>
          </a:p>
        </p:txBody>
      </p:sp>
      <p:sp>
        <p:nvSpPr>
          <p:cNvPr id="62" name="Picture Placeholder 4">
            <a:extLst>
              <a:ext uri="{FF2B5EF4-FFF2-40B4-BE49-F238E27FC236}">
                <a16:creationId xmlns:a16="http://schemas.microsoft.com/office/drawing/2014/main" id="{8A6DE4FC-AD43-5522-F3DC-8CCFCDC5C1AC}"/>
              </a:ext>
            </a:extLst>
          </p:cNvPr>
          <p:cNvSpPr>
            <a:spLocks noGrp="1" noChangeAspect="1"/>
          </p:cNvSpPr>
          <p:nvPr>
            <p:ph type="pic" sz="quarter" idx="15" hasCustomPrompt="1"/>
          </p:nvPr>
        </p:nvSpPr>
        <p:spPr>
          <a:xfrm>
            <a:off x="2980178" y="2629388"/>
            <a:ext cx="1180800" cy="1180800"/>
          </a:xfrm>
          <a:prstGeom prst="rect">
            <a:avLst/>
          </a:prstGeom>
          <a:solidFill>
            <a:schemeClr val="tx1">
              <a:lumMod val="95000"/>
            </a:schemeClr>
          </a:solidFill>
        </p:spPr>
        <p:txBody>
          <a:bodyPr vert="horz" lIns="91440" tIns="0" rIns="0" bIns="0" rtlCol="0" anchor="ctr">
            <a:noAutofit/>
          </a:bodyPr>
          <a:lstStyle>
            <a:lvl1pPr marL="0" indent="0" algn="ctr">
              <a:buNone/>
              <a:defRPr lang="en-US" sz="1400" b="0" i="0" dirty="0">
                <a:solidFill>
                  <a:schemeClr val="bg1"/>
                </a:solidFill>
                <a:latin typeface="Graphik" panose="020B0503030202060203" pitchFamily="34" charset="77"/>
              </a:defRPr>
            </a:lvl1pPr>
          </a:lstStyle>
          <a:p>
            <a:pPr lvl="0"/>
            <a:r>
              <a:rPr lang="en-GB"/>
              <a:t>Add profile photo</a:t>
            </a:r>
            <a:endParaRPr lang="en-US"/>
          </a:p>
        </p:txBody>
      </p:sp>
      <p:sp>
        <p:nvSpPr>
          <p:cNvPr id="63" name="Picture Placeholder 6">
            <a:extLst>
              <a:ext uri="{FF2B5EF4-FFF2-40B4-BE49-F238E27FC236}">
                <a16:creationId xmlns:a16="http://schemas.microsoft.com/office/drawing/2014/main" id="{1BD069D5-BE5E-6066-FCA3-0DF229CA234F}"/>
              </a:ext>
            </a:extLst>
          </p:cNvPr>
          <p:cNvSpPr>
            <a:spLocks noGrp="1" noChangeAspect="1"/>
          </p:cNvSpPr>
          <p:nvPr>
            <p:ph type="pic" sz="quarter" idx="16" hasCustomPrompt="1"/>
          </p:nvPr>
        </p:nvSpPr>
        <p:spPr>
          <a:xfrm>
            <a:off x="4540034" y="2629388"/>
            <a:ext cx="1180800" cy="1180800"/>
          </a:xfrm>
          <a:prstGeom prst="rect">
            <a:avLst/>
          </a:prstGeom>
          <a:solidFill>
            <a:schemeClr val="tx1">
              <a:lumMod val="95000"/>
            </a:schemeClr>
          </a:solidFill>
        </p:spPr>
        <p:txBody>
          <a:bodyPr vert="horz" lIns="91440" tIns="0" rIns="0" bIns="0" rtlCol="0" anchor="ctr">
            <a:noAutofit/>
          </a:bodyPr>
          <a:lstStyle>
            <a:lvl1pPr marL="0" indent="0" algn="ctr">
              <a:buNone/>
              <a:defRPr lang="en-US" sz="1400" b="0" i="0" dirty="0">
                <a:solidFill>
                  <a:schemeClr val="bg1"/>
                </a:solidFill>
                <a:latin typeface="Graphik" panose="020B0503030202060203" pitchFamily="34" charset="77"/>
              </a:defRPr>
            </a:lvl1pPr>
          </a:lstStyle>
          <a:p>
            <a:pPr lvl="0"/>
            <a:r>
              <a:rPr lang="en-GB"/>
              <a:t>Add profile photo</a:t>
            </a:r>
            <a:endParaRPr lang="en-US"/>
          </a:p>
        </p:txBody>
      </p:sp>
      <p:sp>
        <p:nvSpPr>
          <p:cNvPr id="64" name="Picture Placeholder 8">
            <a:extLst>
              <a:ext uri="{FF2B5EF4-FFF2-40B4-BE49-F238E27FC236}">
                <a16:creationId xmlns:a16="http://schemas.microsoft.com/office/drawing/2014/main" id="{9411D50B-1629-1008-57E7-75FEA9042E4C}"/>
              </a:ext>
            </a:extLst>
          </p:cNvPr>
          <p:cNvSpPr>
            <a:spLocks noGrp="1" noChangeAspect="1"/>
          </p:cNvSpPr>
          <p:nvPr>
            <p:ph type="pic" sz="quarter" idx="17" hasCustomPrompt="1"/>
          </p:nvPr>
        </p:nvSpPr>
        <p:spPr>
          <a:xfrm>
            <a:off x="6099890" y="2629388"/>
            <a:ext cx="1180800" cy="1180800"/>
          </a:xfrm>
          <a:prstGeom prst="rect">
            <a:avLst/>
          </a:prstGeom>
          <a:solidFill>
            <a:schemeClr val="tx1">
              <a:lumMod val="95000"/>
            </a:schemeClr>
          </a:solidFill>
        </p:spPr>
        <p:txBody>
          <a:bodyPr vert="horz" lIns="91440" tIns="0" rIns="0" bIns="0" rtlCol="0" anchor="ctr">
            <a:noAutofit/>
          </a:bodyPr>
          <a:lstStyle>
            <a:lvl1pPr marL="0" indent="0" algn="ctr">
              <a:buNone/>
              <a:defRPr lang="en-US" sz="1400" b="0" i="0" dirty="0">
                <a:solidFill>
                  <a:schemeClr val="bg1"/>
                </a:solidFill>
                <a:latin typeface="Graphik" panose="020B0503030202060203" pitchFamily="34" charset="77"/>
              </a:defRPr>
            </a:lvl1pPr>
          </a:lstStyle>
          <a:p>
            <a:pPr lvl="0"/>
            <a:r>
              <a:rPr lang="en-GB"/>
              <a:t>Add profile photo</a:t>
            </a:r>
            <a:endParaRPr lang="en-US"/>
          </a:p>
        </p:txBody>
      </p:sp>
      <p:sp>
        <p:nvSpPr>
          <p:cNvPr id="65" name="Picture Placeholder 10">
            <a:extLst>
              <a:ext uri="{FF2B5EF4-FFF2-40B4-BE49-F238E27FC236}">
                <a16:creationId xmlns:a16="http://schemas.microsoft.com/office/drawing/2014/main" id="{ADF38582-16D1-8220-29AD-F720575DB7C5}"/>
              </a:ext>
            </a:extLst>
          </p:cNvPr>
          <p:cNvSpPr>
            <a:spLocks noGrp="1" noChangeAspect="1"/>
          </p:cNvSpPr>
          <p:nvPr>
            <p:ph type="pic" sz="quarter" idx="24" hasCustomPrompt="1"/>
          </p:nvPr>
        </p:nvSpPr>
        <p:spPr>
          <a:xfrm>
            <a:off x="7659746" y="2629388"/>
            <a:ext cx="1180800" cy="1180800"/>
          </a:xfrm>
          <a:prstGeom prst="rect">
            <a:avLst/>
          </a:prstGeom>
          <a:solidFill>
            <a:schemeClr val="tx1">
              <a:lumMod val="95000"/>
            </a:schemeClr>
          </a:solidFill>
        </p:spPr>
        <p:txBody>
          <a:bodyPr vert="horz" lIns="91440" tIns="0" rIns="0" bIns="0" rtlCol="0" anchor="ctr">
            <a:noAutofit/>
          </a:bodyPr>
          <a:lstStyle>
            <a:lvl1pPr marL="0" indent="0" algn="ctr">
              <a:buNone/>
              <a:defRPr lang="en-US" sz="1400" b="0" i="0" dirty="0">
                <a:solidFill>
                  <a:schemeClr val="bg1"/>
                </a:solidFill>
                <a:latin typeface="Graphik" panose="020B0503030202060203" pitchFamily="34" charset="77"/>
              </a:defRPr>
            </a:lvl1pPr>
          </a:lstStyle>
          <a:p>
            <a:pPr lvl="0"/>
            <a:r>
              <a:rPr lang="en-GB"/>
              <a:t>Add profile photo</a:t>
            </a:r>
            <a:endParaRPr lang="en-US"/>
          </a:p>
        </p:txBody>
      </p:sp>
      <p:sp>
        <p:nvSpPr>
          <p:cNvPr id="66" name="Picture Placeholder 12">
            <a:extLst>
              <a:ext uri="{FF2B5EF4-FFF2-40B4-BE49-F238E27FC236}">
                <a16:creationId xmlns:a16="http://schemas.microsoft.com/office/drawing/2014/main" id="{97C37837-0060-AD69-31D2-1F8111CE8665}"/>
              </a:ext>
            </a:extLst>
          </p:cNvPr>
          <p:cNvSpPr>
            <a:spLocks noGrp="1" noChangeAspect="1"/>
          </p:cNvSpPr>
          <p:nvPr>
            <p:ph type="pic" sz="quarter" idx="18" hasCustomPrompt="1"/>
          </p:nvPr>
        </p:nvSpPr>
        <p:spPr>
          <a:xfrm>
            <a:off x="9219600" y="2629388"/>
            <a:ext cx="1180800" cy="1180800"/>
          </a:xfrm>
          <a:prstGeom prst="rect">
            <a:avLst/>
          </a:prstGeom>
          <a:solidFill>
            <a:schemeClr val="tx1">
              <a:lumMod val="95000"/>
            </a:schemeClr>
          </a:solidFill>
        </p:spPr>
        <p:txBody>
          <a:bodyPr vert="horz" lIns="91440" tIns="0" rIns="0" bIns="0" rtlCol="0" anchor="ctr">
            <a:noAutofit/>
          </a:bodyPr>
          <a:lstStyle>
            <a:lvl1pPr marL="0" indent="0" algn="ctr">
              <a:buNone/>
              <a:defRPr lang="en-US" sz="1400" b="0" i="0" dirty="0">
                <a:solidFill>
                  <a:schemeClr val="bg1"/>
                </a:solidFill>
                <a:latin typeface="Graphik" panose="020B0503030202060203" pitchFamily="34" charset="77"/>
              </a:defRPr>
            </a:lvl1pPr>
          </a:lstStyle>
          <a:p>
            <a:pPr lvl="0"/>
            <a:r>
              <a:rPr lang="en-GB"/>
              <a:t>Add profile photo</a:t>
            </a:r>
            <a:endParaRPr lang="en-US"/>
          </a:p>
        </p:txBody>
      </p:sp>
      <p:sp>
        <p:nvSpPr>
          <p:cNvPr id="67" name="Text Placeholder 3">
            <a:extLst>
              <a:ext uri="{FF2B5EF4-FFF2-40B4-BE49-F238E27FC236}">
                <a16:creationId xmlns:a16="http://schemas.microsoft.com/office/drawing/2014/main" id="{E38C952C-69EF-B109-2D9A-0E1226273D9A}"/>
              </a:ext>
            </a:extLst>
          </p:cNvPr>
          <p:cNvSpPr>
            <a:spLocks noGrp="1"/>
          </p:cNvSpPr>
          <p:nvPr>
            <p:ph type="body" sz="quarter" idx="38" hasCustomPrompt="1"/>
          </p:nvPr>
        </p:nvSpPr>
        <p:spPr>
          <a:xfrm>
            <a:off x="1420322" y="4101793"/>
            <a:ext cx="1296000" cy="1439375"/>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accent2"/>
                </a:solidFill>
                <a:latin typeface="Graphik Semibold" panose="020B0503030202060203" pitchFamily="34" charset="77"/>
                <a:ea typeface="+mn-ea"/>
                <a:cs typeface="+mn-cs"/>
              </a:defRPr>
            </a:lvl1pPr>
            <a:lvl2pPr marL="0" indent="0">
              <a:spcAft>
                <a:spcPts val="800"/>
              </a:spcAft>
              <a:buNone/>
              <a:defRPr sz="1000" b="1" i="0">
                <a:solidFill>
                  <a:schemeClr val="accent2"/>
                </a:solidFill>
                <a:latin typeface="Graphik Semibold" panose="020B0503030202060203" pitchFamily="34" charset="77"/>
              </a:defRPr>
            </a:lvl2pPr>
            <a:lvl3pPr marL="0" indent="0">
              <a:spcAft>
                <a:spcPts val="267"/>
              </a:spcAft>
              <a:buNone/>
              <a:defRPr sz="10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000" b="0" i="0">
                <a:solidFill>
                  <a:schemeClr val="tx1"/>
                </a:solidFill>
                <a:latin typeface="Graphik" panose="020B0503030202060203" pitchFamily="34" charset="77"/>
              </a:defRPr>
            </a:lvl4pPr>
            <a:lvl5pPr>
              <a:spcAft>
                <a:spcPts val="600"/>
              </a:spcAft>
              <a:defRPr sz="1600"/>
            </a:lvl5pPr>
          </a:lstStyle>
          <a:p>
            <a:pPr lvl="0"/>
            <a:r>
              <a:rPr lang="en-US"/>
              <a:t>First name</a:t>
            </a:r>
          </a:p>
          <a:p>
            <a:pPr lvl="1"/>
            <a:r>
              <a:rPr lang="en-US"/>
              <a:t>Surname or Role</a:t>
            </a:r>
          </a:p>
          <a:p>
            <a:pPr lvl="2"/>
            <a:r>
              <a:rPr lang="en-US"/>
              <a:t>Short bio</a:t>
            </a:r>
          </a:p>
          <a:p>
            <a:pPr lvl="3"/>
            <a:r>
              <a:rPr lang="en-US"/>
              <a:t>Bullet point</a:t>
            </a:r>
          </a:p>
        </p:txBody>
      </p:sp>
      <p:sp>
        <p:nvSpPr>
          <p:cNvPr id="68" name="Text Placeholder 4">
            <a:extLst>
              <a:ext uri="{FF2B5EF4-FFF2-40B4-BE49-F238E27FC236}">
                <a16:creationId xmlns:a16="http://schemas.microsoft.com/office/drawing/2014/main" id="{DE8A2EE3-FD03-89B1-82A0-A678E022E3DD}"/>
              </a:ext>
            </a:extLst>
          </p:cNvPr>
          <p:cNvSpPr>
            <a:spLocks noGrp="1"/>
          </p:cNvSpPr>
          <p:nvPr>
            <p:ph type="body" sz="quarter" idx="39" hasCustomPrompt="1"/>
          </p:nvPr>
        </p:nvSpPr>
        <p:spPr>
          <a:xfrm>
            <a:off x="2980178" y="4101793"/>
            <a:ext cx="1296000" cy="1439375"/>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accent2"/>
                </a:solidFill>
                <a:latin typeface="Graphik Semibold" panose="020B0503030202060203" pitchFamily="34" charset="77"/>
                <a:ea typeface="+mn-ea"/>
                <a:cs typeface="+mn-cs"/>
              </a:defRPr>
            </a:lvl1pPr>
            <a:lvl2pPr marL="0" indent="0">
              <a:spcAft>
                <a:spcPts val="800"/>
              </a:spcAft>
              <a:buNone/>
              <a:defRPr lang="en-US" sz="1000" b="1" i="0" kern="1200">
                <a:solidFill>
                  <a:schemeClr val="accent2"/>
                </a:solidFill>
                <a:latin typeface="Graphik Semibold" panose="020B0503030202060203" pitchFamily="34" charset="77"/>
                <a:ea typeface="+mn-ea"/>
                <a:cs typeface="+mn-cs"/>
              </a:defRPr>
            </a:lvl2pPr>
            <a:lvl3pPr marL="0" indent="0">
              <a:spcAft>
                <a:spcPts val="267"/>
              </a:spcAft>
              <a:buNone/>
              <a:defRPr sz="10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0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
        <p:nvSpPr>
          <p:cNvPr id="69" name="Text Placeholder 5">
            <a:extLst>
              <a:ext uri="{FF2B5EF4-FFF2-40B4-BE49-F238E27FC236}">
                <a16:creationId xmlns:a16="http://schemas.microsoft.com/office/drawing/2014/main" id="{F179A0E0-1EF9-E854-A005-C3FFC783DADA}"/>
              </a:ext>
            </a:extLst>
          </p:cNvPr>
          <p:cNvSpPr>
            <a:spLocks noGrp="1"/>
          </p:cNvSpPr>
          <p:nvPr>
            <p:ph type="body" sz="quarter" idx="40" hasCustomPrompt="1"/>
          </p:nvPr>
        </p:nvSpPr>
        <p:spPr>
          <a:xfrm>
            <a:off x="4540034" y="4101793"/>
            <a:ext cx="1296000" cy="1439375"/>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accent2"/>
                </a:solidFill>
                <a:latin typeface="Graphik Semibold" panose="020B0503030202060203" pitchFamily="34" charset="77"/>
                <a:ea typeface="+mn-ea"/>
                <a:cs typeface="+mn-cs"/>
              </a:defRPr>
            </a:lvl1pPr>
            <a:lvl2pPr marL="0" indent="0">
              <a:spcAft>
                <a:spcPts val="800"/>
              </a:spcAft>
              <a:buNone/>
              <a:defRPr lang="en-US" sz="1000" b="1" i="0" kern="1200">
                <a:solidFill>
                  <a:schemeClr val="accent2"/>
                </a:solidFill>
                <a:latin typeface="Graphik Semibold" panose="020B0503030202060203" pitchFamily="34" charset="77"/>
                <a:ea typeface="+mn-ea"/>
                <a:cs typeface="+mn-cs"/>
              </a:defRPr>
            </a:lvl2pPr>
            <a:lvl3pPr marL="0" indent="0">
              <a:spcAft>
                <a:spcPts val="267"/>
              </a:spcAft>
              <a:buNone/>
              <a:defRPr sz="10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0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
        <p:nvSpPr>
          <p:cNvPr id="70" name="Text Placeholder 6">
            <a:extLst>
              <a:ext uri="{FF2B5EF4-FFF2-40B4-BE49-F238E27FC236}">
                <a16:creationId xmlns:a16="http://schemas.microsoft.com/office/drawing/2014/main" id="{98575771-F64F-E2C2-0963-4F7DA15F5336}"/>
              </a:ext>
            </a:extLst>
          </p:cNvPr>
          <p:cNvSpPr>
            <a:spLocks noGrp="1"/>
          </p:cNvSpPr>
          <p:nvPr>
            <p:ph type="body" sz="quarter" idx="41" hasCustomPrompt="1"/>
          </p:nvPr>
        </p:nvSpPr>
        <p:spPr>
          <a:xfrm>
            <a:off x="6099890" y="4101793"/>
            <a:ext cx="1296000" cy="1439375"/>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accent2"/>
                </a:solidFill>
                <a:latin typeface="Graphik Semibold" panose="020B0503030202060203" pitchFamily="34" charset="77"/>
                <a:ea typeface="+mn-ea"/>
                <a:cs typeface="+mn-cs"/>
              </a:defRPr>
            </a:lvl1pPr>
            <a:lvl2pPr marL="0" indent="0">
              <a:spcAft>
                <a:spcPts val="800"/>
              </a:spcAft>
              <a:buNone/>
              <a:defRPr lang="en-US" sz="1000" b="1" i="0" kern="1200">
                <a:solidFill>
                  <a:schemeClr val="accent2"/>
                </a:solidFill>
                <a:latin typeface="Graphik Semibold" panose="020B0503030202060203" pitchFamily="34" charset="77"/>
                <a:ea typeface="+mn-ea"/>
                <a:cs typeface="+mn-cs"/>
              </a:defRPr>
            </a:lvl2pPr>
            <a:lvl3pPr marL="0" indent="0">
              <a:spcAft>
                <a:spcPts val="267"/>
              </a:spcAft>
              <a:buNone/>
              <a:defRPr sz="10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0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
        <p:nvSpPr>
          <p:cNvPr id="71" name="Text Placeholder 7">
            <a:extLst>
              <a:ext uri="{FF2B5EF4-FFF2-40B4-BE49-F238E27FC236}">
                <a16:creationId xmlns:a16="http://schemas.microsoft.com/office/drawing/2014/main" id="{6067F82A-448D-AF56-DCF9-8FC95A5EA87D}"/>
              </a:ext>
            </a:extLst>
          </p:cNvPr>
          <p:cNvSpPr>
            <a:spLocks noGrp="1"/>
          </p:cNvSpPr>
          <p:nvPr>
            <p:ph type="body" sz="quarter" idx="42" hasCustomPrompt="1"/>
          </p:nvPr>
        </p:nvSpPr>
        <p:spPr>
          <a:xfrm>
            <a:off x="7659746" y="4101793"/>
            <a:ext cx="1296000" cy="1439375"/>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accent2"/>
                </a:solidFill>
                <a:latin typeface="Graphik Semibold" panose="020B0503030202060203" pitchFamily="34" charset="77"/>
                <a:ea typeface="+mn-ea"/>
                <a:cs typeface="+mn-cs"/>
              </a:defRPr>
            </a:lvl1pPr>
            <a:lvl2pPr marL="0" indent="0">
              <a:spcAft>
                <a:spcPts val="800"/>
              </a:spcAft>
              <a:buNone/>
              <a:defRPr lang="en-US" sz="1000" b="1" i="0" kern="1200">
                <a:solidFill>
                  <a:schemeClr val="accent2"/>
                </a:solidFill>
                <a:latin typeface="Graphik Semibold" panose="020B0503030202060203" pitchFamily="34" charset="77"/>
                <a:ea typeface="+mn-ea"/>
                <a:cs typeface="+mn-cs"/>
              </a:defRPr>
            </a:lvl2pPr>
            <a:lvl3pPr marL="0" indent="0">
              <a:spcAft>
                <a:spcPts val="267"/>
              </a:spcAft>
              <a:buNone/>
              <a:defRPr sz="10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0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
        <p:nvSpPr>
          <p:cNvPr id="72" name="Text Placeholder 8">
            <a:extLst>
              <a:ext uri="{FF2B5EF4-FFF2-40B4-BE49-F238E27FC236}">
                <a16:creationId xmlns:a16="http://schemas.microsoft.com/office/drawing/2014/main" id="{C90D0832-8997-2CF3-4C1C-76EC7DBBE377}"/>
              </a:ext>
            </a:extLst>
          </p:cNvPr>
          <p:cNvSpPr>
            <a:spLocks noGrp="1"/>
          </p:cNvSpPr>
          <p:nvPr>
            <p:ph type="body" sz="quarter" idx="43" hasCustomPrompt="1"/>
          </p:nvPr>
        </p:nvSpPr>
        <p:spPr>
          <a:xfrm>
            <a:off x="9219600" y="4101793"/>
            <a:ext cx="1296000" cy="1439375"/>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accent2"/>
                </a:solidFill>
                <a:latin typeface="Graphik Semibold" panose="020B0503030202060203" pitchFamily="34" charset="77"/>
                <a:ea typeface="+mn-ea"/>
                <a:cs typeface="+mn-cs"/>
              </a:defRPr>
            </a:lvl1pPr>
            <a:lvl2pPr marL="0" indent="0">
              <a:spcAft>
                <a:spcPts val="800"/>
              </a:spcAft>
              <a:buNone/>
              <a:defRPr lang="en-US" sz="1000" b="1" i="0" kern="1200">
                <a:solidFill>
                  <a:schemeClr val="accent2"/>
                </a:solidFill>
                <a:latin typeface="Graphik Semibold" panose="020B0503030202060203" pitchFamily="34" charset="77"/>
                <a:ea typeface="+mn-ea"/>
                <a:cs typeface="+mn-cs"/>
              </a:defRPr>
            </a:lvl2pPr>
            <a:lvl3pPr marL="0" indent="0">
              <a:spcAft>
                <a:spcPts val="267"/>
              </a:spcAft>
              <a:buNone/>
              <a:defRPr sz="10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0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
        <p:nvSpPr>
          <p:cNvPr id="32" name="GTS_WH">
            <a:extLst>
              <a:ext uri="{FF2B5EF4-FFF2-40B4-BE49-F238E27FC236}">
                <a16:creationId xmlns:a16="http://schemas.microsoft.com/office/drawing/2014/main" id="{B49891DC-D80E-4D1B-961E-1B567E0E4535}"/>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Tree>
    <p:extLst>
      <p:ext uri="{BB962C8B-B14F-4D97-AF65-F5344CB8AC3E}">
        <p14:creationId xmlns:p14="http://schemas.microsoft.com/office/powerpoint/2010/main" val="147818241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777">
          <p15:clr>
            <a:srgbClr val="C35EA4"/>
          </p15:clr>
        </p15:guide>
      </p15:sldGuideLst>
    </p:ext>
  </p:extLst>
</p:sldLayout>
</file>

<file path=ppt/slideLayouts/slideLayout90.xml><?xml version="1.0" encoding="utf-8"?>
<p:sldLayout xmlns:a="http://schemas.openxmlformats.org/drawingml/2006/main" xmlns:r="http://schemas.openxmlformats.org/officeDocument/2006/relationships" xmlns:p="http://schemas.openxmlformats.org/presentationml/2006/main" userDrawn="1">
  <p:cSld name="Content: team + column Content: team + column light mode">
    <p:spTree>
      <p:nvGrpSpPr>
        <p:cNvPr id="1" name=""/>
        <p:cNvGrpSpPr/>
        <p:nvPr/>
      </p:nvGrpSpPr>
      <p:grpSpPr>
        <a:xfrm>
          <a:off x="0" y="0"/>
          <a:ext cx="0" cy="0"/>
          <a:chOff x="0" y="0"/>
          <a:chExt cx="0" cy="0"/>
        </a:xfrm>
      </p:grpSpPr>
      <p:sp>
        <p:nvSpPr>
          <p:cNvPr id="4" name="Text Placeholder 2">
            <a:extLst>
              <a:ext uri="{FF2B5EF4-FFF2-40B4-BE49-F238E27FC236}">
                <a16:creationId xmlns:a16="http://schemas.microsoft.com/office/drawing/2014/main" id="{76371931-42F0-694A-9918-74F36725749C}"/>
              </a:ext>
            </a:extLst>
          </p:cNvPr>
          <p:cNvSpPr>
            <a:spLocks noGrp="1"/>
          </p:cNvSpPr>
          <p:nvPr>
            <p:ph type="body" sz="quarter" idx="42" hasCustomPrompt="1"/>
          </p:nvPr>
        </p:nvSpPr>
        <p:spPr>
          <a:xfrm>
            <a:off x="563409" y="1355292"/>
            <a:ext cx="3540355" cy="4757969"/>
          </a:xfrm>
          <a:prstGeom prst="rect">
            <a:avLst/>
          </a:prstGeom>
        </p:spPr>
        <p:txBody>
          <a:bodyPr/>
          <a:lstStyle>
            <a:lvl1pPr marL="0" indent="0">
              <a:buNone/>
              <a:defRPr sz="2000" b="0" i="0">
                <a:latin typeface="Graphik" panose="020B0503030202060203" pitchFamily="34" charset="77"/>
              </a:defRPr>
            </a:lvl1pPr>
            <a:lvl2pPr>
              <a:defRPr sz="1600" b="0" i="0">
                <a:latin typeface="Graphik" panose="020B0503030202060203" pitchFamily="34" charset="77"/>
              </a:defRPr>
            </a:lvl2pPr>
            <a:lvl3pPr>
              <a:defRPr sz="1600" b="0" i="0">
                <a:latin typeface="Graphik" panose="020B0503030202060203" pitchFamily="34" charset="77"/>
              </a:defRPr>
            </a:lvl3pPr>
            <a:lvl4pPr>
              <a:defRPr sz="1400" b="0" i="0">
                <a:latin typeface="Graphik" panose="020B0503030202060203" pitchFamily="34" charset="77"/>
              </a:defRPr>
            </a:lvl4pPr>
            <a:lvl5pPr>
              <a:defRPr sz="1400" b="0" i="0">
                <a:latin typeface="Graphik" panose="020B0503030202060203" pitchFamily="34" charset="77"/>
              </a:defRPr>
            </a:lvl5pPr>
          </a:lstStyle>
          <a:p>
            <a:pPr lvl="0"/>
            <a:r>
              <a:rPr lang="en-US"/>
              <a:t>Place sub-headline </a:t>
            </a:r>
            <a:r>
              <a:rPr lang="en-GB"/>
              <a:t>here in </a:t>
            </a:r>
            <a:r>
              <a:rPr lang="en-GB" err="1"/>
              <a:t>Graphik</a:t>
            </a:r>
            <a:r>
              <a:rPr lang="en-US"/>
              <a:t>, indent for other levels</a:t>
            </a:r>
          </a:p>
          <a:p>
            <a:pPr lvl="1"/>
            <a:r>
              <a:rPr lang="en-US"/>
              <a:t>Second level</a:t>
            </a:r>
          </a:p>
          <a:p>
            <a:pPr lvl="2"/>
            <a:r>
              <a:rPr lang="en-US"/>
              <a:t>Third level bullet</a:t>
            </a:r>
          </a:p>
          <a:p>
            <a:pPr lvl="3"/>
            <a:r>
              <a:rPr lang="en-US"/>
              <a:t>Fourth level bullet</a:t>
            </a:r>
          </a:p>
          <a:p>
            <a:pPr lvl="4"/>
            <a:r>
              <a:rPr lang="en-US"/>
              <a:t>Fifth level bullet</a:t>
            </a:r>
          </a:p>
        </p:txBody>
      </p:sp>
      <p:sp>
        <p:nvSpPr>
          <p:cNvPr id="10" name="Picture Placeholder 6">
            <a:extLst>
              <a:ext uri="{FF2B5EF4-FFF2-40B4-BE49-F238E27FC236}">
                <a16:creationId xmlns:a16="http://schemas.microsoft.com/office/drawing/2014/main" id="{67B8B3ED-3C30-8209-EC37-30BECCCAC6DF}"/>
              </a:ext>
            </a:extLst>
          </p:cNvPr>
          <p:cNvSpPr>
            <a:spLocks noGrp="1" noChangeAspect="1"/>
          </p:cNvSpPr>
          <p:nvPr>
            <p:ph type="pic" sz="quarter" idx="16" hasCustomPrompt="1"/>
          </p:nvPr>
        </p:nvSpPr>
        <p:spPr>
          <a:xfrm>
            <a:off x="4750100" y="1355292"/>
            <a:ext cx="1180800" cy="1180800"/>
          </a:xfrm>
          <a:prstGeom prst="rect">
            <a:avLst/>
          </a:prstGeom>
          <a:solidFill>
            <a:schemeClr val="bg1">
              <a:lumMod val="95000"/>
            </a:schemeClr>
          </a:solidFill>
        </p:spPr>
        <p:txBody>
          <a:bodyPr vert="horz" lIns="0" tIns="0" rIns="0" bIns="0" rtlCol="0" anchor="ctr">
            <a:noAutofit/>
          </a:bodyPr>
          <a:lstStyle>
            <a:lvl1pPr marL="0" indent="0" algn="ctr">
              <a:buNone/>
              <a:defRPr lang="en-US" sz="1400" b="0" i="0" dirty="0">
                <a:solidFill>
                  <a:schemeClr val="tx1"/>
                </a:solidFill>
                <a:latin typeface="Graphik" panose="020B0503030202060203" pitchFamily="34" charset="77"/>
              </a:defRPr>
            </a:lvl1pPr>
          </a:lstStyle>
          <a:p>
            <a:pPr lvl="0"/>
            <a:r>
              <a:rPr lang="en-GB"/>
              <a:t>Add profile photo</a:t>
            </a:r>
            <a:endParaRPr lang="en-US"/>
          </a:p>
        </p:txBody>
      </p:sp>
      <p:sp>
        <p:nvSpPr>
          <p:cNvPr id="11" name="Picture Placeholder 8">
            <a:extLst>
              <a:ext uri="{FF2B5EF4-FFF2-40B4-BE49-F238E27FC236}">
                <a16:creationId xmlns:a16="http://schemas.microsoft.com/office/drawing/2014/main" id="{DC7F0577-7039-34CE-9E81-1E1B5179E19A}"/>
              </a:ext>
            </a:extLst>
          </p:cNvPr>
          <p:cNvSpPr>
            <a:spLocks noGrp="1" noChangeAspect="1"/>
          </p:cNvSpPr>
          <p:nvPr>
            <p:ph type="pic" sz="quarter" idx="17" hasCustomPrompt="1"/>
          </p:nvPr>
        </p:nvSpPr>
        <p:spPr>
          <a:xfrm>
            <a:off x="6532027" y="1355292"/>
            <a:ext cx="1180800" cy="1180800"/>
          </a:xfrm>
          <a:prstGeom prst="rect">
            <a:avLst/>
          </a:prstGeom>
          <a:solidFill>
            <a:schemeClr val="bg1">
              <a:lumMod val="95000"/>
            </a:schemeClr>
          </a:solidFill>
        </p:spPr>
        <p:txBody>
          <a:bodyPr vert="horz" lIns="0" tIns="0" rIns="0" bIns="0" rtlCol="0" anchor="ctr">
            <a:noAutofit/>
          </a:bodyPr>
          <a:lstStyle>
            <a:lvl1pPr marL="0" indent="0" algn="ctr">
              <a:buNone/>
              <a:defRPr lang="en-US" sz="1400" b="0" i="0" dirty="0">
                <a:solidFill>
                  <a:schemeClr val="tx1"/>
                </a:solidFill>
                <a:latin typeface="Graphik" panose="020B0503030202060203" pitchFamily="34" charset="77"/>
              </a:defRPr>
            </a:lvl1pPr>
          </a:lstStyle>
          <a:p>
            <a:pPr lvl="0"/>
            <a:r>
              <a:rPr lang="en-GB"/>
              <a:t>Add profile photo</a:t>
            </a:r>
            <a:endParaRPr lang="en-US"/>
          </a:p>
        </p:txBody>
      </p:sp>
      <p:sp>
        <p:nvSpPr>
          <p:cNvPr id="12" name="Picture Placeholder 10">
            <a:extLst>
              <a:ext uri="{FF2B5EF4-FFF2-40B4-BE49-F238E27FC236}">
                <a16:creationId xmlns:a16="http://schemas.microsoft.com/office/drawing/2014/main" id="{389183D5-43A1-CED9-DE7A-152AD40F1DB9}"/>
              </a:ext>
            </a:extLst>
          </p:cNvPr>
          <p:cNvSpPr>
            <a:spLocks noGrp="1" noChangeAspect="1"/>
          </p:cNvSpPr>
          <p:nvPr>
            <p:ph type="pic" sz="quarter" idx="24" hasCustomPrompt="1"/>
          </p:nvPr>
        </p:nvSpPr>
        <p:spPr>
          <a:xfrm>
            <a:off x="8313954" y="1355292"/>
            <a:ext cx="1180800" cy="1180800"/>
          </a:xfrm>
          <a:prstGeom prst="rect">
            <a:avLst/>
          </a:prstGeom>
          <a:solidFill>
            <a:schemeClr val="bg1">
              <a:lumMod val="95000"/>
            </a:schemeClr>
          </a:solidFill>
        </p:spPr>
        <p:txBody>
          <a:bodyPr vert="horz" lIns="0" tIns="0" rIns="0" bIns="0" rtlCol="0" anchor="ctr">
            <a:noAutofit/>
          </a:bodyPr>
          <a:lstStyle>
            <a:lvl1pPr marL="0" indent="0" algn="ctr">
              <a:buNone/>
              <a:defRPr lang="en-US" sz="1400" b="0" i="0" dirty="0">
                <a:solidFill>
                  <a:schemeClr val="tx1"/>
                </a:solidFill>
                <a:latin typeface="Graphik" panose="020B0503030202060203" pitchFamily="34" charset="77"/>
              </a:defRPr>
            </a:lvl1pPr>
          </a:lstStyle>
          <a:p>
            <a:pPr lvl="0"/>
            <a:r>
              <a:rPr lang="en-GB"/>
              <a:t>Add profile photo</a:t>
            </a:r>
            <a:endParaRPr lang="en-US"/>
          </a:p>
        </p:txBody>
      </p:sp>
      <p:sp>
        <p:nvSpPr>
          <p:cNvPr id="15" name="Picture Placeholder 12">
            <a:extLst>
              <a:ext uri="{FF2B5EF4-FFF2-40B4-BE49-F238E27FC236}">
                <a16:creationId xmlns:a16="http://schemas.microsoft.com/office/drawing/2014/main" id="{5DC001A2-2BC9-E92E-1900-07D1D55C8448}"/>
              </a:ext>
            </a:extLst>
          </p:cNvPr>
          <p:cNvSpPr>
            <a:spLocks noGrp="1" noChangeAspect="1"/>
          </p:cNvSpPr>
          <p:nvPr>
            <p:ph type="pic" sz="quarter" idx="18" hasCustomPrompt="1"/>
          </p:nvPr>
        </p:nvSpPr>
        <p:spPr>
          <a:xfrm>
            <a:off x="10095882" y="1355292"/>
            <a:ext cx="1180800" cy="1180800"/>
          </a:xfrm>
          <a:prstGeom prst="rect">
            <a:avLst/>
          </a:prstGeom>
          <a:solidFill>
            <a:schemeClr val="bg1">
              <a:lumMod val="95000"/>
            </a:schemeClr>
          </a:solidFill>
        </p:spPr>
        <p:txBody>
          <a:bodyPr vert="horz" lIns="0" tIns="0" rIns="0" bIns="0" rtlCol="0" anchor="ctr">
            <a:noAutofit/>
          </a:bodyPr>
          <a:lstStyle>
            <a:lvl1pPr marL="0" indent="0" algn="ctr">
              <a:buNone/>
              <a:defRPr lang="en-US" sz="1400" b="0" i="0" dirty="0">
                <a:solidFill>
                  <a:schemeClr val="tx1"/>
                </a:solidFill>
                <a:latin typeface="Graphik" panose="020B0503030202060203" pitchFamily="34" charset="77"/>
              </a:defRPr>
            </a:lvl1pPr>
          </a:lstStyle>
          <a:p>
            <a:pPr lvl="0"/>
            <a:r>
              <a:rPr lang="en-GB"/>
              <a:t>Add profile photo</a:t>
            </a:r>
            <a:endParaRPr lang="en-US"/>
          </a:p>
        </p:txBody>
      </p:sp>
      <p:sp>
        <p:nvSpPr>
          <p:cNvPr id="16" name="Text Placeholder 5">
            <a:extLst>
              <a:ext uri="{FF2B5EF4-FFF2-40B4-BE49-F238E27FC236}">
                <a16:creationId xmlns:a16="http://schemas.microsoft.com/office/drawing/2014/main" id="{0D6DEAA1-1809-9174-41B2-A167C7EF0B6D}"/>
              </a:ext>
            </a:extLst>
          </p:cNvPr>
          <p:cNvSpPr>
            <a:spLocks noGrp="1"/>
          </p:cNvSpPr>
          <p:nvPr>
            <p:ph type="body" sz="quarter" idx="40" hasCustomPrompt="1"/>
          </p:nvPr>
        </p:nvSpPr>
        <p:spPr>
          <a:xfrm>
            <a:off x="4751160" y="2693227"/>
            <a:ext cx="1384618" cy="601303"/>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bg2"/>
                </a:solidFill>
                <a:latin typeface="Graphik Semibold" panose="020B0503030202060203" pitchFamily="34" charset="77"/>
                <a:ea typeface="+mn-ea"/>
                <a:cs typeface="+mn-cs"/>
              </a:defRPr>
            </a:lvl1pPr>
            <a:lvl2pPr marL="0" indent="0">
              <a:spcAft>
                <a:spcPts val="800"/>
              </a:spcAft>
              <a:buNone/>
              <a:defRPr lang="en-US" sz="1000" b="0" i="0" kern="1200">
                <a:solidFill>
                  <a:schemeClr val="tx1"/>
                </a:solidFill>
                <a:latin typeface="+mn-lt"/>
                <a:ea typeface="+mn-ea"/>
                <a:cs typeface="+mn-cs"/>
              </a:defRPr>
            </a:lvl2pPr>
            <a:lvl3pPr marL="0" indent="0">
              <a:spcAft>
                <a:spcPts val="267"/>
              </a:spcAft>
              <a:buNone/>
              <a:defRPr sz="12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2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p:txBody>
      </p:sp>
      <p:sp>
        <p:nvSpPr>
          <p:cNvPr id="17" name="Text Placeholder 6">
            <a:extLst>
              <a:ext uri="{FF2B5EF4-FFF2-40B4-BE49-F238E27FC236}">
                <a16:creationId xmlns:a16="http://schemas.microsoft.com/office/drawing/2014/main" id="{EEA45CAC-A034-EBF8-A42A-D240A01CA2B6}"/>
              </a:ext>
            </a:extLst>
          </p:cNvPr>
          <p:cNvSpPr>
            <a:spLocks noGrp="1"/>
          </p:cNvSpPr>
          <p:nvPr>
            <p:ph type="body" sz="quarter" idx="41" hasCustomPrompt="1"/>
          </p:nvPr>
        </p:nvSpPr>
        <p:spPr>
          <a:xfrm>
            <a:off x="6532027" y="2693227"/>
            <a:ext cx="1384618" cy="601303"/>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bg2"/>
                </a:solidFill>
                <a:latin typeface="Graphik Semibold" panose="020B0503030202060203" pitchFamily="34" charset="77"/>
                <a:ea typeface="+mn-ea"/>
                <a:cs typeface="+mn-cs"/>
              </a:defRPr>
            </a:lvl1pPr>
            <a:lvl2pPr marL="0" indent="0">
              <a:spcAft>
                <a:spcPts val="800"/>
              </a:spcAft>
              <a:buNone/>
              <a:defRPr lang="en-US" sz="1000" b="0" i="0" kern="1200">
                <a:solidFill>
                  <a:schemeClr val="tx1"/>
                </a:solidFill>
                <a:latin typeface="+mn-lt"/>
                <a:ea typeface="+mn-ea"/>
                <a:cs typeface="+mn-cs"/>
              </a:defRPr>
            </a:lvl2pPr>
            <a:lvl3pPr marL="0" indent="0">
              <a:spcAft>
                <a:spcPts val="267"/>
              </a:spcAft>
              <a:buNone/>
              <a:defRPr sz="12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2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p:txBody>
      </p:sp>
      <p:sp>
        <p:nvSpPr>
          <p:cNvPr id="18" name="Text Placeholder 7">
            <a:extLst>
              <a:ext uri="{FF2B5EF4-FFF2-40B4-BE49-F238E27FC236}">
                <a16:creationId xmlns:a16="http://schemas.microsoft.com/office/drawing/2014/main" id="{94B252BC-9982-2E12-F243-0ED078DBC2F2}"/>
              </a:ext>
            </a:extLst>
          </p:cNvPr>
          <p:cNvSpPr>
            <a:spLocks noGrp="1"/>
          </p:cNvSpPr>
          <p:nvPr>
            <p:ph type="body" sz="quarter" idx="43" hasCustomPrompt="1"/>
          </p:nvPr>
        </p:nvSpPr>
        <p:spPr>
          <a:xfrm>
            <a:off x="8313954" y="2693227"/>
            <a:ext cx="1384618" cy="601303"/>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bg2"/>
                </a:solidFill>
                <a:latin typeface="Graphik Semibold" panose="020B0503030202060203" pitchFamily="34" charset="77"/>
                <a:ea typeface="+mn-ea"/>
                <a:cs typeface="+mn-cs"/>
              </a:defRPr>
            </a:lvl1pPr>
            <a:lvl2pPr marL="0" indent="0">
              <a:spcAft>
                <a:spcPts val="800"/>
              </a:spcAft>
              <a:buNone/>
              <a:defRPr lang="en-US" sz="1000" b="0" i="0" kern="1200">
                <a:solidFill>
                  <a:schemeClr val="tx1"/>
                </a:solidFill>
                <a:latin typeface="+mn-lt"/>
                <a:ea typeface="+mn-ea"/>
                <a:cs typeface="+mn-cs"/>
              </a:defRPr>
            </a:lvl2pPr>
            <a:lvl3pPr marL="0" indent="0">
              <a:spcAft>
                <a:spcPts val="267"/>
              </a:spcAft>
              <a:buNone/>
              <a:defRPr sz="12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2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p:txBody>
      </p:sp>
      <p:sp>
        <p:nvSpPr>
          <p:cNvPr id="19" name="Text Placeholder 8">
            <a:extLst>
              <a:ext uri="{FF2B5EF4-FFF2-40B4-BE49-F238E27FC236}">
                <a16:creationId xmlns:a16="http://schemas.microsoft.com/office/drawing/2014/main" id="{DC6F0EDA-C6BC-1437-B68C-8779352D0B2E}"/>
              </a:ext>
            </a:extLst>
          </p:cNvPr>
          <p:cNvSpPr>
            <a:spLocks noGrp="1"/>
          </p:cNvSpPr>
          <p:nvPr>
            <p:ph type="body" sz="quarter" idx="44" hasCustomPrompt="1"/>
          </p:nvPr>
        </p:nvSpPr>
        <p:spPr>
          <a:xfrm>
            <a:off x="10095882" y="2693227"/>
            <a:ext cx="1384618" cy="601303"/>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bg2"/>
                </a:solidFill>
                <a:latin typeface="Graphik Semibold" panose="020B0503030202060203" pitchFamily="34" charset="77"/>
                <a:ea typeface="+mn-ea"/>
                <a:cs typeface="+mn-cs"/>
              </a:defRPr>
            </a:lvl1pPr>
            <a:lvl2pPr marL="0" indent="0">
              <a:spcAft>
                <a:spcPts val="800"/>
              </a:spcAft>
              <a:buNone/>
              <a:defRPr lang="en-US" sz="1000" b="0" i="0" kern="1200">
                <a:solidFill>
                  <a:schemeClr val="tx1"/>
                </a:solidFill>
                <a:latin typeface="+mn-lt"/>
                <a:ea typeface="+mn-ea"/>
                <a:cs typeface="+mn-cs"/>
              </a:defRPr>
            </a:lvl2pPr>
            <a:lvl3pPr marL="0" indent="0">
              <a:spcAft>
                <a:spcPts val="267"/>
              </a:spcAft>
              <a:buNone/>
              <a:defRPr sz="12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2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p:txBody>
      </p:sp>
      <p:sp>
        <p:nvSpPr>
          <p:cNvPr id="29" name="Title 2">
            <a:extLst>
              <a:ext uri="{FF2B5EF4-FFF2-40B4-BE49-F238E27FC236}">
                <a16:creationId xmlns:a16="http://schemas.microsoft.com/office/drawing/2014/main" id="{B87DF950-8C59-5635-493B-47BF5B6B028D}"/>
              </a:ext>
            </a:extLst>
          </p:cNvPr>
          <p:cNvSpPr>
            <a:spLocks noGrp="1"/>
          </p:cNvSpPr>
          <p:nvPr>
            <p:ph type="title"/>
          </p:nvPr>
        </p:nvSpPr>
        <p:spPr>
          <a:xfrm>
            <a:off x="556467" y="572600"/>
            <a:ext cx="11084672" cy="393954"/>
          </a:xfrm>
        </p:spPr>
        <p:txBody>
          <a:bodyPr/>
          <a:lstStyle/>
          <a:p>
            <a:r>
              <a:rPr lang="en-GB"/>
              <a:t>Click to edit Master title style</a:t>
            </a:r>
            <a:endParaRPr lang="en-US"/>
          </a:p>
        </p:txBody>
      </p:sp>
      <p:sp>
        <p:nvSpPr>
          <p:cNvPr id="36" name="Picture Placeholder 6">
            <a:extLst>
              <a:ext uri="{FF2B5EF4-FFF2-40B4-BE49-F238E27FC236}">
                <a16:creationId xmlns:a16="http://schemas.microsoft.com/office/drawing/2014/main" id="{A515A847-B8F1-0835-FEF9-D0644A3666A3}"/>
              </a:ext>
            </a:extLst>
          </p:cNvPr>
          <p:cNvSpPr>
            <a:spLocks noGrp="1" noChangeAspect="1"/>
          </p:cNvSpPr>
          <p:nvPr>
            <p:ph type="pic" sz="quarter" idx="53" hasCustomPrompt="1"/>
          </p:nvPr>
        </p:nvSpPr>
        <p:spPr>
          <a:xfrm>
            <a:off x="4750100" y="3828822"/>
            <a:ext cx="1180800" cy="1180800"/>
          </a:xfrm>
          <a:prstGeom prst="rect">
            <a:avLst/>
          </a:prstGeom>
          <a:solidFill>
            <a:schemeClr val="bg1">
              <a:lumMod val="95000"/>
            </a:schemeClr>
          </a:solidFill>
        </p:spPr>
        <p:txBody>
          <a:bodyPr vert="horz" lIns="0" tIns="0" rIns="0" bIns="0" rtlCol="0" anchor="ctr">
            <a:noAutofit/>
          </a:bodyPr>
          <a:lstStyle>
            <a:lvl1pPr marL="0" indent="0" algn="ctr">
              <a:buNone/>
              <a:defRPr lang="en-US" sz="1400" b="0" i="0" dirty="0">
                <a:solidFill>
                  <a:schemeClr val="tx1"/>
                </a:solidFill>
                <a:latin typeface="Graphik" panose="020B0503030202060203" pitchFamily="34" charset="77"/>
              </a:defRPr>
            </a:lvl1pPr>
          </a:lstStyle>
          <a:p>
            <a:pPr lvl="0"/>
            <a:r>
              <a:rPr lang="en-GB"/>
              <a:t>Add profile photo</a:t>
            </a:r>
            <a:endParaRPr lang="en-US"/>
          </a:p>
        </p:txBody>
      </p:sp>
      <p:sp>
        <p:nvSpPr>
          <p:cNvPr id="37" name="Picture Placeholder 8">
            <a:extLst>
              <a:ext uri="{FF2B5EF4-FFF2-40B4-BE49-F238E27FC236}">
                <a16:creationId xmlns:a16="http://schemas.microsoft.com/office/drawing/2014/main" id="{AFFDAEDA-7A67-EFF8-97FE-53895BDD7346}"/>
              </a:ext>
            </a:extLst>
          </p:cNvPr>
          <p:cNvSpPr>
            <a:spLocks noGrp="1" noChangeAspect="1"/>
          </p:cNvSpPr>
          <p:nvPr>
            <p:ph type="pic" sz="quarter" idx="54" hasCustomPrompt="1"/>
          </p:nvPr>
        </p:nvSpPr>
        <p:spPr>
          <a:xfrm>
            <a:off x="6532027" y="3828822"/>
            <a:ext cx="1180800" cy="1180800"/>
          </a:xfrm>
          <a:prstGeom prst="rect">
            <a:avLst/>
          </a:prstGeom>
          <a:solidFill>
            <a:schemeClr val="bg1">
              <a:lumMod val="95000"/>
            </a:schemeClr>
          </a:solidFill>
        </p:spPr>
        <p:txBody>
          <a:bodyPr vert="horz" lIns="0" tIns="0" rIns="0" bIns="0" rtlCol="0" anchor="ctr">
            <a:noAutofit/>
          </a:bodyPr>
          <a:lstStyle>
            <a:lvl1pPr marL="0" indent="0" algn="ctr">
              <a:buNone/>
              <a:defRPr lang="en-US" sz="1400" b="0" i="0" dirty="0">
                <a:solidFill>
                  <a:schemeClr val="tx1"/>
                </a:solidFill>
                <a:latin typeface="Graphik" panose="020B0503030202060203" pitchFamily="34" charset="77"/>
              </a:defRPr>
            </a:lvl1pPr>
          </a:lstStyle>
          <a:p>
            <a:pPr lvl="0"/>
            <a:r>
              <a:rPr lang="en-GB"/>
              <a:t>Add profile photo</a:t>
            </a:r>
            <a:endParaRPr lang="en-US"/>
          </a:p>
        </p:txBody>
      </p:sp>
      <p:sp>
        <p:nvSpPr>
          <p:cNvPr id="38" name="Picture Placeholder 10">
            <a:extLst>
              <a:ext uri="{FF2B5EF4-FFF2-40B4-BE49-F238E27FC236}">
                <a16:creationId xmlns:a16="http://schemas.microsoft.com/office/drawing/2014/main" id="{CDEC200D-4F91-75FF-B3FC-CC83B1D2B426}"/>
              </a:ext>
            </a:extLst>
          </p:cNvPr>
          <p:cNvSpPr>
            <a:spLocks noGrp="1" noChangeAspect="1"/>
          </p:cNvSpPr>
          <p:nvPr>
            <p:ph type="pic" sz="quarter" idx="55" hasCustomPrompt="1"/>
          </p:nvPr>
        </p:nvSpPr>
        <p:spPr>
          <a:xfrm>
            <a:off x="8313954" y="3828822"/>
            <a:ext cx="1180800" cy="1180800"/>
          </a:xfrm>
          <a:prstGeom prst="rect">
            <a:avLst/>
          </a:prstGeom>
          <a:solidFill>
            <a:schemeClr val="bg1">
              <a:lumMod val="95000"/>
            </a:schemeClr>
          </a:solidFill>
        </p:spPr>
        <p:txBody>
          <a:bodyPr vert="horz" lIns="0" tIns="0" rIns="0" bIns="0" rtlCol="0" anchor="ctr">
            <a:noAutofit/>
          </a:bodyPr>
          <a:lstStyle>
            <a:lvl1pPr marL="0" indent="0" algn="ctr">
              <a:buNone/>
              <a:defRPr lang="en-US" sz="1400" b="0" i="0" dirty="0">
                <a:solidFill>
                  <a:schemeClr val="tx1"/>
                </a:solidFill>
                <a:latin typeface="Graphik" panose="020B0503030202060203" pitchFamily="34" charset="77"/>
              </a:defRPr>
            </a:lvl1pPr>
          </a:lstStyle>
          <a:p>
            <a:pPr lvl="0"/>
            <a:r>
              <a:rPr lang="en-GB"/>
              <a:t>Add profile photo</a:t>
            </a:r>
            <a:endParaRPr lang="en-US"/>
          </a:p>
        </p:txBody>
      </p:sp>
      <p:sp>
        <p:nvSpPr>
          <p:cNvPr id="39" name="Picture Placeholder 12">
            <a:extLst>
              <a:ext uri="{FF2B5EF4-FFF2-40B4-BE49-F238E27FC236}">
                <a16:creationId xmlns:a16="http://schemas.microsoft.com/office/drawing/2014/main" id="{0C873EF1-166E-2DEB-DEA4-F4E92E72812A}"/>
              </a:ext>
            </a:extLst>
          </p:cNvPr>
          <p:cNvSpPr>
            <a:spLocks noGrp="1" noChangeAspect="1"/>
          </p:cNvSpPr>
          <p:nvPr>
            <p:ph type="pic" sz="quarter" idx="56" hasCustomPrompt="1"/>
          </p:nvPr>
        </p:nvSpPr>
        <p:spPr>
          <a:xfrm>
            <a:off x="10095882" y="3828822"/>
            <a:ext cx="1180800" cy="1180800"/>
          </a:xfrm>
          <a:prstGeom prst="rect">
            <a:avLst/>
          </a:prstGeom>
          <a:solidFill>
            <a:schemeClr val="bg1">
              <a:lumMod val="95000"/>
            </a:schemeClr>
          </a:solidFill>
        </p:spPr>
        <p:txBody>
          <a:bodyPr vert="horz" lIns="0" tIns="0" rIns="0" bIns="0" rtlCol="0" anchor="ctr">
            <a:noAutofit/>
          </a:bodyPr>
          <a:lstStyle>
            <a:lvl1pPr marL="0" indent="0" algn="ctr">
              <a:buNone/>
              <a:defRPr lang="en-US" sz="1400" b="0" i="0" dirty="0">
                <a:solidFill>
                  <a:schemeClr val="tx1"/>
                </a:solidFill>
                <a:latin typeface="Graphik" panose="020B0503030202060203" pitchFamily="34" charset="77"/>
              </a:defRPr>
            </a:lvl1pPr>
          </a:lstStyle>
          <a:p>
            <a:pPr lvl="0"/>
            <a:r>
              <a:rPr lang="en-GB"/>
              <a:t>Add profile photo</a:t>
            </a:r>
            <a:endParaRPr lang="en-US"/>
          </a:p>
        </p:txBody>
      </p:sp>
      <p:sp>
        <p:nvSpPr>
          <p:cNvPr id="40" name="Text Placeholder 5">
            <a:extLst>
              <a:ext uri="{FF2B5EF4-FFF2-40B4-BE49-F238E27FC236}">
                <a16:creationId xmlns:a16="http://schemas.microsoft.com/office/drawing/2014/main" id="{EE6421DF-C4CF-347F-3F9F-B7C15DD342DB}"/>
              </a:ext>
            </a:extLst>
          </p:cNvPr>
          <p:cNvSpPr>
            <a:spLocks noGrp="1"/>
          </p:cNvSpPr>
          <p:nvPr>
            <p:ph type="body" sz="quarter" idx="57" hasCustomPrompt="1"/>
          </p:nvPr>
        </p:nvSpPr>
        <p:spPr>
          <a:xfrm>
            <a:off x="4751160" y="5166757"/>
            <a:ext cx="1384618" cy="601303"/>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bg2"/>
                </a:solidFill>
                <a:latin typeface="Graphik Semibold" panose="020B0503030202060203" pitchFamily="34" charset="77"/>
                <a:ea typeface="+mn-ea"/>
                <a:cs typeface="+mn-cs"/>
              </a:defRPr>
            </a:lvl1pPr>
            <a:lvl2pPr marL="0" indent="0">
              <a:spcAft>
                <a:spcPts val="800"/>
              </a:spcAft>
              <a:buNone/>
              <a:defRPr lang="en-US" sz="1000" b="0" i="0" kern="1200">
                <a:solidFill>
                  <a:schemeClr val="tx1"/>
                </a:solidFill>
                <a:latin typeface="+mn-lt"/>
                <a:ea typeface="+mn-ea"/>
                <a:cs typeface="+mn-cs"/>
              </a:defRPr>
            </a:lvl2pPr>
            <a:lvl3pPr marL="0" indent="0">
              <a:spcAft>
                <a:spcPts val="267"/>
              </a:spcAft>
              <a:buNone/>
              <a:defRPr sz="12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2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p:txBody>
      </p:sp>
      <p:sp>
        <p:nvSpPr>
          <p:cNvPr id="41" name="Text Placeholder 6">
            <a:extLst>
              <a:ext uri="{FF2B5EF4-FFF2-40B4-BE49-F238E27FC236}">
                <a16:creationId xmlns:a16="http://schemas.microsoft.com/office/drawing/2014/main" id="{33C744BB-1061-9BD7-2063-D4FC3BA87A04}"/>
              </a:ext>
            </a:extLst>
          </p:cNvPr>
          <p:cNvSpPr>
            <a:spLocks noGrp="1"/>
          </p:cNvSpPr>
          <p:nvPr>
            <p:ph type="body" sz="quarter" idx="58" hasCustomPrompt="1"/>
          </p:nvPr>
        </p:nvSpPr>
        <p:spPr>
          <a:xfrm>
            <a:off x="6532027" y="5166757"/>
            <a:ext cx="1384618" cy="601303"/>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bg2"/>
                </a:solidFill>
                <a:latin typeface="Graphik Semibold" panose="020B0503030202060203" pitchFamily="34" charset="77"/>
                <a:ea typeface="+mn-ea"/>
                <a:cs typeface="+mn-cs"/>
              </a:defRPr>
            </a:lvl1pPr>
            <a:lvl2pPr marL="0" indent="0">
              <a:spcAft>
                <a:spcPts val="800"/>
              </a:spcAft>
              <a:buNone/>
              <a:defRPr lang="en-US" sz="1000" b="0" i="0" kern="1200">
                <a:solidFill>
                  <a:schemeClr val="tx1"/>
                </a:solidFill>
                <a:latin typeface="+mn-lt"/>
                <a:ea typeface="+mn-ea"/>
                <a:cs typeface="+mn-cs"/>
              </a:defRPr>
            </a:lvl2pPr>
            <a:lvl3pPr marL="0" indent="0">
              <a:spcAft>
                <a:spcPts val="267"/>
              </a:spcAft>
              <a:buNone/>
              <a:defRPr sz="12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2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p:txBody>
      </p:sp>
      <p:sp>
        <p:nvSpPr>
          <p:cNvPr id="42" name="Text Placeholder 7">
            <a:extLst>
              <a:ext uri="{FF2B5EF4-FFF2-40B4-BE49-F238E27FC236}">
                <a16:creationId xmlns:a16="http://schemas.microsoft.com/office/drawing/2014/main" id="{FB23E977-71EF-1003-3CEF-A8A4D0D7990C}"/>
              </a:ext>
            </a:extLst>
          </p:cNvPr>
          <p:cNvSpPr>
            <a:spLocks noGrp="1"/>
          </p:cNvSpPr>
          <p:nvPr>
            <p:ph type="body" sz="quarter" idx="59" hasCustomPrompt="1"/>
          </p:nvPr>
        </p:nvSpPr>
        <p:spPr>
          <a:xfrm>
            <a:off x="8313954" y="5166757"/>
            <a:ext cx="1384618" cy="601303"/>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bg2"/>
                </a:solidFill>
                <a:latin typeface="Graphik Semibold" panose="020B0503030202060203" pitchFamily="34" charset="77"/>
                <a:ea typeface="+mn-ea"/>
                <a:cs typeface="+mn-cs"/>
              </a:defRPr>
            </a:lvl1pPr>
            <a:lvl2pPr marL="0" indent="0">
              <a:spcAft>
                <a:spcPts val="800"/>
              </a:spcAft>
              <a:buNone/>
              <a:defRPr lang="en-US" sz="1000" b="0" i="0" kern="1200">
                <a:solidFill>
                  <a:schemeClr val="tx1"/>
                </a:solidFill>
                <a:latin typeface="+mn-lt"/>
                <a:ea typeface="+mn-ea"/>
                <a:cs typeface="+mn-cs"/>
              </a:defRPr>
            </a:lvl2pPr>
            <a:lvl3pPr marL="0" indent="0">
              <a:spcAft>
                <a:spcPts val="267"/>
              </a:spcAft>
              <a:buNone/>
              <a:defRPr sz="12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2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p:txBody>
      </p:sp>
      <p:sp>
        <p:nvSpPr>
          <p:cNvPr id="43" name="Text Placeholder 8">
            <a:extLst>
              <a:ext uri="{FF2B5EF4-FFF2-40B4-BE49-F238E27FC236}">
                <a16:creationId xmlns:a16="http://schemas.microsoft.com/office/drawing/2014/main" id="{3B567A05-2B76-107C-E1AA-BD5AA1C1C532}"/>
              </a:ext>
            </a:extLst>
          </p:cNvPr>
          <p:cNvSpPr>
            <a:spLocks noGrp="1"/>
          </p:cNvSpPr>
          <p:nvPr>
            <p:ph type="body" sz="quarter" idx="60" hasCustomPrompt="1"/>
          </p:nvPr>
        </p:nvSpPr>
        <p:spPr>
          <a:xfrm>
            <a:off x="10095882" y="5166757"/>
            <a:ext cx="1384618" cy="601303"/>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bg2"/>
                </a:solidFill>
                <a:latin typeface="Graphik Semibold" panose="020B0503030202060203" pitchFamily="34" charset="77"/>
                <a:ea typeface="+mn-ea"/>
                <a:cs typeface="+mn-cs"/>
              </a:defRPr>
            </a:lvl1pPr>
            <a:lvl2pPr marL="0" indent="0">
              <a:spcAft>
                <a:spcPts val="800"/>
              </a:spcAft>
              <a:buNone/>
              <a:defRPr lang="en-US" sz="1000" b="0" i="0" kern="1200">
                <a:solidFill>
                  <a:schemeClr val="tx1"/>
                </a:solidFill>
                <a:latin typeface="+mn-lt"/>
                <a:ea typeface="+mn-ea"/>
                <a:cs typeface="+mn-cs"/>
              </a:defRPr>
            </a:lvl2pPr>
            <a:lvl3pPr marL="0" indent="0">
              <a:spcAft>
                <a:spcPts val="267"/>
              </a:spcAft>
              <a:buNone/>
              <a:defRPr sz="12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2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p:txBody>
      </p:sp>
    </p:spTree>
    <p:extLst>
      <p:ext uri="{BB962C8B-B14F-4D97-AF65-F5344CB8AC3E}">
        <p14:creationId xmlns:p14="http://schemas.microsoft.com/office/powerpoint/2010/main" val="3456325115"/>
      </p:ext>
    </p:extLst>
  </p:cSld>
  <p:clrMapOvr>
    <a:masterClrMapping/>
  </p:clrMapOvr>
  <p:extLst>
    <p:ext uri="{DCECCB84-F9BA-43D5-87BE-67443E8EF086}">
      <p15:sldGuideLst xmlns:p15="http://schemas.microsoft.com/office/powerpoint/2012/main"/>
    </p:ext>
  </p:extLst>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Content: team + column dark mode">
    <p:bg>
      <p:bgRef idx="1001">
        <a:schemeClr val="bg1"/>
      </p:bgRef>
    </p:bg>
    <p:spTree>
      <p:nvGrpSpPr>
        <p:cNvPr id="1" name=""/>
        <p:cNvGrpSpPr/>
        <p:nvPr/>
      </p:nvGrpSpPr>
      <p:grpSpPr>
        <a:xfrm>
          <a:off x="0" y="0"/>
          <a:ext cx="0" cy="0"/>
          <a:chOff x="0" y="0"/>
          <a:chExt cx="0" cy="0"/>
        </a:xfrm>
      </p:grpSpPr>
      <p:sp>
        <p:nvSpPr>
          <p:cNvPr id="58" name="Title 2">
            <a:extLst>
              <a:ext uri="{FF2B5EF4-FFF2-40B4-BE49-F238E27FC236}">
                <a16:creationId xmlns:a16="http://schemas.microsoft.com/office/drawing/2014/main" id="{AF158A12-E108-974D-4A28-D2DDBC9F2451}"/>
              </a:ext>
            </a:extLst>
          </p:cNvPr>
          <p:cNvSpPr>
            <a:spLocks noGrp="1"/>
          </p:cNvSpPr>
          <p:nvPr>
            <p:ph type="title"/>
          </p:nvPr>
        </p:nvSpPr>
        <p:spPr>
          <a:xfrm>
            <a:off x="556467" y="572600"/>
            <a:ext cx="11084672" cy="393954"/>
          </a:xfrm>
        </p:spPr>
        <p:txBody>
          <a:bodyPr/>
          <a:lstStyle/>
          <a:p>
            <a:r>
              <a:rPr lang="en-GB"/>
              <a:t>Click to edit Master title style</a:t>
            </a:r>
            <a:endParaRPr lang="en-US"/>
          </a:p>
        </p:txBody>
      </p:sp>
      <p:sp>
        <p:nvSpPr>
          <p:cNvPr id="10" name="Text Placeholder 2">
            <a:extLst>
              <a:ext uri="{FF2B5EF4-FFF2-40B4-BE49-F238E27FC236}">
                <a16:creationId xmlns:a16="http://schemas.microsoft.com/office/drawing/2014/main" id="{2A02CBC2-D34A-FE3B-A3F7-4E4A194F2668}"/>
              </a:ext>
            </a:extLst>
          </p:cNvPr>
          <p:cNvSpPr>
            <a:spLocks noGrp="1"/>
          </p:cNvSpPr>
          <p:nvPr>
            <p:ph type="body" sz="quarter" idx="42" hasCustomPrompt="1"/>
          </p:nvPr>
        </p:nvSpPr>
        <p:spPr>
          <a:xfrm>
            <a:off x="563409" y="1355292"/>
            <a:ext cx="3540355" cy="4757969"/>
          </a:xfrm>
          <a:prstGeom prst="rect">
            <a:avLst/>
          </a:prstGeom>
        </p:spPr>
        <p:txBody>
          <a:bodyPr/>
          <a:lstStyle>
            <a:lvl1pPr marL="0" indent="0">
              <a:buNone/>
              <a:defRPr sz="2000" b="0" i="0">
                <a:latin typeface="Graphik" panose="020B0503030202060203" pitchFamily="34" charset="77"/>
              </a:defRPr>
            </a:lvl1pPr>
            <a:lvl2pPr>
              <a:defRPr sz="1600" b="0" i="0">
                <a:latin typeface="Graphik" panose="020B0503030202060203" pitchFamily="34" charset="77"/>
              </a:defRPr>
            </a:lvl2pPr>
            <a:lvl3pPr>
              <a:defRPr sz="1600" b="0" i="0">
                <a:latin typeface="Graphik" panose="020B0503030202060203" pitchFamily="34" charset="77"/>
              </a:defRPr>
            </a:lvl3pPr>
            <a:lvl4pPr>
              <a:defRPr sz="1400" b="0" i="0">
                <a:latin typeface="Graphik" panose="020B0503030202060203" pitchFamily="34" charset="77"/>
              </a:defRPr>
            </a:lvl4pPr>
            <a:lvl5pPr>
              <a:defRPr sz="1400" b="0" i="0">
                <a:latin typeface="Graphik" panose="020B0503030202060203" pitchFamily="34" charset="77"/>
              </a:defRPr>
            </a:lvl5pPr>
          </a:lstStyle>
          <a:p>
            <a:pPr lvl="0"/>
            <a:r>
              <a:rPr lang="en-US"/>
              <a:t>Place sub-headline </a:t>
            </a:r>
            <a:r>
              <a:rPr lang="en-GB"/>
              <a:t>here in </a:t>
            </a:r>
            <a:r>
              <a:rPr lang="en-GB" err="1"/>
              <a:t>Graphik</a:t>
            </a:r>
            <a:r>
              <a:rPr lang="en-US"/>
              <a:t>, indent for other levels</a:t>
            </a:r>
          </a:p>
          <a:p>
            <a:pPr lvl="1"/>
            <a:r>
              <a:rPr lang="en-US"/>
              <a:t>Second level</a:t>
            </a:r>
          </a:p>
          <a:p>
            <a:pPr lvl="2"/>
            <a:r>
              <a:rPr lang="en-US"/>
              <a:t>Third level bullet</a:t>
            </a:r>
          </a:p>
          <a:p>
            <a:pPr lvl="3"/>
            <a:r>
              <a:rPr lang="en-US"/>
              <a:t>Fourth level bullet</a:t>
            </a:r>
          </a:p>
          <a:p>
            <a:pPr lvl="4"/>
            <a:r>
              <a:rPr lang="en-US"/>
              <a:t>Fifth level bullet</a:t>
            </a:r>
          </a:p>
        </p:txBody>
      </p:sp>
      <p:sp>
        <p:nvSpPr>
          <p:cNvPr id="59" name="Picture Placeholder 6">
            <a:extLst>
              <a:ext uri="{FF2B5EF4-FFF2-40B4-BE49-F238E27FC236}">
                <a16:creationId xmlns:a16="http://schemas.microsoft.com/office/drawing/2014/main" id="{D9BDCE52-89A2-2B74-090A-1C2EF4190943}"/>
              </a:ext>
            </a:extLst>
          </p:cNvPr>
          <p:cNvSpPr>
            <a:spLocks noGrp="1" noChangeAspect="1"/>
          </p:cNvSpPr>
          <p:nvPr>
            <p:ph type="pic" sz="quarter" idx="16" hasCustomPrompt="1"/>
          </p:nvPr>
        </p:nvSpPr>
        <p:spPr>
          <a:xfrm>
            <a:off x="4750100" y="1355292"/>
            <a:ext cx="1180800" cy="1180800"/>
          </a:xfrm>
          <a:prstGeom prst="rect">
            <a:avLst/>
          </a:prstGeom>
          <a:solidFill>
            <a:schemeClr val="tx1">
              <a:lumMod val="95000"/>
            </a:schemeClr>
          </a:solidFill>
        </p:spPr>
        <p:txBody>
          <a:bodyPr vert="horz" lIns="0" tIns="0" rIns="0" bIns="0" rtlCol="0" anchor="ctr">
            <a:noAutofit/>
          </a:bodyPr>
          <a:lstStyle>
            <a:lvl1pPr marL="0" indent="0" algn="ctr">
              <a:buNone/>
              <a:defRPr lang="en-US" sz="1400" b="0" i="0" dirty="0">
                <a:solidFill>
                  <a:schemeClr val="bg1"/>
                </a:solidFill>
                <a:latin typeface="Graphik" panose="020B0503030202060203" pitchFamily="34" charset="77"/>
              </a:defRPr>
            </a:lvl1pPr>
          </a:lstStyle>
          <a:p>
            <a:pPr lvl="0"/>
            <a:r>
              <a:rPr lang="en-GB"/>
              <a:t>Add profile photo</a:t>
            </a:r>
            <a:endParaRPr lang="en-US"/>
          </a:p>
        </p:txBody>
      </p:sp>
      <p:sp>
        <p:nvSpPr>
          <p:cNvPr id="60" name="Picture Placeholder 8">
            <a:extLst>
              <a:ext uri="{FF2B5EF4-FFF2-40B4-BE49-F238E27FC236}">
                <a16:creationId xmlns:a16="http://schemas.microsoft.com/office/drawing/2014/main" id="{719A3D27-6186-F931-9BF2-812767B56DF4}"/>
              </a:ext>
            </a:extLst>
          </p:cNvPr>
          <p:cNvSpPr>
            <a:spLocks noGrp="1" noChangeAspect="1"/>
          </p:cNvSpPr>
          <p:nvPr>
            <p:ph type="pic" sz="quarter" idx="17" hasCustomPrompt="1"/>
          </p:nvPr>
        </p:nvSpPr>
        <p:spPr>
          <a:xfrm>
            <a:off x="6532027" y="1355292"/>
            <a:ext cx="1180800" cy="1180800"/>
          </a:xfrm>
          <a:prstGeom prst="rect">
            <a:avLst/>
          </a:prstGeom>
          <a:solidFill>
            <a:schemeClr val="tx1">
              <a:lumMod val="95000"/>
            </a:schemeClr>
          </a:solidFill>
        </p:spPr>
        <p:txBody>
          <a:bodyPr vert="horz" lIns="0" tIns="0" rIns="0" bIns="0" rtlCol="0" anchor="ctr">
            <a:noAutofit/>
          </a:bodyPr>
          <a:lstStyle>
            <a:lvl1pPr marL="0" indent="0" algn="ctr">
              <a:buNone/>
              <a:defRPr lang="en-US" sz="1400" b="0" i="0" dirty="0">
                <a:solidFill>
                  <a:schemeClr val="bg1"/>
                </a:solidFill>
                <a:latin typeface="Graphik" panose="020B0503030202060203" pitchFamily="34" charset="77"/>
              </a:defRPr>
            </a:lvl1pPr>
          </a:lstStyle>
          <a:p>
            <a:pPr lvl="0"/>
            <a:r>
              <a:rPr lang="en-GB"/>
              <a:t>Add profile photo</a:t>
            </a:r>
            <a:endParaRPr lang="en-US"/>
          </a:p>
        </p:txBody>
      </p:sp>
      <p:sp>
        <p:nvSpPr>
          <p:cNvPr id="61" name="Picture Placeholder 10">
            <a:extLst>
              <a:ext uri="{FF2B5EF4-FFF2-40B4-BE49-F238E27FC236}">
                <a16:creationId xmlns:a16="http://schemas.microsoft.com/office/drawing/2014/main" id="{221FD96F-56ED-3F4E-D5EC-ECE899136886}"/>
              </a:ext>
            </a:extLst>
          </p:cNvPr>
          <p:cNvSpPr>
            <a:spLocks noGrp="1" noChangeAspect="1"/>
          </p:cNvSpPr>
          <p:nvPr>
            <p:ph type="pic" sz="quarter" idx="24" hasCustomPrompt="1"/>
          </p:nvPr>
        </p:nvSpPr>
        <p:spPr>
          <a:xfrm>
            <a:off x="8313954" y="1355292"/>
            <a:ext cx="1180800" cy="1180800"/>
          </a:xfrm>
          <a:prstGeom prst="rect">
            <a:avLst/>
          </a:prstGeom>
          <a:solidFill>
            <a:schemeClr val="tx1">
              <a:lumMod val="95000"/>
            </a:schemeClr>
          </a:solidFill>
        </p:spPr>
        <p:txBody>
          <a:bodyPr vert="horz" lIns="0" tIns="0" rIns="0" bIns="0" rtlCol="0" anchor="ctr">
            <a:noAutofit/>
          </a:bodyPr>
          <a:lstStyle>
            <a:lvl1pPr marL="0" indent="0" algn="ctr">
              <a:buNone/>
              <a:defRPr lang="en-US" sz="1400" b="0" i="0" dirty="0">
                <a:solidFill>
                  <a:schemeClr val="bg1"/>
                </a:solidFill>
                <a:latin typeface="Graphik" panose="020B0503030202060203" pitchFamily="34" charset="77"/>
              </a:defRPr>
            </a:lvl1pPr>
          </a:lstStyle>
          <a:p>
            <a:pPr lvl="0"/>
            <a:r>
              <a:rPr lang="en-GB"/>
              <a:t>Add profile photo</a:t>
            </a:r>
            <a:endParaRPr lang="en-US"/>
          </a:p>
        </p:txBody>
      </p:sp>
      <p:sp>
        <p:nvSpPr>
          <p:cNvPr id="62" name="Picture Placeholder 12">
            <a:extLst>
              <a:ext uri="{FF2B5EF4-FFF2-40B4-BE49-F238E27FC236}">
                <a16:creationId xmlns:a16="http://schemas.microsoft.com/office/drawing/2014/main" id="{BE2DD9EE-FBA3-C33C-873A-4515866F5D79}"/>
              </a:ext>
            </a:extLst>
          </p:cNvPr>
          <p:cNvSpPr>
            <a:spLocks noGrp="1" noChangeAspect="1"/>
          </p:cNvSpPr>
          <p:nvPr>
            <p:ph type="pic" sz="quarter" idx="18" hasCustomPrompt="1"/>
          </p:nvPr>
        </p:nvSpPr>
        <p:spPr>
          <a:xfrm>
            <a:off x="10095882" y="1355292"/>
            <a:ext cx="1180800" cy="1180800"/>
          </a:xfrm>
          <a:prstGeom prst="rect">
            <a:avLst/>
          </a:prstGeom>
          <a:solidFill>
            <a:schemeClr val="tx1">
              <a:lumMod val="95000"/>
            </a:schemeClr>
          </a:solidFill>
        </p:spPr>
        <p:txBody>
          <a:bodyPr vert="horz" lIns="0" tIns="0" rIns="0" bIns="0" rtlCol="0" anchor="ctr">
            <a:noAutofit/>
          </a:bodyPr>
          <a:lstStyle>
            <a:lvl1pPr marL="0" indent="0" algn="ctr">
              <a:buNone/>
              <a:defRPr lang="en-US" sz="1400" b="0" i="0" dirty="0">
                <a:solidFill>
                  <a:schemeClr val="bg1"/>
                </a:solidFill>
                <a:latin typeface="Graphik" panose="020B0503030202060203" pitchFamily="34" charset="77"/>
              </a:defRPr>
            </a:lvl1pPr>
          </a:lstStyle>
          <a:p>
            <a:pPr lvl="0"/>
            <a:r>
              <a:rPr lang="en-GB"/>
              <a:t>Add profile photo</a:t>
            </a:r>
            <a:endParaRPr lang="en-US"/>
          </a:p>
        </p:txBody>
      </p:sp>
      <p:sp>
        <p:nvSpPr>
          <p:cNvPr id="67" name="Picture Placeholder 6">
            <a:extLst>
              <a:ext uri="{FF2B5EF4-FFF2-40B4-BE49-F238E27FC236}">
                <a16:creationId xmlns:a16="http://schemas.microsoft.com/office/drawing/2014/main" id="{B77582B8-1D1F-CACA-D550-1CD5A949EEA4}"/>
              </a:ext>
            </a:extLst>
          </p:cNvPr>
          <p:cNvSpPr>
            <a:spLocks noGrp="1" noChangeAspect="1"/>
          </p:cNvSpPr>
          <p:nvPr>
            <p:ph type="pic" sz="quarter" idx="53" hasCustomPrompt="1"/>
          </p:nvPr>
        </p:nvSpPr>
        <p:spPr>
          <a:xfrm>
            <a:off x="4750100" y="3828822"/>
            <a:ext cx="1180800" cy="1180800"/>
          </a:xfrm>
          <a:prstGeom prst="rect">
            <a:avLst/>
          </a:prstGeom>
          <a:solidFill>
            <a:schemeClr val="tx1">
              <a:lumMod val="95000"/>
            </a:schemeClr>
          </a:solidFill>
        </p:spPr>
        <p:txBody>
          <a:bodyPr vert="horz" lIns="0" tIns="0" rIns="0" bIns="0" rtlCol="0" anchor="ctr">
            <a:noAutofit/>
          </a:bodyPr>
          <a:lstStyle>
            <a:lvl1pPr marL="0" indent="0" algn="ctr">
              <a:buNone/>
              <a:defRPr lang="en-US" sz="1400" b="0" i="0" dirty="0">
                <a:solidFill>
                  <a:schemeClr val="bg1"/>
                </a:solidFill>
                <a:latin typeface="Graphik" panose="020B0503030202060203" pitchFamily="34" charset="77"/>
              </a:defRPr>
            </a:lvl1pPr>
          </a:lstStyle>
          <a:p>
            <a:pPr lvl="0"/>
            <a:r>
              <a:rPr lang="en-GB"/>
              <a:t>Add profile photo</a:t>
            </a:r>
            <a:endParaRPr lang="en-US"/>
          </a:p>
        </p:txBody>
      </p:sp>
      <p:sp>
        <p:nvSpPr>
          <p:cNvPr id="68" name="Picture Placeholder 8">
            <a:extLst>
              <a:ext uri="{FF2B5EF4-FFF2-40B4-BE49-F238E27FC236}">
                <a16:creationId xmlns:a16="http://schemas.microsoft.com/office/drawing/2014/main" id="{17E0A0A0-43CE-5971-7C1E-E8F5AFA224E0}"/>
              </a:ext>
            </a:extLst>
          </p:cNvPr>
          <p:cNvSpPr>
            <a:spLocks noGrp="1" noChangeAspect="1"/>
          </p:cNvSpPr>
          <p:nvPr>
            <p:ph type="pic" sz="quarter" idx="54" hasCustomPrompt="1"/>
          </p:nvPr>
        </p:nvSpPr>
        <p:spPr>
          <a:xfrm>
            <a:off x="6532027" y="3828822"/>
            <a:ext cx="1180800" cy="1180800"/>
          </a:xfrm>
          <a:prstGeom prst="rect">
            <a:avLst/>
          </a:prstGeom>
          <a:solidFill>
            <a:schemeClr val="tx1">
              <a:lumMod val="95000"/>
            </a:schemeClr>
          </a:solidFill>
        </p:spPr>
        <p:txBody>
          <a:bodyPr vert="horz" lIns="0" tIns="0" rIns="0" bIns="0" rtlCol="0" anchor="ctr">
            <a:noAutofit/>
          </a:bodyPr>
          <a:lstStyle>
            <a:lvl1pPr marL="0" indent="0" algn="ctr">
              <a:buNone/>
              <a:defRPr lang="en-US" sz="1400" b="0" i="0" dirty="0">
                <a:solidFill>
                  <a:schemeClr val="bg1"/>
                </a:solidFill>
                <a:latin typeface="Graphik" panose="020B0503030202060203" pitchFamily="34" charset="77"/>
              </a:defRPr>
            </a:lvl1pPr>
          </a:lstStyle>
          <a:p>
            <a:pPr lvl="0"/>
            <a:r>
              <a:rPr lang="en-GB"/>
              <a:t>Add profile photo</a:t>
            </a:r>
            <a:endParaRPr lang="en-US"/>
          </a:p>
        </p:txBody>
      </p:sp>
      <p:sp>
        <p:nvSpPr>
          <p:cNvPr id="69" name="Picture Placeholder 10">
            <a:extLst>
              <a:ext uri="{FF2B5EF4-FFF2-40B4-BE49-F238E27FC236}">
                <a16:creationId xmlns:a16="http://schemas.microsoft.com/office/drawing/2014/main" id="{40572D3B-08EC-27FB-6A1E-C67DB00074BA}"/>
              </a:ext>
            </a:extLst>
          </p:cNvPr>
          <p:cNvSpPr>
            <a:spLocks noGrp="1" noChangeAspect="1"/>
          </p:cNvSpPr>
          <p:nvPr>
            <p:ph type="pic" sz="quarter" idx="55" hasCustomPrompt="1"/>
          </p:nvPr>
        </p:nvSpPr>
        <p:spPr>
          <a:xfrm>
            <a:off x="8313954" y="3828822"/>
            <a:ext cx="1180800" cy="1180800"/>
          </a:xfrm>
          <a:prstGeom prst="rect">
            <a:avLst/>
          </a:prstGeom>
          <a:solidFill>
            <a:schemeClr val="tx1">
              <a:lumMod val="95000"/>
            </a:schemeClr>
          </a:solidFill>
        </p:spPr>
        <p:txBody>
          <a:bodyPr vert="horz" lIns="0" tIns="0" rIns="0" bIns="0" rtlCol="0" anchor="ctr">
            <a:noAutofit/>
          </a:bodyPr>
          <a:lstStyle>
            <a:lvl1pPr marL="0" indent="0" algn="ctr">
              <a:buNone/>
              <a:defRPr lang="en-US" sz="1400" b="0" i="0" dirty="0">
                <a:solidFill>
                  <a:schemeClr val="bg1"/>
                </a:solidFill>
                <a:latin typeface="Graphik" panose="020B0503030202060203" pitchFamily="34" charset="77"/>
              </a:defRPr>
            </a:lvl1pPr>
          </a:lstStyle>
          <a:p>
            <a:pPr lvl="0"/>
            <a:r>
              <a:rPr lang="en-GB"/>
              <a:t>Add profile photo</a:t>
            </a:r>
            <a:endParaRPr lang="en-US"/>
          </a:p>
        </p:txBody>
      </p:sp>
      <p:sp>
        <p:nvSpPr>
          <p:cNvPr id="70" name="Picture Placeholder 12">
            <a:extLst>
              <a:ext uri="{FF2B5EF4-FFF2-40B4-BE49-F238E27FC236}">
                <a16:creationId xmlns:a16="http://schemas.microsoft.com/office/drawing/2014/main" id="{D5EF76A9-F22D-ED1F-C0F0-815EF85BAB71}"/>
              </a:ext>
            </a:extLst>
          </p:cNvPr>
          <p:cNvSpPr>
            <a:spLocks noGrp="1" noChangeAspect="1"/>
          </p:cNvSpPr>
          <p:nvPr>
            <p:ph type="pic" sz="quarter" idx="56" hasCustomPrompt="1"/>
          </p:nvPr>
        </p:nvSpPr>
        <p:spPr>
          <a:xfrm>
            <a:off x="10095882" y="3828822"/>
            <a:ext cx="1180800" cy="1180800"/>
          </a:xfrm>
          <a:prstGeom prst="rect">
            <a:avLst/>
          </a:prstGeom>
          <a:solidFill>
            <a:schemeClr val="tx1">
              <a:lumMod val="95000"/>
            </a:schemeClr>
          </a:solidFill>
        </p:spPr>
        <p:txBody>
          <a:bodyPr vert="horz" lIns="0" tIns="0" rIns="0" bIns="0" rtlCol="0" anchor="ctr">
            <a:noAutofit/>
          </a:bodyPr>
          <a:lstStyle>
            <a:lvl1pPr marL="0" indent="0" algn="ctr">
              <a:buNone/>
              <a:defRPr lang="en-US" sz="1400" b="0" i="0" dirty="0">
                <a:solidFill>
                  <a:schemeClr val="bg1"/>
                </a:solidFill>
                <a:latin typeface="Graphik" panose="020B0503030202060203" pitchFamily="34" charset="77"/>
              </a:defRPr>
            </a:lvl1pPr>
          </a:lstStyle>
          <a:p>
            <a:pPr lvl="0"/>
            <a:r>
              <a:rPr lang="en-GB"/>
              <a:t>Add profile photo</a:t>
            </a:r>
            <a:endParaRPr lang="en-US"/>
          </a:p>
        </p:txBody>
      </p:sp>
      <p:sp>
        <p:nvSpPr>
          <p:cNvPr id="2" name="Text Placeholder 5">
            <a:extLst>
              <a:ext uri="{FF2B5EF4-FFF2-40B4-BE49-F238E27FC236}">
                <a16:creationId xmlns:a16="http://schemas.microsoft.com/office/drawing/2014/main" id="{CEDE1E1C-A17A-6673-F251-3E95D2B9A949}"/>
              </a:ext>
            </a:extLst>
          </p:cNvPr>
          <p:cNvSpPr>
            <a:spLocks noGrp="1"/>
          </p:cNvSpPr>
          <p:nvPr>
            <p:ph type="body" sz="quarter" idx="40" hasCustomPrompt="1"/>
          </p:nvPr>
        </p:nvSpPr>
        <p:spPr>
          <a:xfrm>
            <a:off x="4751160" y="2693227"/>
            <a:ext cx="1384618" cy="601303"/>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accent2"/>
                </a:solidFill>
                <a:latin typeface="Graphik Semibold" panose="020B0503030202060203" pitchFamily="34" charset="77"/>
                <a:ea typeface="+mn-ea"/>
                <a:cs typeface="+mn-cs"/>
              </a:defRPr>
            </a:lvl1pPr>
            <a:lvl2pPr marL="0" indent="0">
              <a:spcAft>
                <a:spcPts val="800"/>
              </a:spcAft>
              <a:buNone/>
              <a:defRPr lang="en-US" sz="1000" b="0" i="0" kern="1200">
                <a:solidFill>
                  <a:schemeClr val="tx1"/>
                </a:solidFill>
                <a:latin typeface="+mn-lt"/>
                <a:ea typeface="+mn-ea"/>
                <a:cs typeface="+mn-cs"/>
              </a:defRPr>
            </a:lvl2pPr>
            <a:lvl3pPr marL="0" indent="0">
              <a:spcAft>
                <a:spcPts val="267"/>
              </a:spcAft>
              <a:buNone/>
              <a:defRPr sz="12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2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p:txBody>
      </p:sp>
      <p:sp>
        <p:nvSpPr>
          <p:cNvPr id="3" name="Text Placeholder 6">
            <a:extLst>
              <a:ext uri="{FF2B5EF4-FFF2-40B4-BE49-F238E27FC236}">
                <a16:creationId xmlns:a16="http://schemas.microsoft.com/office/drawing/2014/main" id="{EEB75AE2-2832-8C3E-9FFF-A5DFC859EF20}"/>
              </a:ext>
            </a:extLst>
          </p:cNvPr>
          <p:cNvSpPr>
            <a:spLocks noGrp="1"/>
          </p:cNvSpPr>
          <p:nvPr>
            <p:ph type="body" sz="quarter" idx="41" hasCustomPrompt="1"/>
          </p:nvPr>
        </p:nvSpPr>
        <p:spPr>
          <a:xfrm>
            <a:off x="6532027" y="2693227"/>
            <a:ext cx="1384618" cy="601303"/>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accent2"/>
                </a:solidFill>
                <a:latin typeface="Graphik Semibold" panose="020B0503030202060203" pitchFamily="34" charset="77"/>
                <a:ea typeface="+mn-ea"/>
                <a:cs typeface="+mn-cs"/>
              </a:defRPr>
            </a:lvl1pPr>
            <a:lvl2pPr marL="0" indent="0">
              <a:spcAft>
                <a:spcPts val="800"/>
              </a:spcAft>
              <a:buNone/>
              <a:defRPr lang="en-US" sz="1000" b="0" i="0" kern="1200">
                <a:solidFill>
                  <a:schemeClr val="tx1"/>
                </a:solidFill>
                <a:latin typeface="+mn-lt"/>
                <a:ea typeface="+mn-ea"/>
                <a:cs typeface="+mn-cs"/>
              </a:defRPr>
            </a:lvl2pPr>
            <a:lvl3pPr marL="0" indent="0">
              <a:spcAft>
                <a:spcPts val="267"/>
              </a:spcAft>
              <a:buNone/>
              <a:defRPr sz="12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2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p:txBody>
      </p:sp>
      <p:sp>
        <p:nvSpPr>
          <p:cNvPr id="4" name="Text Placeholder 7">
            <a:extLst>
              <a:ext uri="{FF2B5EF4-FFF2-40B4-BE49-F238E27FC236}">
                <a16:creationId xmlns:a16="http://schemas.microsoft.com/office/drawing/2014/main" id="{89767B47-D047-556C-4306-FDB23A31369B}"/>
              </a:ext>
            </a:extLst>
          </p:cNvPr>
          <p:cNvSpPr>
            <a:spLocks noGrp="1"/>
          </p:cNvSpPr>
          <p:nvPr>
            <p:ph type="body" sz="quarter" idx="43" hasCustomPrompt="1"/>
          </p:nvPr>
        </p:nvSpPr>
        <p:spPr>
          <a:xfrm>
            <a:off x="8313954" y="2693227"/>
            <a:ext cx="1384618" cy="601303"/>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accent2"/>
                </a:solidFill>
                <a:latin typeface="Graphik Semibold" panose="020B0503030202060203" pitchFamily="34" charset="77"/>
                <a:ea typeface="+mn-ea"/>
                <a:cs typeface="+mn-cs"/>
              </a:defRPr>
            </a:lvl1pPr>
            <a:lvl2pPr marL="0" indent="0">
              <a:spcAft>
                <a:spcPts val="800"/>
              </a:spcAft>
              <a:buNone/>
              <a:defRPr lang="en-US" sz="1000" b="0" i="0" kern="1200">
                <a:solidFill>
                  <a:schemeClr val="tx1"/>
                </a:solidFill>
                <a:latin typeface="+mn-lt"/>
                <a:ea typeface="+mn-ea"/>
                <a:cs typeface="+mn-cs"/>
              </a:defRPr>
            </a:lvl2pPr>
            <a:lvl3pPr marL="0" indent="0">
              <a:spcAft>
                <a:spcPts val="267"/>
              </a:spcAft>
              <a:buNone/>
              <a:defRPr sz="12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2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p:txBody>
      </p:sp>
      <p:sp>
        <p:nvSpPr>
          <p:cNvPr id="5" name="Text Placeholder 8">
            <a:extLst>
              <a:ext uri="{FF2B5EF4-FFF2-40B4-BE49-F238E27FC236}">
                <a16:creationId xmlns:a16="http://schemas.microsoft.com/office/drawing/2014/main" id="{5FA34033-541B-ACBB-7450-5B6532CB8D0A}"/>
              </a:ext>
            </a:extLst>
          </p:cNvPr>
          <p:cNvSpPr>
            <a:spLocks noGrp="1"/>
          </p:cNvSpPr>
          <p:nvPr>
            <p:ph type="body" sz="quarter" idx="44" hasCustomPrompt="1"/>
          </p:nvPr>
        </p:nvSpPr>
        <p:spPr>
          <a:xfrm>
            <a:off x="10095882" y="2693227"/>
            <a:ext cx="1384618" cy="601303"/>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accent2"/>
                </a:solidFill>
                <a:latin typeface="Graphik Semibold" panose="020B0503030202060203" pitchFamily="34" charset="77"/>
                <a:ea typeface="+mn-ea"/>
                <a:cs typeface="+mn-cs"/>
              </a:defRPr>
            </a:lvl1pPr>
            <a:lvl2pPr marL="0" indent="0">
              <a:spcAft>
                <a:spcPts val="800"/>
              </a:spcAft>
              <a:buNone/>
              <a:defRPr lang="en-US" sz="1000" b="0" i="0" kern="1200">
                <a:solidFill>
                  <a:schemeClr val="tx1"/>
                </a:solidFill>
                <a:latin typeface="+mn-lt"/>
                <a:ea typeface="+mn-ea"/>
                <a:cs typeface="+mn-cs"/>
              </a:defRPr>
            </a:lvl2pPr>
            <a:lvl3pPr marL="0" indent="0">
              <a:spcAft>
                <a:spcPts val="267"/>
              </a:spcAft>
              <a:buNone/>
              <a:defRPr sz="12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2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p:txBody>
      </p:sp>
      <p:sp>
        <p:nvSpPr>
          <p:cNvPr id="6" name="Text Placeholder 5">
            <a:extLst>
              <a:ext uri="{FF2B5EF4-FFF2-40B4-BE49-F238E27FC236}">
                <a16:creationId xmlns:a16="http://schemas.microsoft.com/office/drawing/2014/main" id="{08C7EC0A-DE98-38CE-AFC3-B90030BE5EDC}"/>
              </a:ext>
            </a:extLst>
          </p:cNvPr>
          <p:cNvSpPr>
            <a:spLocks noGrp="1"/>
          </p:cNvSpPr>
          <p:nvPr>
            <p:ph type="body" sz="quarter" idx="57" hasCustomPrompt="1"/>
          </p:nvPr>
        </p:nvSpPr>
        <p:spPr>
          <a:xfrm>
            <a:off x="4751160" y="5166757"/>
            <a:ext cx="1384618" cy="601303"/>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accent2"/>
                </a:solidFill>
                <a:latin typeface="Graphik Semibold" panose="020B0503030202060203" pitchFamily="34" charset="77"/>
                <a:ea typeface="+mn-ea"/>
                <a:cs typeface="+mn-cs"/>
              </a:defRPr>
            </a:lvl1pPr>
            <a:lvl2pPr marL="0" indent="0">
              <a:spcAft>
                <a:spcPts val="800"/>
              </a:spcAft>
              <a:buNone/>
              <a:defRPr lang="en-US" sz="1000" b="0" i="0" kern="1200">
                <a:solidFill>
                  <a:schemeClr val="tx1"/>
                </a:solidFill>
                <a:latin typeface="+mn-lt"/>
                <a:ea typeface="+mn-ea"/>
                <a:cs typeface="+mn-cs"/>
              </a:defRPr>
            </a:lvl2pPr>
            <a:lvl3pPr marL="0" indent="0">
              <a:spcAft>
                <a:spcPts val="267"/>
              </a:spcAft>
              <a:buNone/>
              <a:defRPr sz="12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2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p:txBody>
      </p:sp>
      <p:sp>
        <p:nvSpPr>
          <p:cNvPr id="7" name="Text Placeholder 6">
            <a:extLst>
              <a:ext uri="{FF2B5EF4-FFF2-40B4-BE49-F238E27FC236}">
                <a16:creationId xmlns:a16="http://schemas.microsoft.com/office/drawing/2014/main" id="{B90A955C-7D16-1E89-F214-1FE4ABD4D8DF}"/>
              </a:ext>
            </a:extLst>
          </p:cNvPr>
          <p:cNvSpPr>
            <a:spLocks noGrp="1"/>
          </p:cNvSpPr>
          <p:nvPr>
            <p:ph type="body" sz="quarter" idx="58" hasCustomPrompt="1"/>
          </p:nvPr>
        </p:nvSpPr>
        <p:spPr>
          <a:xfrm>
            <a:off x="6532027" y="5166757"/>
            <a:ext cx="1384618" cy="601303"/>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accent2"/>
                </a:solidFill>
                <a:latin typeface="Graphik Semibold" panose="020B0503030202060203" pitchFamily="34" charset="77"/>
                <a:ea typeface="+mn-ea"/>
                <a:cs typeface="+mn-cs"/>
              </a:defRPr>
            </a:lvl1pPr>
            <a:lvl2pPr marL="0" indent="0">
              <a:spcAft>
                <a:spcPts val="800"/>
              </a:spcAft>
              <a:buNone/>
              <a:defRPr lang="en-US" sz="1000" b="0" i="0" kern="1200">
                <a:solidFill>
                  <a:schemeClr val="tx1"/>
                </a:solidFill>
                <a:latin typeface="+mn-lt"/>
                <a:ea typeface="+mn-ea"/>
                <a:cs typeface="+mn-cs"/>
              </a:defRPr>
            </a:lvl2pPr>
            <a:lvl3pPr marL="0" indent="0">
              <a:spcAft>
                <a:spcPts val="267"/>
              </a:spcAft>
              <a:buNone/>
              <a:defRPr sz="12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2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p:txBody>
      </p:sp>
      <p:sp>
        <p:nvSpPr>
          <p:cNvPr id="8" name="Text Placeholder 7">
            <a:extLst>
              <a:ext uri="{FF2B5EF4-FFF2-40B4-BE49-F238E27FC236}">
                <a16:creationId xmlns:a16="http://schemas.microsoft.com/office/drawing/2014/main" id="{E2562963-2880-9DF0-CBA4-3B8CB37B8C6B}"/>
              </a:ext>
            </a:extLst>
          </p:cNvPr>
          <p:cNvSpPr>
            <a:spLocks noGrp="1"/>
          </p:cNvSpPr>
          <p:nvPr>
            <p:ph type="body" sz="quarter" idx="59" hasCustomPrompt="1"/>
          </p:nvPr>
        </p:nvSpPr>
        <p:spPr>
          <a:xfrm>
            <a:off x="8313954" y="5166757"/>
            <a:ext cx="1384618" cy="601303"/>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accent2"/>
                </a:solidFill>
                <a:latin typeface="Graphik Semibold" panose="020B0503030202060203" pitchFamily="34" charset="77"/>
                <a:ea typeface="+mn-ea"/>
                <a:cs typeface="+mn-cs"/>
              </a:defRPr>
            </a:lvl1pPr>
            <a:lvl2pPr marL="0" indent="0">
              <a:spcAft>
                <a:spcPts val="800"/>
              </a:spcAft>
              <a:buNone/>
              <a:defRPr lang="en-US" sz="1000" b="0" i="0" kern="1200">
                <a:solidFill>
                  <a:schemeClr val="tx1"/>
                </a:solidFill>
                <a:latin typeface="+mn-lt"/>
                <a:ea typeface="+mn-ea"/>
                <a:cs typeface="+mn-cs"/>
              </a:defRPr>
            </a:lvl2pPr>
            <a:lvl3pPr marL="0" indent="0">
              <a:spcAft>
                <a:spcPts val="267"/>
              </a:spcAft>
              <a:buNone/>
              <a:defRPr sz="12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2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p:txBody>
      </p:sp>
      <p:sp>
        <p:nvSpPr>
          <p:cNvPr id="9" name="Text Placeholder 8">
            <a:extLst>
              <a:ext uri="{FF2B5EF4-FFF2-40B4-BE49-F238E27FC236}">
                <a16:creationId xmlns:a16="http://schemas.microsoft.com/office/drawing/2014/main" id="{661BD90B-C753-B163-80B8-1E78E44062C3}"/>
              </a:ext>
            </a:extLst>
          </p:cNvPr>
          <p:cNvSpPr>
            <a:spLocks noGrp="1"/>
          </p:cNvSpPr>
          <p:nvPr>
            <p:ph type="body" sz="quarter" idx="60" hasCustomPrompt="1"/>
          </p:nvPr>
        </p:nvSpPr>
        <p:spPr>
          <a:xfrm>
            <a:off x="10095882" y="5166757"/>
            <a:ext cx="1384618" cy="601303"/>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accent2"/>
                </a:solidFill>
                <a:latin typeface="Graphik Semibold" panose="020B0503030202060203" pitchFamily="34" charset="77"/>
                <a:ea typeface="+mn-ea"/>
                <a:cs typeface="+mn-cs"/>
              </a:defRPr>
            </a:lvl1pPr>
            <a:lvl2pPr marL="0" indent="0">
              <a:spcAft>
                <a:spcPts val="800"/>
              </a:spcAft>
              <a:buNone/>
              <a:defRPr lang="en-US" sz="1000" b="0" i="0" kern="1200">
                <a:solidFill>
                  <a:schemeClr val="tx1"/>
                </a:solidFill>
                <a:latin typeface="+mn-lt"/>
                <a:ea typeface="+mn-ea"/>
                <a:cs typeface="+mn-cs"/>
              </a:defRPr>
            </a:lvl2pPr>
            <a:lvl3pPr marL="0" indent="0">
              <a:spcAft>
                <a:spcPts val="267"/>
              </a:spcAft>
              <a:buNone/>
              <a:defRPr sz="12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2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p:txBody>
      </p:sp>
      <p:sp>
        <p:nvSpPr>
          <p:cNvPr id="11" name="GTS_Purple">
            <a:extLst>
              <a:ext uri="{FF2B5EF4-FFF2-40B4-BE49-F238E27FC236}">
                <a16:creationId xmlns:a16="http://schemas.microsoft.com/office/drawing/2014/main" id="{B69C02E9-D221-652D-E7A0-F40E48E0A738}"/>
              </a:ext>
              <a:ext uri="{C183D7F6-B498-43B3-948B-1728B52AA6E4}">
                <adec:decorative xmlns:adec="http://schemas.microsoft.com/office/drawing/2017/decorative" val="1"/>
              </a:ext>
            </a:extLst>
          </p:cNvPr>
          <p:cNvSpPr>
            <a:spLocks noChangeAspect="1"/>
          </p:cNvSpPr>
          <p:nvPr userDrawn="1"/>
        </p:nvSpPr>
        <p:spPr bwMode="auto">
          <a:xfrm>
            <a:off x="553175" y="6390824"/>
            <a:ext cx="183203"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Tree>
    <p:extLst>
      <p:ext uri="{BB962C8B-B14F-4D97-AF65-F5344CB8AC3E}">
        <p14:creationId xmlns:p14="http://schemas.microsoft.com/office/powerpoint/2010/main" val="151485583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Content: column + image">
    <p:spTree>
      <p:nvGrpSpPr>
        <p:cNvPr id="1" name=""/>
        <p:cNvGrpSpPr/>
        <p:nvPr/>
      </p:nvGrpSpPr>
      <p:grpSpPr>
        <a:xfrm>
          <a:off x="0" y="0"/>
          <a:ext cx="0" cy="0"/>
          <a:chOff x="0" y="0"/>
          <a:chExt cx="0" cy="0"/>
        </a:xfrm>
      </p:grpSpPr>
      <p:sp>
        <p:nvSpPr>
          <p:cNvPr id="8" name="Text Placeholder 14">
            <a:extLst>
              <a:ext uri="{FF2B5EF4-FFF2-40B4-BE49-F238E27FC236}">
                <a16:creationId xmlns:a16="http://schemas.microsoft.com/office/drawing/2014/main" id="{4796047A-AB81-403A-B649-52C6F7827ECF}"/>
              </a:ext>
            </a:extLst>
          </p:cNvPr>
          <p:cNvSpPr>
            <a:spLocks noGrp="1"/>
          </p:cNvSpPr>
          <p:nvPr>
            <p:ph type="body" sz="quarter" idx="15" hasCustomPrompt="1"/>
          </p:nvPr>
        </p:nvSpPr>
        <p:spPr>
          <a:xfrm>
            <a:off x="554567" y="1608762"/>
            <a:ext cx="4684835" cy="4699968"/>
          </a:xfrm>
          <a:prstGeom prst="rect">
            <a:avLst/>
          </a:prstGeom>
        </p:spPr>
        <p:txBody>
          <a:bodyPr/>
          <a:lstStyle>
            <a:lvl1pPr marL="0" indent="0">
              <a:lnSpc>
                <a:spcPct val="90000"/>
              </a:lnSpc>
              <a:buNone/>
              <a:defRPr sz="1800" b="0" i="0">
                <a:solidFill>
                  <a:schemeClr val="tx1"/>
                </a:solidFill>
                <a:latin typeface="Graphik" panose="020B0503030202060203" pitchFamily="34" charset="77"/>
              </a:defRPr>
            </a:lvl1pPr>
            <a:lvl2pPr marL="228594" indent="-228594">
              <a:buFont typeface="Graphik" panose="020B0604020202020204" pitchFamily="34" charset="0"/>
              <a:buChar char="•"/>
              <a:defRPr sz="1200" b="0" i="0">
                <a:latin typeface="Graphik" panose="020B0503030202060203" pitchFamily="34" charset="77"/>
              </a:defRPr>
            </a:lvl2pPr>
            <a:lvl3pPr marL="457189">
              <a:buFont typeface="Graphik" panose="020B0503030202060203" pitchFamily="34" charset="0"/>
              <a:buChar char="–"/>
              <a:defRPr sz="1200" b="0" i="0">
                <a:latin typeface="Graphik" panose="020B0503030202060203" pitchFamily="34" charset="77"/>
              </a:defRPr>
            </a:lvl3pPr>
            <a:lvl4pPr marL="685783">
              <a:buFont typeface="Graphik" panose="020B0604020202020204" pitchFamily="34" charset="0"/>
              <a:buChar char="•"/>
              <a:defRPr sz="1100" b="0" i="0">
                <a:latin typeface="Graphik" panose="020B0503030202060203" pitchFamily="34" charset="77"/>
              </a:defRPr>
            </a:lvl4pPr>
            <a:lvl5pPr marL="914377">
              <a:buFont typeface="Graphik" panose="020B0503030202060203" pitchFamily="34" charset="0"/>
              <a:buChar char="–"/>
              <a:defRPr sz="1100" b="0" i="0">
                <a:latin typeface="Graphik" panose="020B0503030202060203" pitchFamily="34" charset="77"/>
              </a:defRPr>
            </a:lvl5pPr>
          </a:lstStyle>
          <a:p>
            <a:pPr lvl="0"/>
            <a:r>
              <a:rPr lang="en-US"/>
              <a:t>Place sub-headline </a:t>
            </a:r>
            <a:r>
              <a:rPr lang="en-GB"/>
              <a:t>here in </a:t>
            </a:r>
            <a:r>
              <a:rPr lang="en-GB" err="1"/>
              <a:t>Graphik</a:t>
            </a:r>
            <a:r>
              <a:rPr lang="en-US"/>
              <a:t>, indent for other levels</a:t>
            </a:r>
          </a:p>
          <a:p>
            <a:pPr lvl="1"/>
            <a:r>
              <a:rPr lang="en-US"/>
              <a:t>Second level</a:t>
            </a:r>
          </a:p>
          <a:p>
            <a:pPr lvl="2"/>
            <a:r>
              <a:rPr lang="en-US"/>
              <a:t>Third level bullet</a:t>
            </a:r>
          </a:p>
          <a:p>
            <a:pPr lvl="3"/>
            <a:r>
              <a:rPr lang="en-US"/>
              <a:t>Fourth level bullet</a:t>
            </a:r>
          </a:p>
          <a:p>
            <a:pPr lvl="4"/>
            <a:r>
              <a:rPr lang="en-US"/>
              <a:t>Fifth level bullet</a:t>
            </a:r>
          </a:p>
        </p:txBody>
      </p:sp>
      <p:sp>
        <p:nvSpPr>
          <p:cNvPr id="3" name="Picture Placeholder 2">
            <a:extLst>
              <a:ext uri="{FF2B5EF4-FFF2-40B4-BE49-F238E27FC236}">
                <a16:creationId xmlns:a16="http://schemas.microsoft.com/office/drawing/2014/main" id="{77AA6D93-92FF-400D-8AF3-C5AC33611540}"/>
              </a:ext>
            </a:extLst>
          </p:cNvPr>
          <p:cNvSpPr>
            <a:spLocks noGrp="1"/>
          </p:cNvSpPr>
          <p:nvPr>
            <p:ph type="pic" idx="1" hasCustomPrompt="1"/>
          </p:nvPr>
        </p:nvSpPr>
        <p:spPr>
          <a:xfrm>
            <a:off x="6096000" y="549276"/>
            <a:ext cx="5541431" cy="5759454"/>
          </a:xfrm>
          <a:prstGeom prst="rect">
            <a:avLst/>
          </a:prstGeom>
          <a:solidFill>
            <a:schemeClr val="bg1">
              <a:lumMod val="95000"/>
            </a:schemeClr>
          </a:solidFill>
        </p:spPr>
        <p:txBody>
          <a:bodyPr tIns="548640" anchor="t"/>
          <a:lstStyle>
            <a:lvl1pPr marL="0" indent="0" algn="ctr" defTabSz="914377" rtl="0" eaLnBrk="1" latinLnBrk="0" hangingPunct="1">
              <a:lnSpc>
                <a:spcPct val="100000"/>
              </a:lnSpc>
              <a:spcBef>
                <a:spcPts val="0"/>
              </a:spcBef>
              <a:spcAft>
                <a:spcPts val="1200"/>
              </a:spcAft>
              <a:buFont typeface="Graphik" panose="020B0604020202020204" pitchFamily="34" charset="0"/>
              <a:buNone/>
              <a:defRPr lang="en-US" sz="1400" b="0" i="0" kern="1200" dirty="0">
                <a:solidFill>
                  <a:schemeClr val="tx1"/>
                </a:solidFill>
                <a:latin typeface="Graphik" panose="020B0503030202060203" pitchFamily="34" charset="77"/>
                <a:ea typeface="+mn-ea"/>
                <a:cs typeface="+mn-cs"/>
              </a:defRPr>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r>
              <a:rPr lang="en-GB"/>
              <a:t>Drag picture to placeholder or click icon to add, then ‘Send to Back’</a:t>
            </a:r>
            <a:endParaRPr lang="en-US"/>
          </a:p>
        </p:txBody>
      </p:sp>
      <p:sp>
        <p:nvSpPr>
          <p:cNvPr id="7" name="Title 2">
            <a:extLst>
              <a:ext uri="{FF2B5EF4-FFF2-40B4-BE49-F238E27FC236}">
                <a16:creationId xmlns:a16="http://schemas.microsoft.com/office/drawing/2014/main" id="{A5DA1A25-51CF-5AD1-5E56-0DCBF1E1C695}"/>
              </a:ext>
            </a:extLst>
          </p:cNvPr>
          <p:cNvSpPr>
            <a:spLocks noGrp="1"/>
          </p:cNvSpPr>
          <p:nvPr>
            <p:ph type="title"/>
          </p:nvPr>
        </p:nvSpPr>
        <p:spPr>
          <a:xfrm>
            <a:off x="556467" y="572599"/>
            <a:ext cx="4684836" cy="916835"/>
          </a:xfrm>
        </p:spPr>
        <p:txBody>
          <a:bodyPr/>
          <a:lstStyle/>
          <a:p>
            <a:r>
              <a:rPr lang="en-GB"/>
              <a:t>Click to edit Master title style</a:t>
            </a:r>
            <a:endParaRPr lang="en-US"/>
          </a:p>
        </p:txBody>
      </p:sp>
      <p:sp>
        <p:nvSpPr>
          <p:cNvPr id="9" name="TextBox 8">
            <a:extLst>
              <a:ext uri="{FF2B5EF4-FFF2-40B4-BE49-F238E27FC236}">
                <a16:creationId xmlns:a16="http://schemas.microsoft.com/office/drawing/2014/main" id="{5932412D-AD03-BACB-C691-EC79CDF8A06A}"/>
              </a:ext>
            </a:extLst>
          </p:cNvPr>
          <p:cNvSpPr txBox="1"/>
          <p:nvPr userDrawn="1"/>
        </p:nvSpPr>
        <p:spPr>
          <a:xfrm>
            <a:off x="5618375" y="2686639"/>
            <a:ext cx="0" cy="0"/>
          </a:xfrm>
          <a:prstGeom prst="rect">
            <a:avLst/>
          </a:prstGeom>
          <a:noFill/>
        </p:spPr>
        <p:txBody>
          <a:bodyPr wrap="none" lIns="0" tIns="0" rIns="0" bIns="0" rtlCol="0">
            <a:noAutofit/>
          </a:bodyPr>
          <a:lstStyle/>
          <a:p>
            <a:pPr algn="l" defTabSz="228600">
              <a:spcAft>
                <a:spcPts val="1200"/>
              </a:spcAft>
            </a:pPr>
            <a:endParaRPr lang="en-US" noProof="0"/>
          </a:p>
        </p:txBody>
      </p:sp>
    </p:spTree>
    <p:extLst>
      <p:ext uri="{BB962C8B-B14F-4D97-AF65-F5344CB8AC3E}">
        <p14:creationId xmlns:p14="http://schemas.microsoft.com/office/powerpoint/2010/main" val="1238254043"/>
      </p:ext>
    </p:extLst>
  </p:cSld>
  <p:clrMapOvr>
    <a:masterClrMapping/>
  </p:clrMapOvr>
  <p:extLst>
    <p:ext uri="{DCECCB84-F9BA-43D5-87BE-67443E8EF086}">
      <p15:sldGuideLst xmlns:p15="http://schemas.microsoft.com/office/powerpoint/2012/main"/>
    </p:ext>
  </p:extLst>
</p:sldLayout>
</file>

<file path=ppt/slideLayouts/slideLayout93.xml><?xml version="1.0" encoding="utf-8"?>
<p:sldLayout xmlns:a="http://schemas.openxmlformats.org/drawingml/2006/main" xmlns:r="http://schemas.openxmlformats.org/officeDocument/2006/relationships" xmlns:p="http://schemas.openxmlformats.org/presentationml/2006/main" showMasterSp="0" preserve="1" userDrawn="1">
  <p:cSld name="Content: column + image, purple">
    <p:bg>
      <p:bgPr>
        <a:solidFill>
          <a:schemeClr val="tx2"/>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0C6C9FFF-540B-B570-4E7C-61946F9149B2}"/>
              </a:ext>
            </a:extLst>
          </p:cNvPr>
          <p:cNvSpPr>
            <a:spLocks noGrp="1"/>
          </p:cNvSpPr>
          <p:nvPr>
            <p:ph type="title" hasCustomPrompt="1"/>
          </p:nvPr>
        </p:nvSpPr>
        <p:spPr>
          <a:xfrm>
            <a:off x="6533256" y="1354138"/>
            <a:ext cx="4595950" cy="1034129"/>
          </a:xfrm>
          <a:prstGeom prst="rect">
            <a:avLst/>
          </a:prstGeom>
        </p:spPr>
        <p:txBody>
          <a:bodyPr anchor="b"/>
          <a:lstStyle>
            <a:lvl1pPr>
              <a:defRPr sz="4200"/>
            </a:lvl1pPr>
          </a:lstStyle>
          <a:p>
            <a:r>
              <a:rPr lang="en-GB"/>
              <a:t>Click to edit Section title style</a:t>
            </a:r>
            <a:endParaRPr lang="en-US"/>
          </a:p>
        </p:txBody>
      </p:sp>
      <p:sp>
        <p:nvSpPr>
          <p:cNvPr id="38" name="Picture Placeholder 35">
            <a:extLst>
              <a:ext uri="{FF2B5EF4-FFF2-40B4-BE49-F238E27FC236}">
                <a16:creationId xmlns:a16="http://schemas.microsoft.com/office/drawing/2014/main" id="{92A5DC07-3811-41E7-B3BC-1DF4ED905C75}"/>
              </a:ext>
            </a:extLst>
          </p:cNvPr>
          <p:cNvSpPr>
            <a:spLocks noGrp="1"/>
          </p:cNvSpPr>
          <p:nvPr>
            <p:ph type="pic" sz="quarter" idx="16" hasCustomPrompt="1"/>
          </p:nvPr>
        </p:nvSpPr>
        <p:spPr>
          <a:xfrm>
            <a:off x="0" y="549275"/>
            <a:ext cx="6007099" cy="5561126"/>
          </a:xfrm>
          <a:prstGeom prst="rect">
            <a:avLst/>
          </a:prstGeom>
          <a:solidFill>
            <a:schemeClr val="tx1">
              <a:lumMod val="95000"/>
            </a:schemeClr>
          </a:solidFill>
        </p:spPr>
        <p:txBody>
          <a:bodyPr lIns="0" tIns="210312" anchor="ctr"/>
          <a:lstStyle>
            <a:lvl1pPr marL="0" indent="0" algn="ctr">
              <a:buNone/>
              <a:defRPr sz="1400" b="0" i="0">
                <a:solidFill>
                  <a:schemeClr val="bg1"/>
                </a:solidFill>
                <a:latin typeface="Graphik" panose="020B0503030202060203" pitchFamily="34" charset="77"/>
              </a:defRPr>
            </a:lvl1pPr>
          </a:lstStyle>
          <a:p>
            <a:r>
              <a:rPr lang="en-GB"/>
              <a:t>Drag picture to placeholder or click icon to add</a:t>
            </a:r>
            <a:endParaRPr lang="en-US"/>
          </a:p>
        </p:txBody>
      </p:sp>
      <p:sp>
        <p:nvSpPr>
          <p:cNvPr id="6" name="Text Placeholder 14">
            <a:extLst>
              <a:ext uri="{FF2B5EF4-FFF2-40B4-BE49-F238E27FC236}">
                <a16:creationId xmlns:a16="http://schemas.microsoft.com/office/drawing/2014/main" id="{45230204-CC18-5C95-0BFC-9C8E11430BCA}"/>
              </a:ext>
            </a:extLst>
          </p:cNvPr>
          <p:cNvSpPr>
            <a:spLocks noGrp="1"/>
          </p:cNvSpPr>
          <p:nvPr>
            <p:ph type="body" sz="quarter" idx="15" hasCustomPrompt="1"/>
          </p:nvPr>
        </p:nvSpPr>
        <p:spPr>
          <a:xfrm>
            <a:off x="6533256" y="2662862"/>
            <a:ext cx="4684835" cy="3598238"/>
          </a:xfrm>
          <a:prstGeom prst="rect">
            <a:avLst/>
          </a:prstGeom>
        </p:spPr>
        <p:txBody>
          <a:bodyPr/>
          <a:lstStyle>
            <a:lvl1pPr marL="0" indent="0">
              <a:lnSpc>
                <a:spcPct val="90000"/>
              </a:lnSpc>
              <a:buNone/>
              <a:defRPr sz="1800" b="0" i="0">
                <a:solidFill>
                  <a:schemeClr val="tx1"/>
                </a:solidFill>
                <a:latin typeface="Graphik" panose="020B0503030202060203" pitchFamily="34" charset="77"/>
              </a:defRPr>
            </a:lvl1pPr>
            <a:lvl2pPr marL="228594" indent="-228594">
              <a:buFont typeface="Graphik" panose="020B0604020202020204" pitchFamily="34" charset="0"/>
              <a:buChar char="•"/>
              <a:defRPr sz="1200" b="0" i="0">
                <a:latin typeface="Graphik" panose="020B0503030202060203" pitchFamily="34" charset="77"/>
              </a:defRPr>
            </a:lvl2pPr>
            <a:lvl3pPr marL="457189">
              <a:buFont typeface="Graphik" panose="020B0503030202060203" pitchFamily="34" charset="0"/>
              <a:buChar char="–"/>
              <a:defRPr sz="1200" b="0" i="0">
                <a:latin typeface="Graphik" panose="020B0503030202060203" pitchFamily="34" charset="77"/>
              </a:defRPr>
            </a:lvl3pPr>
            <a:lvl4pPr marL="685783">
              <a:buFont typeface="Graphik" panose="020B0604020202020204" pitchFamily="34" charset="0"/>
              <a:buChar char="•"/>
              <a:defRPr sz="1100" b="0" i="0">
                <a:latin typeface="Graphik" panose="020B0503030202060203" pitchFamily="34" charset="77"/>
              </a:defRPr>
            </a:lvl4pPr>
            <a:lvl5pPr marL="914377">
              <a:buFont typeface="Graphik" panose="020B0503030202060203" pitchFamily="34" charset="0"/>
              <a:buChar char="–"/>
              <a:defRPr sz="1100" b="0" i="0">
                <a:latin typeface="Graphik" panose="020B0503030202060203" pitchFamily="34" charset="77"/>
              </a:defRPr>
            </a:lvl5pPr>
          </a:lstStyle>
          <a:p>
            <a:pPr lvl="0"/>
            <a:r>
              <a:rPr lang="en-US"/>
              <a:t>Place sub-headline </a:t>
            </a:r>
            <a:r>
              <a:rPr lang="en-GB"/>
              <a:t>here in </a:t>
            </a:r>
            <a:r>
              <a:rPr lang="en-GB" err="1"/>
              <a:t>Graphik</a:t>
            </a:r>
            <a:r>
              <a:rPr lang="en-US"/>
              <a:t>, indent for other levels</a:t>
            </a:r>
          </a:p>
          <a:p>
            <a:pPr lvl="1"/>
            <a:r>
              <a:rPr lang="en-US"/>
              <a:t>Second level</a:t>
            </a:r>
          </a:p>
          <a:p>
            <a:pPr lvl="2"/>
            <a:r>
              <a:rPr lang="en-US"/>
              <a:t>Third level bullet</a:t>
            </a:r>
          </a:p>
          <a:p>
            <a:pPr lvl="3"/>
            <a:r>
              <a:rPr lang="en-US"/>
              <a:t>Fourth level bullet</a:t>
            </a:r>
          </a:p>
          <a:p>
            <a:pPr lvl="4"/>
            <a:r>
              <a:rPr lang="en-US"/>
              <a:t>Fifth level bullet</a:t>
            </a:r>
          </a:p>
        </p:txBody>
      </p:sp>
      <p:sp>
        <p:nvSpPr>
          <p:cNvPr id="3" name="GTS_WH">
            <a:extLst>
              <a:ext uri="{FF2B5EF4-FFF2-40B4-BE49-F238E27FC236}">
                <a16:creationId xmlns:a16="http://schemas.microsoft.com/office/drawing/2014/main" id="{717D1E3E-BD53-CBF3-62AF-19504EE818A5}"/>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
        <p:nvSpPr>
          <p:cNvPr id="5" name="copyright">
            <a:extLst>
              <a:ext uri="{FF2B5EF4-FFF2-40B4-BE49-F238E27FC236}">
                <a16:creationId xmlns:a16="http://schemas.microsoft.com/office/drawing/2014/main" id="{2474523B-1F34-A604-B640-C5B887005C9D}"/>
              </a:ext>
            </a:extLst>
          </p:cNvPr>
          <p:cNvSpPr txBox="1"/>
          <p:nvPr userDrawn="1"/>
        </p:nvSpPr>
        <p:spPr>
          <a:xfrm>
            <a:off x="9031909" y="6429853"/>
            <a:ext cx="2398092"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GB" sz="800">
                <a:solidFill>
                  <a:srgbClr val="FFFFFF">
                    <a:alpha val="75000"/>
                  </a:srgbClr>
                </a:solidFill>
                <a:latin typeface="Graphik" panose="020B0503030202060203" pitchFamily="34" charset="77"/>
              </a:rPr>
              <a:t>Copyright © 2025 Accenture. All rights reserved.</a:t>
            </a:r>
            <a:endParaRPr lang="en-US" sz="1351" noProof="0">
              <a:solidFill>
                <a:srgbClr val="FFFFFF">
                  <a:alpha val="75000"/>
                </a:srgbClr>
              </a:solidFill>
              <a:latin typeface="Graphik" panose="020B0503030202060203" pitchFamily="34" charset="77"/>
            </a:endParaRPr>
          </a:p>
        </p:txBody>
      </p:sp>
      <p:sp>
        <p:nvSpPr>
          <p:cNvPr id="7" name="slide number automatic">
            <a:extLst>
              <a:ext uri="{FF2B5EF4-FFF2-40B4-BE49-F238E27FC236}">
                <a16:creationId xmlns:a16="http://schemas.microsoft.com/office/drawing/2014/main" id="{28236719-F299-27AE-8104-D07B5280084D}"/>
              </a:ext>
            </a:extLst>
          </p:cNvPr>
          <p:cNvSpPr txBox="1"/>
          <p:nvPr userDrawn="1"/>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rgbClr val="FFFFFF">
                    <a:alpha val="75000"/>
                  </a:srgbClr>
                </a:solidFill>
                <a:latin typeface="+mj-lt"/>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a:solidFill>
                <a:srgbClr val="FFFFFF">
                  <a:alpha val="75000"/>
                </a:srgbClr>
              </a:solidFill>
              <a:latin typeface="+mj-lt"/>
            </a:endParaRPr>
          </a:p>
        </p:txBody>
      </p:sp>
    </p:spTree>
    <p:extLst>
      <p:ext uri="{BB962C8B-B14F-4D97-AF65-F5344CB8AC3E}">
        <p14:creationId xmlns:p14="http://schemas.microsoft.com/office/powerpoint/2010/main" val="275132837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94.xml><?xml version="1.0" encoding="utf-8"?>
<p:sldLayout xmlns:a="http://schemas.openxmlformats.org/drawingml/2006/main" xmlns:r="http://schemas.openxmlformats.org/officeDocument/2006/relationships" xmlns:p="http://schemas.openxmlformats.org/presentationml/2006/main" showMasterSp="0" preserve="1" userDrawn="1">
  <p:cSld name="Content: column + image, dark mode">
    <p:bg>
      <p:bgPr>
        <a:solidFill>
          <a:srgbClr val="000000"/>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E89B75D-7DDF-ED09-FE69-8B56D6AED919}"/>
              </a:ext>
            </a:extLst>
          </p:cNvPr>
          <p:cNvSpPr>
            <a:spLocks noGrp="1"/>
          </p:cNvSpPr>
          <p:nvPr>
            <p:ph type="title" hasCustomPrompt="1"/>
          </p:nvPr>
        </p:nvSpPr>
        <p:spPr>
          <a:xfrm>
            <a:off x="6533256" y="1354138"/>
            <a:ext cx="4595950" cy="1034129"/>
          </a:xfrm>
          <a:prstGeom prst="rect">
            <a:avLst/>
          </a:prstGeom>
        </p:spPr>
        <p:txBody>
          <a:bodyPr anchor="b"/>
          <a:lstStyle>
            <a:lvl1pPr>
              <a:defRPr sz="4200"/>
            </a:lvl1pPr>
          </a:lstStyle>
          <a:p>
            <a:r>
              <a:rPr lang="en-GB"/>
              <a:t>Click to edit Section title style</a:t>
            </a:r>
            <a:endParaRPr lang="en-US"/>
          </a:p>
        </p:txBody>
      </p:sp>
      <p:sp>
        <p:nvSpPr>
          <p:cNvPr id="5" name="Text Placeholder 14">
            <a:extLst>
              <a:ext uri="{FF2B5EF4-FFF2-40B4-BE49-F238E27FC236}">
                <a16:creationId xmlns:a16="http://schemas.microsoft.com/office/drawing/2014/main" id="{B4655C9C-EA3F-C392-C162-DB5AFB91842A}"/>
              </a:ext>
            </a:extLst>
          </p:cNvPr>
          <p:cNvSpPr>
            <a:spLocks noGrp="1"/>
          </p:cNvSpPr>
          <p:nvPr>
            <p:ph type="body" sz="quarter" idx="15" hasCustomPrompt="1"/>
          </p:nvPr>
        </p:nvSpPr>
        <p:spPr>
          <a:xfrm>
            <a:off x="6533256" y="2662862"/>
            <a:ext cx="4684835" cy="3598238"/>
          </a:xfrm>
          <a:prstGeom prst="rect">
            <a:avLst/>
          </a:prstGeom>
        </p:spPr>
        <p:txBody>
          <a:bodyPr/>
          <a:lstStyle>
            <a:lvl1pPr marL="0" indent="0">
              <a:lnSpc>
                <a:spcPct val="90000"/>
              </a:lnSpc>
              <a:buNone/>
              <a:defRPr sz="1800" b="0" i="0">
                <a:solidFill>
                  <a:schemeClr val="tx1"/>
                </a:solidFill>
                <a:latin typeface="Graphik" panose="020B0503030202060203" pitchFamily="34" charset="77"/>
              </a:defRPr>
            </a:lvl1pPr>
            <a:lvl2pPr marL="228594" indent="-228594">
              <a:buFont typeface="Graphik" panose="020B0604020202020204" pitchFamily="34" charset="0"/>
              <a:buChar char="•"/>
              <a:defRPr sz="1200" b="0" i="0">
                <a:latin typeface="Graphik" panose="020B0503030202060203" pitchFamily="34" charset="77"/>
              </a:defRPr>
            </a:lvl2pPr>
            <a:lvl3pPr marL="457189">
              <a:buFont typeface="Graphik" panose="020B0503030202060203" pitchFamily="34" charset="0"/>
              <a:buChar char="–"/>
              <a:defRPr sz="1200" b="0" i="0">
                <a:latin typeface="Graphik" panose="020B0503030202060203" pitchFamily="34" charset="77"/>
              </a:defRPr>
            </a:lvl3pPr>
            <a:lvl4pPr marL="685783">
              <a:buFont typeface="Graphik" panose="020B0604020202020204" pitchFamily="34" charset="0"/>
              <a:buChar char="•"/>
              <a:defRPr sz="1100" b="0" i="0">
                <a:latin typeface="Graphik" panose="020B0503030202060203" pitchFamily="34" charset="77"/>
              </a:defRPr>
            </a:lvl4pPr>
            <a:lvl5pPr marL="914377">
              <a:buFont typeface="Graphik" panose="020B0503030202060203" pitchFamily="34" charset="0"/>
              <a:buChar char="–"/>
              <a:defRPr sz="1100" b="0" i="0">
                <a:latin typeface="Graphik" panose="020B0503030202060203" pitchFamily="34" charset="77"/>
              </a:defRPr>
            </a:lvl5pPr>
          </a:lstStyle>
          <a:p>
            <a:pPr lvl="0"/>
            <a:r>
              <a:rPr lang="en-US"/>
              <a:t>Place sub-headline </a:t>
            </a:r>
            <a:r>
              <a:rPr lang="en-GB"/>
              <a:t>here in </a:t>
            </a:r>
            <a:r>
              <a:rPr lang="en-GB" err="1"/>
              <a:t>Graphik</a:t>
            </a:r>
            <a:r>
              <a:rPr lang="en-US"/>
              <a:t>, indent for other levels</a:t>
            </a:r>
          </a:p>
          <a:p>
            <a:pPr lvl="1"/>
            <a:r>
              <a:rPr lang="en-US"/>
              <a:t>Second level</a:t>
            </a:r>
          </a:p>
          <a:p>
            <a:pPr lvl="2"/>
            <a:r>
              <a:rPr lang="en-US"/>
              <a:t>Third level bullet</a:t>
            </a:r>
          </a:p>
          <a:p>
            <a:pPr lvl="3"/>
            <a:r>
              <a:rPr lang="en-US"/>
              <a:t>Fourth level bullet</a:t>
            </a:r>
          </a:p>
          <a:p>
            <a:pPr lvl="4"/>
            <a:r>
              <a:rPr lang="en-US"/>
              <a:t>Fifth level bullet</a:t>
            </a:r>
          </a:p>
        </p:txBody>
      </p:sp>
      <p:sp>
        <p:nvSpPr>
          <p:cNvPr id="4" name="Picture Placeholder 35">
            <a:extLst>
              <a:ext uri="{FF2B5EF4-FFF2-40B4-BE49-F238E27FC236}">
                <a16:creationId xmlns:a16="http://schemas.microsoft.com/office/drawing/2014/main" id="{E30B0B1B-B70F-0FD3-F9A3-B0EE6C801E7F}"/>
              </a:ext>
            </a:extLst>
          </p:cNvPr>
          <p:cNvSpPr>
            <a:spLocks noGrp="1"/>
          </p:cNvSpPr>
          <p:nvPr>
            <p:ph type="pic" sz="quarter" idx="16" hasCustomPrompt="1"/>
          </p:nvPr>
        </p:nvSpPr>
        <p:spPr>
          <a:xfrm>
            <a:off x="0" y="549275"/>
            <a:ext cx="6007100" cy="5561126"/>
          </a:xfrm>
          <a:prstGeom prst="rect">
            <a:avLst/>
          </a:prstGeom>
          <a:solidFill>
            <a:schemeClr val="tx1">
              <a:lumMod val="95000"/>
            </a:schemeClr>
          </a:solidFill>
        </p:spPr>
        <p:txBody>
          <a:bodyPr lIns="0" tIns="210312" anchor="ctr"/>
          <a:lstStyle>
            <a:lvl1pPr marL="0" indent="0" algn="ctr">
              <a:buNone/>
              <a:defRPr sz="1400" b="0" i="0">
                <a:solidFill>
                  <a:schemeClr val="bg1"/>
                </a:solidFill>
                <a:latin typeface="Graphik" panose="020B0503030202060203" pitchFamily="34" charset="77"/>
              </a:defRPr>
            </a:lvl1pPr>
          </a:lstStyle>
          <a:p>
            <a:r>
              <a:rPr lang="en-GB"/>
              <a:t>Drag picture to placeholder or click icon to add</a:t>
            </a:r>
            <a:endParaRPr lang="en-US"/>
          </a:p>
        </p:txBody>
      </p:sp>
      <p:sp>
        <p:nvSpPr>
          <p:cNvPr id="3" name="GTS_WH">
            <a:extLst>
              <a:ext uri="{FF2B5EF4-FFF2-40B4-BE49-F238E27FC236}">
                <a16:creationId xmlns:a16="http://schemas.microsoft.com/office/drawing/2014/main" id="{717D1E3E-BD53-CBF3-62AF-19504EE818A5}"/>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
        <p:nvSpPr>
          <p:cNvPr id="6" name="copyright">
            <a:extLst>
              <a:ext uri="{FF2B5EF4-FFF2-40B4-BE49-F238E27FC236}">
                <a16:creationId xmlns:a16="http://schemas.microsoft.com/office/drawing/2014/main" id="{71CDECC6-DEE3-D5F7-A7C8-D4473D9F4F71}"/>
              </a:ext>
            </a:extLst>
          </p:cNvPr>
          <p:cNvSpPr txBox="1"/>
          <p:nvPr userDrawn="1"/>
        </p:nvSpPr>
        <p:spPr>
          <a:xfrm>
            <a:off x="9031909" y="6429853"/>
            <a:ext cx="2398092"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GB" sz="800">
                <a:solidFill>
                  <a:srgbClr val="FFFFFF">
                    <a:alpha val="75000"/>
                  </a:srgbClr>
                </a:solidFill>
                <a:latin typeface="Graphik" panose="020B0503030202060203" pitchFamily="34" charset="77"/>
              </a:rPr>
              <a:t>Copyright © 2025 Accenture. All rights reserved.</a:t>
            </a:r>
            <a:endParaRPr lang="en-US" sz="1351" noProof="0">
              <a:solidFill>
                <a:srgbClr val="FFFFFF">
                  <a:alpha val="75000"/>
                </a:srgbClr>
              </a:solidFill>
              <a:latin typeface="Graphik" panose="020B0503030202060203" pitchFamily="34" charset="77"/>
            </a:endParaRPr>
          </a:p>
        </p:txBody>
      </p:sp>
      <p:sp>
        <p:nvSpPr>
          <p:cNvPr id="7" name="slide number automatic">
            <a:extLst>
              <a:ext uri="{FF2B5EF4-FFF2-40B4-BE49-F238E27FC236}">
                <a16:creationId xmlns:a16="http://schemas.microsoft.com/office/drawing/2014/main" id="{829128A2-7647-DB1F-6198-C2A2C402A7BC}"/>
              </a:ext>
            </a:extLst>
          </p:cNvPr>
          <p:cNvSpPr txBox="1"/>
          <p:nvPr userDrawn="1"/>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rgbClr val="FFFFFF">
                    <a:alpha val="75000"/>
                  </a:srgbClr>
                </a:solidFill>
                <a:latin typeface="+mj-lt"/>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a:solidFill>
                <a:srgbClr val="FFFFFF">
                  <a:alpha val="75000"/>
                </a:srgbClr>
              </a:solidFill>
              <a:latin typeface="+mj-lt"/>
            </a:endParaRPr>
          </a:p>
        </p:txBody>
      </p:sp>
    </p:spTree>
    <p:extLst>
      <p:ext uri="{BB962C8B-B14F-4D97-AF65-F5344CB8AC3E}">
        <p14:creationId xmlns:p14="http://schemas.microsoft.com/office/powerpoint/2010/main" val="420858999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Content: custom 1">
    <p:spTree>
      <p:nvGrpSpPr>
        <p:cNvPr id="1" name=""/>
        <p:cNvGrpSpPr/>
        <p:nvPr/>
      </p:nvGrpSpPr>
      <p:grpSpPr>
        <a:xfrm>
          <a:off x="0" y="0"/>
          <a:ext cx="0" cy="0"/>
          <a:chOff x="0" y="0"/>
          <a:chExt cx="0" cy="0"/>
        </a:xfrm>
      </p:grpSpPr>
      <p:sp>
        <p:nvSpPr>
          <p:cNvPr id="21" name="Title 1">
            <a:extLst>
              <a:ext uri="{FF2B5EF4-FFF2-40B4-BE49-F238E27FC236}">
                <a16:creationId xmlns:a16="http://schemas.microsoft.com/office/drawing/2014/main" id="{9BDC0A4D-E346-3CCE-788C-9669BEFC9B76}"/>
              </a:ext>
            </a:extLst>
          </p:cNvPr>
          <p:cNvSpPr>
            <a:spLocks noGrp="1"/>
          </p:cNvSpPr>
          <p:nvPr>
            <p:ph type="title" hasCustomPrompt="1"/>
          </p:nvPr>
        </p:nvSpPr>
        <p:spPr>
          <a:xfrm>
            <a:off x="554569" y="1351442"/>
            <a:ext cx="4118519" cy="1772793"/>
          </a:xfrm>
          <a:prstGeom prst="rect">
            <a:avLst/>
          </a:prstGeom>
        </p:spPr>
        <p:txBody>
          <a:bodyPr anchor="b"/>
          <a:lstStyle>
            <a:lvl1pPr>
              <a:defRPr sz="4800"/>
            </a:lvl1pPr>
          </a:lstStyle>
          <a:p>
            <a:r>
              <a:rPr lang="en-US"/>
              <a:t>Click to edit Section title style</a:t>
            </a:r>
          </a:p>
        </p:txBody>
      </p:sp>
      <p:sp>
        <p:nvSpPr>
          <p:cNvPr id="18" name="Picture Placeholder 18">
            <a:extLst>
              <a:ext uri="{FF2B5EF4-FFF2-40B4-BE49-F238E27FC236}">
                <a16:creationId xmlns:a16="http://schemas.microsoft.com/office/drawing/2014/main" id="{D9945356-3D82-526D-F3EC-EF9A544BCDC7}"/>
              </a:ext>
            </a:extLst>
          </p:cNvPr>
          <p:cNvSpPr>
            <a:spLocks noGrp="1"/>
          </p:cNvSpPr>
          <p:nvPr>
            <p:ph type="pic" sz="quarter" idx="36" hasCustomPrompt="1"/>
          </p:nvPr>
        </p:nvSpPr>
        <p:spPr bwMode="gray">
          <a:xfrm>
            <a:off x="5040827" y="554497"/>
            <a:ext cx="3110068" cy="1524000"/>
          </a:xfrm>
          <a:prstGeom prst="rect">
            <a:avLst/>
          </a:prstGeom>
          <a:solidFill>
            <a:schemeClr val="bg1">
              <a:lumMod val="95000"/>
            </a:schemeClr>
          </a:solidFill>
          <a:effectLst/>
        </p:spPr>
        <p:txBody>
          <a:bodyPr lIns="180000" tIns="180000" rIns="180000" bIns="180000" anchor="ctr"/>
          <a:lstStyle>
            <a:lvl1pPr marL="0" indent="0" algn="ctr">
              <a:buNone/>
              <a:defRPr sz="1400" b="0" i="0">
                <a:solidFill>
                  <a:schemeClr val="tx1"/>
                </a:solidFill>
                <a:latin typeface="Graphik" panose="020B0503030202060203" pitchFamily="34" charset="77"/>
              </a:defRPr>
            </a:lvl1pPr>
          </a:lstStyle>
          <a:p>
            <a:r>
              <a:rPr lang="en-GB"/>
              <a:t>Drag picture to placeholder or click icon to add</a:t>
            </a:r>
            <a:endParaRPr lang="en-US"/>
          </a:p>
        </p:txBody>
      </p:sp>
      <p:sp>
        <p:nvSpPr>
          <p:cNvPr id="6" name="Text Placeholder 5">
            <a:extLst>
              <a:ext uri="{FF2B5EF4-FFF2-40B4-BE49-F238E27FC236}">
                <a16:creationId xmlns:a16="http://schemas.microsoft.com/office/drawing/2014/main" id="{C4602F9E-5DF1-F42B-7D21-8791F0ABAE8F}"/>
              </a:ext>
            </a:extLst>
          </p:cNvPr>
          <p:cNvSpPr>
            <a:spLocks noGrp="1"/>
          </p:cNvSpPr>
          <p:nvPr>
            <p:ph type="body" sz="quarter" idx="39"/>
          </p:nvPr>
        </p:nvSpPr>
        <p:spPr>
          <a:xfrm>
            <a:off x="5068197" y="2302697"/>
            <a:ext cx="3082698" cy="904614"/>
          </a:xfrm>
        </p:spPr>
        <p:txBody>
          <a:bodyPr/>
          <a:lstStyle>
            <a:lvl1pPr>
              <a:defRPr>
                <a:solidFill>
                  <a:schemeClr val="bg2"/>
                </a:solidFill>
                <a:latin typeface="+mj-lt"/>
              </a:defRPr>
            </a:lvl1pPr>
            <a:lvl2pPr marL="0" indent="0">
              <a:buNone/>
              <a:defRPr/>
            </a:lvl2pPr>
          </a:lstStyle>
          <a:p>
            <a:pPr lvl="0"/>
            <a:r>
              <a:rPr lang="en-GB"/>
              <a:t>Click to edit Master text styles</a:t>
            </a:r>
          </a:p>
          <a:p>
            <a:pPr lvl="1"/>
            <a:r>
              <a:rPr lang="en-GB"/>
              <a:t>Second level</a:t>
            </a:r>
          </a:p>
        </p:txBody>
      </p:sp>
      <p:sp>
        <p:nvSpPr>
          <p:cNvPr id="20" name="Picture Placeholder 18">
            <a:extLst>
              <a:ext uri="{FF2B5EF4-FFF2-40B4-BE49-F238E27FC236}">
                <a16:creationId xmlns:a16="http://schemas.microsoft.com/office/drawing/2014/main" id="{043D01E8-2D14-8582-D392-AC17CD2A4198}"/>
              </a:ext>
            </a:extLst>
          </p:cNvPr>
          <p:cNvSpPr>
            <a:spLocks noGrp="1"/>
          </p:cNvSpPr>
          <p:nvPr>
            <p:ph type="pic" sz="quarter" idx="38" hasCustomPrompt="1"/>
          </p:nvPr>
        </p:nvSpPr>
        <p:spPr bwMode="gray">
          <a:xfrm>
            <a:off x="8516471" y="554497"/>
            <a:ext cx="3110068" cy="1524000"/>
          </a:xfrm>
          <a:prstGeom prst="rect">
            <a:avLst/>
          </a:prstGeom>
          <a:solidFill>
            <a:schemeClr val="bg1">
              <a:lumMod val="95000"/>
            </a:schemeClr>
          </a:solidFill>
          <a:effectLst/>
        </p:spPr>
        <p:txBody>
          <a:bodyPr lIns="180000" tIns="180000" rIns="180000" bIns="180000" anchor="ctr"/>
          <a:lstStyle>
            <a:lvl1pPr marL="0" indent="0" algn="ctr">
              <a:buNone/>
              <a:defRPr sz="1400" b="0" i="0">
                <a:solidFill>
                  <a:schemeClr val="tx1"/>
                </a:solidFill>
                <a:latin typeface="Graphik" panose="020B0503030202060203" pitchFamily="34" charset="77"/>
              </a:defRPr>
            </a:lvl1pPr>
          </a:lstStyle>
          <a:p>
            <a:r>
              <a:rPr lang="en-GB"/>
              <a:t>Drag picture to placeholder or click icon to add</a:t>
            </a:r>
            <a:endParaRPr lang="en-US"/>
          </a:p>
        </p:txBody>
      </p:sp>
      <p:sp>
        <p:nvSpPr>
          <p:cNvPr id="7" name="Text Placeholder 5">
            <a:extLst>
              <a:ext uri="{FF2B5EF4-FFF2-40B4-BE49-F238E27FC236}">
                <a16:creationId xmlns:a16="http://schemas.microsoft.com/office/drawing/2014/main" id="{B286CD00-6CFB-20C2-A09E-D720E0360520}"/>
              </a:ext>
            </a:extLst>
          </p:cNvPr>
          <p:cNvSpPr>
            <a:spLocks noGrp="1"/>
          </p:cNvSpPr>
          <p:nvPr>
            <p:ph type="body" sz="quarter" idx="40"/>
          </p:nvPr>
        </p:nvSpPr>
        <p:spPr>
          <a:xfrm>
            <a:off x="8516471" y="2302697"/>
            <a:ext cx="3082698" cy="904614"/>
          </a:xfrm>
        </p:spPr>
        <p:txBody>
          <a:bodyPr/>
          <a:lstStyle>
            <a:lvl1pPr>
              <a:defRPr>
                <a:solidFill>
                  <a:schemeClr val="bg2"/>
                </a:solidFill>
                <a:latin typeface="+mj-lt"/>
              </a:defRPr>
            </a:lvl1pPr>
            <a:lvl2pPr marL="0" indent="0">
              <a:buNone/>
              <a:defRPr/>
            </a:lvl2pPr>
          </a:lstStyle>
          <a:p>
            <a:pPr lvl="0"/>
            <a:r>
              <a:rPr lang="en-GB"/>
              <a:t>Click to edit Master text styles</a:t>
            </a:r>
          </a:p>
          <a:p>
            <a:pPr lvl="1"/>
            <a:r>
              <a:rPr lang="en-GB"/>
              <a:t>Second level</a:t>
            </a:r>
          </a:p>
        </p:txBody>
      </p:sp>
      <p:sp>
        <p:nvSpPr>
          <p:cNvPr id="10" name="Picture Placeholder 18">
            <a:extLst>
              <a:ext uri="{FF2B5EF4-FFF2-40B4-BE49-F238E27FC236}">
                <a16:creationId xmlns:a16="http://schemas.microsoft.com/office/drawing/2014/main" id="{5552C60D-F6B3-15A8-3518-C6B4BC2F4D3B}"/>
              </a:ext>
            </a:extLst>
          </p:cNvPr>
          <p:cNvSpPr>
            <a:spLocks noGrp="1"/>
          </p:cNvSpPr>
          <p:nvPr>
            <p:ph type="pic" sz="quarter" idx="13" hasCustomPrompt="1"/>
          </p:nvPr>
        </p:nvSpPr>
        <p:spPr bwMode="gray">
          <a:xfrm>
            <a:off x="5040827" y="3650689"/>
            <a:ext cx="3110068" cy="1524000"/>
          </a:xfrm>
          <a:prstGeom prst="rect">
            <a:avLst/>
          </a:prstGeom>
          <a:solidFill>
            <a:schemeClr val="bg1">
              <a:lumMod val="95000"/>
            </a:schemeClr>
          </a:solidFill>
          <a:effectLst/>
        </p:spPr>
        <p:txBody>
          <a:bodyPr lIns="180000" tIns="180000" rIns="180000" bIns="180000" anchor="ctr"/>
          <a:lstStyle>
            <a:lvl1pPr marL="0" indent="0" algn="ctr">
              <a:buNone/>
              <a:defRPr sz="1400" b="0" i="0">
                <a:solidFill>
                  <a:schemeClr val="tx1"/>
                </a:solidFill>
                <a:latin typeface="Graphik" panose="020B0503030202060203" pitchFamily="34" charset="77"/>
              </a:defRPr>
            </a:lvl1pPr>
          </a:lstStyle>
          <a:p>
            <a:r>
              <a:rPr lang="en-GB"/>
              <a:t>Drag picture to placeholder or click icon to add</a:t>
            </a:r>
            <a:endParaRPr lang="en-US"/>
          </a:p>
        </p:txBody>
      </p:sp>
      <p:sp>
        <p:nvSpPr>
          <p:cNvPr id="8" name="Text Placeholder 5">
            <a:extLst>
              <a:ext uri="{FF2B5EF4-FFF2-40B4-BE49-F238E27FC236}">
                <a16:creationId xmlns:a16="http://schemas.microsoft.com/office/drawing/2014/main" id="{0C3EB0FF-A89F-1F16-2674-8CA149E690B3}"/>
              </a:ext>
            </a:extLst>
          </p:cNvPr>
          <p:cNvSpPr>
            <a:spLocks noGrp="1"/>
          </p:cNvSpPr>
          <p:nvPr>
            <p:ph type="body" sz="quarter" idx="41"/>
          </p:nvPr>
        </p:nvSpPr>
        <p:spPr>
          <a:xfrm>
            <a:off x="5068197" y="5404111"/>
            <a:ext cx="3082698" cy="904614"/>
          </a:xfrm>
        </p:spPr>
        <p:txBody>
          <a:bodyPr/>
          <a:lstStyle>
            <a:lvl1pPr>
              <a:defRPr>
                <a:solidFill>
                  <a:schemeClr val="bg2"/>
                </a:solidFill>
                <a:latin typeface="+mj-lt"/>
              </a:defRPr>
            </a:lvl1pPr>
            <a:lvl2pPr marL="0" indent="0">
              <a:buNone/>
              <a:defRPr/>
            </a:lvl2pPr>
          </a:lstStyle>
          <a:p>
            <a:pPr lvl="0"/>
            <a:r>
              <a:rPr lang="en-GB"/>
              <a:t>Click to edit Master text styles</a:t>
            </a:r>
          </a:p>
          <a:p>
            <a:pPr lvl="1"/>
            <a:r>
              <a:rPr lang="en-GB"/>
              <a:t>Second level</a:t>
            </a:r>
          </a:p>
        </p:txBody>
      </p:sp>
      <p:sp>
        <p:nvSpPr>
          <p:cNvPr id="12" name="Picture Placeholder 18">
            <a:extLst>
              <a:ext uri="{FF2B5EF4-FFF2-40B4-BE49-F238E27FC236}">
                <a16:creationId xmlns:a16="http://schemas.microsoft.com/office/drawing/2014/main" id="{8BB12B5F-02FD-86E4-33E5-F8118970C9C9}"/>
              </a:ext>
            </a:extLst>
          </p:cNvPr>
          <p:cNvSpPr>
            <a:spLocks noGrp="1"/>
          </p:cNvSpPr>
          <p:nvPr>
            <p:ph type="pic" sz="quarter" idx="34" hasCustomPrompt="1"/>
          </p:nvPr>
        </p:nvSpPr>
        <p:spPr bwMode="gray">
          <a:xfrm>
            <a:off x="8516471" y="3650689"/>
            <a:ext cx="3110068" cy="1524000"/>
          </a:xfrm>
          <a:prstGeom prst="rect">
            <a:avLst/>
          </a:prstGeom>
          <a:solidFill>
            <a:schemeClr val="bg1">
              <a:lumMod val="95000"/>
            </a:schemeClr>
          </a:solidFill>
          <a:effectLst/>
        </p:spPr>
        <p:txBody>
          <a:bodyPr lIns="180000" tIns="180000" rIns="180000" bIns="180000" anchor="ctr"/>
          <a:lstStyle>
            <a:lvl1pPr marL="0" indent="0" algn="ctr">
              <a:buNone/>
              <a:defRPr sz="1400" b="0" i="0">
                <a:solidFill>
                  <a:schemeClr val="tx1"/>
                </a:solidFill>
                <a:latin typeface="Graphik" panose="020B0503030202060203" pitchFamily="34" charset="77"/>
              </a:defRPr>
            </a:lvl1pPr>
          </a:lstStyle>
          <a:p>
            <a:r>
              <a:rPr lang="en-GB"/>
              <a:t>Drag picture to placeholder or click icon to add</a:t>
            </a:r>
            <a:endParaRPr lang="en-US"/>
          </a:p>
        </p:txBody>
      </p:sp>
      <p:sp>
        <p:nvSpPr>
          <p:cNvPr id="13" name="Text Placeholder 5">
            <a:extLst>
              <a:ext uri="{FF2B5EF4-FFF2-40B4-BE49-F238E27FC236}">
                <a16:creationId xmlns:a16="http://schemas.microsoft.com/office/drawing/2014/main" id="{2CFC039C-2FE3-6F68-1711-363159A29E21}"/>
              </a:ext>
            </a:extLst>
          </p:cNvPr>
          <p:cNvSpPr>
            <a:spLocks noGrp="1"/>
          </p:cNvSpPr>
          <p:nvPr>
            <p:ph type="body" sz="quarter" idx="42"/>
          </p:nvPr>
        </p:nvSpPr>
        <p:spPr>
          <a:xfrm>
            <a:off x="8516471" y="5404111"/>
            <a:ext cx="3082698" cy="904614"/>
          </a:xfrm>
        </p:spPr>
        <p:txBody>
          <a:bodyPr/>
          <a:lstStyle>
            <a:lvl1pPr>
              <a:defRPr>
                <a:solidFill>
                  <a:schemeClr val="bg2"/>
                </a:solidFill>
                <a:latin typeface="+mj-lt"/>
              </a:defRPr>
            </a:lvl1pPr>
            <a:lvl2pPr marL="0" indent="0">
              <a:buNone/>
              <a:defRPr/>
            </a:lvl2pPr>
          </a:lstStyle>
          <a:p>
            <a:pPr lvl="0"/>
            <a:r>
              <a:rPr lang="en-GB"/>
              <a:t>Click to edit Master text styles</a:t>
            </a:r>
          </a:p>
          <a:p>
            <a:pPr lvl="1"/>
            <a:r>
              <a:rPr lang="en-GB"/>
              <a:t>Second level</a:t>
            </a:r>
          </a:p>
        </p:txBody>
      </p:sp>
    </p:spTree>
    <p:extLst>
      <p:ext uri="{BB962C8B-B14F-4D97-AF65-F5344CB8AC3E}">
        <p14:creationId xmlns:p14="http://schemas.microsoft.com/office/powerpoint/2010/main" val="2668212852"/>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Content: statistics + image, light and purple">
    <p:bg>
      <p:bgRef idx="1001">
        <a:schemeClr val="bg1"/>
      </p:bgRef>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BB918B6-32FF-4857-A645-C1032AFAEF62}"/>
              </a:ext>
            </a:extLst>
          </p:cNvPr>
          <p:cNvSpPr>
            <a:spLocks noGrp="1"/>
          </p:cNvSpPr>
          <p:nvPr>
            <p:ph type="title" hasCustomPrompt="1"/>
          </p:nvPr>
        </p:nvSpPr>
        <p:spPr>
          <a:xfrm>
            <a:off x="561601" y="1085532"/>
            <a:ext cx="5292575" cy="984885"/>
          </a:xfrm>
          <a:prstGeom prst="rect">
            <a:avLst/>
          </a:prstGeom>
        </p:spPr>
        <p:txBody>
          <a:bodyPr anchor="ctr"/>
          <a:lstStyle>
            <a:lvl1pPr>
              <a:defRPr sz="4000"/>
            </a:lvl1pPr>
          </a:lstStyle>
          <a:p>
            <a:r>
              <a:rPr lang="en-US"/>
              <a:t>Place headline in </a:t>
            </a:r>
            <a:r>
              <a:rPr lang="en-US" err="1"/>
              <a:t>Graphik</a:t>
            </a:r>
            <a:r>
              <a:rPr lang="en-US"/>
              <a:t> Semibold</a:t>
            </a:r>
          </a:p>
        </p:txBody>
      </p:sp>
      <p:sp>
        <p:nvSpPr>
          <p:cNvPr id="38" name="Picture Placeholder 3">
            <a:extLst>
              <a:ext uri="{FF2B5EF4-FFF2-40B4-BE49-F238E27FC236}">
                <a16:creationId xmlns:a16="http://schemas.microsoft.com/office/drawing/2014/main" id="{92A5DC07-3811-41E7-B3BC-1DF4ED905C75}"/>
              </a:ext>
            </a:extLst>
          </p:cNvPr>
          <p:cNvSpPr>
            <a:spLocks noGrp="1"/>
          </p:cNvSpPr>
          <p:nvPr>
            <p:ph type="pic" sz="quarter" idx="16" hasCustomPrompt="1"/>
          </p:nvPr>
        </p:nvSpPr>
        <p:spPr bwMode="gray">
          <a:xfrm>
            <a:off x="6095976" y="0"/>
            <a:ext cx="3048024" cy="3089456"/>
          </a:xfrm>
          <a:prstGeom prst="rect">
            <a:avLst/>
          </a:prstGeom>
          <a:solidFill>
            <a:schemeClr val="bg1">
              <a:lumMod val="95000"/>
            </a:schemeClr>
          </a:solidFill>
        </p:spPr>
        <p:txBody>
          <a:bodyPr tIns="274320" anchor="ctr"/>
          <a:lstStyle>
            <a:lvl1pPr marL="0" indent="0" algn="ctr">
              <a:buNone/>
              <a:defRPr sz="1400" b="0" i="0">
                <a:solidFill>
                  <a:schemeClr val="tx1"/>
                </a:solidFill>
                <a:latin typeface="Graphik" panose="020B0503030202060203" pitchFamily="34" charset="77"/>
              </a:defRPr>
            </a:lvl1pPr>
          </a:lstStyle>
          <a:p>
            <a:r>
              <a:rPr lang="en-GB"/>
              <a:t>Drag picture to placeholder </a:t>
            </a:r>
          </a:p>
          <a:p>
            <a:r>
              <a:rPr lang="en-GB"/>
              <a:t>or click icon to add</a:t>
            </a:r>
            <a:endParaRPr lang="en-US"/>
          </a:p>
        </p:txBody>
      </p:sp>
      <p:sp>
        <p:nvSpPr>
          <p:cNvPr id="46" name="Text Placeholder 4">
            <a:extLst>
              <a:ext uri="{FF2B5EF4-FFF2-40B4-BE49-F238E27FC236}">
                <a16:creationId xmlns:a16="http://schemas.microsoft.com/office/drawing/2014/main" id="{FFC38A35-5CA3-4459-9AC5-201C71534956}"/>
              </a:ext>
            </a:extLst>
          </p:cNvPr>
          <p:cNvSpPr>
            <a:spLocks noGrp="1"/>
          </p:cNvSpPr>
          <p:nvPr>
            <p:ph type="body" sz="quarter" idx="17" hasCustomPrompt="1"/>
          </p:nvPr>
        </p:nvSpPr>
        <p:spPr>
          <a:xfrm>
            <a:off x="9525005" y="319269"/>
            <a:ext cx="2285996" cy="912223"/>
          </a:xfrm>
          <a:prstGeom prst="rect">
            <a:avLst/>
          </a:prstGeom>
        </p:spPr>
        <p:txBody>
          <a:bodyPr anchor="ctr"/>
          <a:lstStyle>
            <a:lvl1pPr marL="0" indent="0">
              <a:buNone/>
              <a:defRPr lang="en-US" sz="5333" b="1" i="0" kern="1200" dirty="0">
                <a:solidFill>
                  <a:schemeClr val="bg2"/>
                </a:solidFill>
                <a:latin typeface="Graphik Semibold" panose="020B0503030202060203" pitchFamily="34" charset="77"/>
                <a:ea typeface="+mn-ea"/>
                <a:cs typeface="+mn-cs"/>
              </a:defRPr>
            </a:lvl1pPr>
            <a:lvl2pPr>
              <a:defRPr/>
            </a:lvl2pPr>
            <a:lvl3pPr>
              <a:defRPr/>
            </a:lvl3pPr>
            <a:lvl4pPr>
              <a:defRPr/>
            </a:lvl4pPr>
            <a:lvl5pPr>
              <a:defRPr/>
            </a:lvl5pPr>
          </a:lstStyle>
          <a:p>
            <a:pPr marL="228594" lvl="0" indent="-228594" algn="l" defTabSz="914377" rtl="0" eaLnBrk="1" latinLnBrk="0" hangingPunct="1">
              <a:lnSpc>
                <a:spcPct val="100000"/>
              </a:lnSpc>
              <a:spcBef>
                <a:spcPts val="0"/>
              </a:spcBef>
              <a:spcAft>
                <a:spcPts val="1200"/>
              </a:spcAft>
            </a:pPr>
            <a:r>
              <a:rPr lang="en-GB"/>
              <a:t>00x</a:t>
            </a:r>
            <a:endParaRPr lang="en-US"/>
          </a:p>
        </p:txBody>
      </p:sp>
      <p:sp>
        <p:nvSpPr>
          <p:cNvPr id="10" name="Text Placeholder 6">
            <a:extLst>
              <a:ext uri="{FF2B5EF4-FFF2-40B4-BE49-F238E27FC236}">
                <a16:creationId xmlns:a16="http://schemas.microsoft.com/office/drawing/2014/main" id="{0E13751C-7DFF-BC74-C2E3-F873D7210D7F}"/>
              </a:ext>
            </a:extLst>
          </p:cNvPr>
          <p:cNvSpPr>
            <a:spLocks noGrp="1"/>
          </p:cNvSpPr>
          <p:nvPr>
            <p:ph type="body" sz="quarter" idx="32"/>
          </p:nvPr>
        </p:nvSpPr>
        <p:spPr>
          <a:xfrm>
            <a:off x="9525004" y="1472692"/>
            <a:ext cx="2286000" cy="1439333"/>
          </a:xfrm>
        </p:spPr>
        <p:txBody>
          <a:bodyPr/>
          <a:lstStyle>
            <a:lvl1pPr>
              <a:spcAft>
                <a:spcPts val="600"/>
              </a:spcAft>
              <a:defRPr sz="1800" i="0">
                <a:latin typeface="+mj-lt"/>
              </a:defRPr>
            </a:lvl1pPr>
            <a:lvl2pPr marL="0" indent="0">
              <a:spcAft>
                <a:spcPts val="600"/>
              </a:spcAft>
              <a:buNone/>
              <a:defRPr sz="1200"/>
            </a:lvl2pPr>
            <a:lvl3pPr marL="230394" indent="-230394">
              <a:spcAft>
                <a:spcPts val="600"/>
              </a:spcAft>
              <a:buFont typeface="Arial" panose="020B0604020202020204" pitchFamily="34" charset="0"/>
              <a:buChar char="•"/>
              <a:tabLst/>
              <a:defRPr sz="1200"/>
            </a:lvl3pPr>
            <a:lvl4pPr marL="230394" indent="-230394">
              <a:spcAft>
                <a:spcPts val="600"/>
              </a:spcAft>
              <a:defRPr sz="1200"/>
            </a:lvl4pPr>
            <a:lvl5pPr marL="230394" indent="-228594">
              <a:spcAft>
                <a:spcPts val="600"/>
              </a:spcAft>
              <a:buFont typeface="Arial" panose="020B0604020202020204" pitchFamily="34" charset="0"/>
              <a:buChar char="•"/>
              <a:tabLst/>
              <a:defRPr sz="12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21" name="Picture Placeholder 6">
            <a:extLst>
              <a:ext uri="{FF2B5EF4-FFF2-40B4-BE49-F238E27FC236}">
                <a16:creationId xmlns:a16="http://schemas.microsoft.com/office/drawing/2014/main" id="{4CA191CE-F49B-4889-A102-DDD1279F3FB2}"/>
              </a:ext>
            </a:extLst>
          </p:cNvPr>
          <p:cNvSpPr>
            <a:spLocks noGrp="1"/>
          </p:cNvSpPr>
          <p:nvPr>
            <p:ph type="pic" sz="quarter" idx="23" hasCustomPrompt="1"/>
          </p:nvPr>
        </p:nvSpPr>
        <p:spPr bwMode="gray">
          <a:xfrm>
            <a:off x="0" y="3089456"/>
            <a:ext cx="3048000" cy="3039884"/>
          </a:xfrm>
          <a:prstGeom prst="rect">
            <a:avLst/>
          </a:prstGeom>
          <a:solidFill>
            <a:schemeClr val="bg1">
              <a:lumMod val="95000"/>
            </a:schemeClr>
          </a:solidFill>
        </p:spPr>
        <p:txBody>
          <a:bodyPr vert="horz" lIns="0" tIns="274320" rIns="0" bIns="0" rtlCol="0" anchor="ctr">
            <a:noAutofit/>
          </a:bodyPr>
          <a:lstStyle>
            <a:lvl1pPr marL="0" indent="0" algn="ctr">
              <a:buNone/>
              <a:defRPr lang="en-US" sz="1400" b="0" i="0" dirty="0">
                <a:latin typeface="Graphik" panose="020B0503030202060203" pitchFamily="34" charset="77"/>
              </a:defRPr>
            </a:lvl1pPr>
          </a:lstStyle>
          <a:p>
            <a:pPr marL="228594" lvl="0" indent="-228594" algn="ctr"/>
            <a:r>
              <a:rPr lang="en-GB"/>
              <a:t>Drag picture to placeholder </a:t>
            </a:r>
          </a:p>
          <a:p>
            <a:pPr marL="228594" lvl="0" indent="-228594" algn="ctr"/>
            <a:r>
              <a:rPr lang="en-GB"/>
              <a:t>or click icon to add</a:t>
            </a:r>
            <a:endParaRPr lang="en-US"/>
          </a:p>
        </p:txBody>
      </p:sp>
      <p:sp>
        <p:nvSpPr>
          <p:cNvPr id="8" name="Rectangle 7">
            <a:extLst>
              <a:ext uri="{FF2B5EF4-FFF2-40B4-BE49-F238E27FC236}">
                <a16:creationId xmlns:a16="http://schemas.microsoft.com/office/drawing/2014/main" id="{3D16F949-3472-4EBC-9DC1-05EC807C9FC0}"/>
              </a:ext>
              <a:ext uri="{C183D7F6-B498-43B3-948B-1728B52AA6E4}">
                <adec:decorative xmlns:adec="http://schemas.microsoft.com/office/drawing/2017/decorative" val="1"/>
              </a:ext>
            </a:extLst>
          </p:cNvPr>
          <p:cNvSpPr/>
          <p:nvPr userDrawn="1"/>
        </p:nvSpPr>
        <p:spPr bwMode="white">
          <a:xfrm>
            <a:off x="3048000" y="3089456"/>
            <a:ext cx="3047968" cy="3039884"/>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a:solidFill>
                <a:srgbClr val="FFFFFF"/>
              </a:solidFill>
              <a:latin typeface="Graphik" panose="020B0503030202060203" pitchFamily="34" charset="77"/>
            </a:endParaRPr>
          </a:p>
        </p:txBody>
      </p:sp>
      <p:sp>
        <p:nvSpPr>
          <p:cNvPr id="48" name="Text Placeholder 7">
            <a:extLst>
              <a:ext uri="{FF2B5EF4-FFF2-40B4-BE49-F238E27FC236}">
                <a16:creationId xmlns:a16="http://schemas.microsoft.com/office/drawing/2014/main" id="{84A1985F-A4F6-4997-A4BD-E305CB1A47A6}"/>
              </a:ext>
            </a:extLst>
          </p:cNvPr>
          <p:cNvSpPr>
            <a:spLocks noGrp="1"/>
          </p:cNvSpPr>
          <p:nvPr>
            <p:ph type="body" sz="quarter" idx="19" hasCustomPrompt="1"/>
          </p:nvPr>
        </p:nvSpPr>
        <p:spPr>
          <a:xfrm>
            <a:off x="3428989" y="3384433"/>
            <a:ext cx="2285996" cy="912223"/>
          </a:xfrm>
          <a:prstGeom prst="rect">
            <a:avLst/>
          </a:prstGeom>
        </p:spPr>
        <p:txBody>
          <a:bodyPr anchor="ctr"/>
          <a:lstStyle>
            <a:lvl1pPr marL="0" indent="0">
              <a:buNone/>
              <a:defRPr lang="en-US" sz="5333" b="0" i="0" kern="1200" dirty="0">
                <a:solidFill>
                  <a:schemeClr val="bg1"/>
                </a:solidFill>
                <a:latin typeface="Graphik Semibold" panose="020B0503030202060203" pitchFamily="34" charset="77"/>
                <a:ea typeface="+mn-ea"/>
                <a:cs typeface="+mn-cs"/>
              </a:defRPr>
            </a:lvl1pPr>
            <a:lvl2pPr>
              <a:defRPr/>
            </a:lvl2pPr>
            <a:lvl3pPr>
              <a:defRPr/>
            </a:lvl3pPr>
            <a:lvl4pPr>
              <a:defRPr/>
            </a:lvl4pPr>
            <a:lvl5pPr>
              <a:defRPr/>
            </a:lvl5pPr>
          </a:lstStyle>
          <a:p>
            <a:pPr marL="228594" lvl="0" indent="-228594" algn="l" defTabSz="914377" rtl="0" eaLnBrk="1" latinLnBrk="0" hangingPunct="1">
              <a:lnSpc>
                <a:spcPct val="100000"/>
              </a:lnSpc>
              <a:spcBef>
                <a:spcPts val="0"/>
              </a:spcBef>
              <a:spcAft>
                <a:spcPts val="1200"/>
              </a:spcAft>
            </a:pPr>
            <a:r>
              <a:rPr lang="en-GB"/>
              <a:t>00x</a:t>
            </a:r>
            <a:endParaRPr lang="en-US"/>
          </a:p>
        </p:txBody>
      </p:sp>
      <p:sp>
        <p:nvSpPr>
          <p:cNvPr id="7" name="Text Placeholder 6">
            <a:extLst>
              <a:ext uri="{FF2B5EF4-FFF2-40B4-BE49-F238E27FC236}">
                <a16:creationId xmlns:a16="http://schemas.microsoft.com/office/drawing/2014/main" id="{177CEAEA-C612-CFB5-8548-FA7A606FA780}"/>
              </a:ext>
            </a:extLst>
          </p:cNvPr>
          <p:cNvSpPr>
            <a:spLocks noGrp="1"/>
          </p:cNvSpPr>
          <p:nvPr>
            <p:ph type="body" sz="quarter" idx="30"/>
          </p:nvPr>
        </p:nvSpPr>
        <p:spPr>
          <a:xfrm>
            <a:off x="3428948" y="4508500"/>
            <a:ext cx="2286000" cy="1439333"/>
          </a:xfrm>
        </p:spPr>
        <p:txBody>
          <a:bodyPr/>
          <a:lstStyle>
            <a:lvl1pPr>
              <a:spcAft>
                <a:spcPts val="600"/>
              </a:spcAft>
              <a:defRPr sz="1800" i="0">
                <a:solidFill>
                  <a:srgbClr val="FFFFFF"/>
                </a:solidFill>
                <a:latin typeface="+mj-lt"/>
              </a:defRPr>
            </a:lvl1pPr>
            <a:lvl2pPr marL="0" indent="0">
              <a:spcAft>
                <a:spcPts val="600"/>
              </a:spcAft>
              <a:buNone/>
              <a:defRPr sz="1200">
                <a:solidFill>
                  <a:srgbClr val="FFFFFF"/>
                </a:solidFill>
              </a:defRPr>
            </a:lvl2pPr>
            <a:lvl3pPr marL="230394" indent="-230394">
              <a:spcAft>
                <a:spcPts val="600"/>
              </a:spcAft>
              <a:buFont typeface="Arial" panose="020B0604020202020204" pitchFamily="34" charset="0"/>
              <a:buChar char="•"/>
              <a:tabLst/>
              <a:defRPr sz="1200">
                <a:solidFill>
                  <a:srgbClr val="FFFFFF"/>
                </a:solidFill>
              </a:defRPr>
            </a:lvl3pPr>
            <a:lvl4pPr marL="230394" indent="-230394">
              <a:spcAft>
                <a:spcPts val="600"/>
              </a:spcAft>
              <a:defRPr sz="1200">
                <a:solidFill>
                  <a:srgbClr val="FFFFFF"/>
                </a:solidFill>
              </a:defRPr>
            </a:lvl4pPr>
            <a:lvl5pPr marL="230394" indent="-228594">
              <a:spcAft>
                <a:spcPts val="600"/>
              </a:spcAft>
              <a:buFont typeface="Arial" panose="020B0604020202020204" pitchFamily="34" charset="0"/>
              <a:buChar char="•"/>
              <a:tabLst/>
              <a:defRPr sz="1200">
                <a:solidFill>
                  <a:srgbClr val="FFFFFF"/>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0" name="Text Placeholder 9">
            <a:extLst>
              <a:ext uri="{FF2B5EF4-FFF2-40B4-BE49-F238E27FC236}">
                <a16:creationId xmlns:a16="http://schemas.microsoft.com/office/drawing/2014/main" id="{E5121ACC-7E33-431F-A8A1-419F515D4061}"/>
              </a:ext>
            </a:extLst>
          </p:cNvPr>
          <p:cNvSpPr>
            <a:spLocks noGrp="1"/>
          </p:cNvSpPr>
          <p:nvPr>
            <p:ph type="body" sz="quarter" idx="21" hasCustomPrompt="1"/>
          </p:nvPr>
        </p:nvSpPr>
        <p:spPr>
          <a:xfrm>
            <a:off x="6476999" y="3384433"/>
            <a:ext cx="2285996" cy="912223"/>
          </a:xfrm>
          <a:prstGeom prst="rect">
            <a:avLst/>
          </a:prstGeom>
        </p:spPr>
        <p:txBody>
          <a:bodyPr anchor="ctr"/>
          <a:lstStyle>
            <a:lvl1pPr marL="0" indent="0">
              <a:buNone/>
              <a:defRPr lang="en-US" sz="5333" b="1" i="0" kern="1200" dirty="0">
                <a:solidFill>
                  <a:schemeClr val="bg2"/>
                </a:solidFill>
                <a:latin typeface="Graphik Semibold" panose="020B0503030202060203" pitchFamily="34" charset="77"/>
                <a:ea typeface="+mn-ea"/>
                <a:cs typeface="+mn-cs"/>
              </a:defRPr>
            </a:lvl1pPr>
            <a:lvl2pPr>
              <a:defRPr/>
            </a:lvl2pPr>
            <a:lvl3pPr>
              <a:defRPr/>
            </a:lvl3pPr>
            <a:lvl4pPr>
              <a:defRPr/>
            </a:lvl4pPr>
            <a:lvl5pPr>
              <a:defRPr/>
            </a:lvl5pPr>
          </a:lstStyle>
          <a:p>
            <a:pPr marL="228594" lvl="0" indent="-228594" algn="l" defTabSz="914377" rtl="0" eaLnBrk="1" latinLnBrk="0" hangingPunct="1">
              <a:lnSpc>
                <a:spcPct val="100000"/>
              </a:lnSpc>
              <a:spcBef>
                <a:spcPts val="0"/>
              </a:spcBef>
              <a:spcAft>
                <a:spcPts val="1200"/>
              </a:spcAft>
            </a:pPr>
            <a:r>
              <a:rPr lang="en-GB"/>
              <a:t>00x</a:t>
            </a:r>
            <a:endParaRPr lang="en-US"/>
          </a:p>
        </p:txBody>
      </p:sp>
      <p:sp>
        <p:nvSpPr>
          <p:cNvPr id="4" name="Text Placeholder 6">
            <a:extLst>
              <a:ext uri="{FF2B5EF4-FFF2-40B4-BE49-F238E27FC236}">
                <a16:creationId xmlns:a16="http://schemas.microsoft.com/office/drawing/2014/main" id="{C15EB609-6106-F616-161A-9233408C6233}"/>
              </a:ext>
            </a:extLst>
          </p:cNvPr>
          <p:cNvSpPr>
            <a:spLocks noGrp="1"/>
          </p:cNvSpPr>
          <p:nvPr>
            <p:ph type="body" sz="quarter" idx="29"/>
          </p:nvPr>
        </p:nvSpPr>
        <p:spPr>
          <a:xfrm>
            <a:off x="6476916" y="4508500"/>
            <a:ext cx="2286000" cy="1439333"/>
          </a:xfrm>
        </p:spPr>
        <p:txBody>
          <a:bodyPr/>
          <a:lstStyle>
            <a:lvl1pPr>
              <a:spcAft>
                <a:spcPts val="600"/>
              </a:spcAft>
              <a:defRPr sz="1800" i="0">
                <a:latin typeface="+mj-lt"/>
              </a:defRPr>
            </a:lvl1pPr>
            <a:lvl2pPr marL="0" indent="0">
              <a:spcAft>
                <a:spcPts val="600"/>
              </a:spcAft>
              <a:buNone/>
              <a:defRPr sz="1200"/>
            </a:lvl2pPr>
            <a:lvl3pPr marL="230394" indent="-230394">
              <a:spcAft>
                <a:spcPts val="600"/>
              </a:spcAft>
              <a:buFont typeface="Arial" panose="020B0604020202020204" pitchFamily="34" charset="0"/>
              <a:buChar char="•"/>
              <a:tabLst/>
              <a:defRPr sz="1200"/>
            </a:lvl3pPr>
            <a:lvl4pPr marL="230394" indent="-230394">
              <a:spcAft>
                <a:spcPts val="600"/>
              </a:spcAft>
              <a:defRPr sz="1200"/>
            </a:lvl4pPr>
            <a:lvl5pPr marL="230394" indent="-228594">
              <a:spcAft>
                <a:spcPts val="600"/>
              </a:spcAft>
              <a:buFont typeface="Arial" panose="020B0604020202020204" pitchFamily="34" charset="0"/>
              <a:buChar char="•"/>
              <a:tabLst/>
              <a:defRPr sz="12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29" name="Rectangle 28">
            <a:extLst>
              <a:ext uri="{FF2B5EF4-FFF2-40B4-BE49-F238E27FC236}">
                <a16:creationId xmlns:a16="http://schemas.microsoft.com/office/drawing/2014/main" id="{F2E53630-789F-425F-8AB1-96EFF4EA1E46}"/>
              </a:ext>
              <a:ext uri="{C183D7F6-B498-43B3-948B-1728B52AA6E4}">
                <adec:decorative xmlns:adec="http://schemas.microsoft.com/office/drawing/2017/decorative" val="1"/>
              </a:ext>
            </a:extLst>
          </p:cNvPr>
          <p:cNvSpPr/>
          <p:nvPr userDrawn="1"/>
        </p:nvSpPr>
        <p:spPr bwMode="white">
          <a:xfrm>
            <a:off x="9144056" y="3089456"/>
            <a:ext cx="3047944" cy="303988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a:latin typeface="Graphik" panose="020B0503030202060203" pitchFamily="34" charset="77"/>
            </a:endParaRPr>
          </a:p>
        </p:txBody>
      </p:sp>
      <p:sp>
        <p:nvSpPr>
          <p:cNvPr id="24" name="Text Placeholder 11">
            <a:extLst>
              <a:ext uri="{FF2B5EF4-FFF2-40B4-BE49-F238E27FC236}">
                <a16:creationId xmlns:a16="http://schemas.microsoft.com/office/drawing/2014/main" id="{86209476-BF69-4014-99E6-B53C87141B48}"/>
              </a:ext>
            </a:extLst>
          </p:cNvPr>
          <p:cNvSpPr>
            <a:spLocks noGrp="1"/>
          </p:cNvSpPr>
          <p:nvPr>
            <p:ph type="body" sz="quarter" idx="24" hasCustomPrompt="1"/>
          </p:nvPr>
        </p:nvSpPr>
        <p:spPr>
          <a:xfrm>
            <a:off x="9525005" y="3384433"/>
            <a:ext cx="2285996" cy="912223"/>
          </a:xfrm>
          <a:prstGeom prst="rect">
            <a:avLst/>
          </a:prstGeom>
        </p:spPr>
        <p:txBody>
          <a:bodyPr anchor="ctr"/>
          <a:lstStyle>
            <a:lvl1pPr marL="0" indent="0">
              <a:buNone/>
              <a:defRPr lang="en-US" sz="5333" b="1" i="0" kern="1200" dirty="0">
                <a:solidFill>
                  <a:schemeClr val="bg2"/>
                </a:solidFill>
                <a:latin typeface="Graphik Semibold" panose="020B0503030202060203" pitchFamily="34" charset="77"/>
                <a:ea typeface="+mn-ea"/>
                <a:cs typeface="+mn-cs"/>
              </a:defRPr>
            </a:lvl1pPr>
            <a:lvl2pPr>
              <a:defRPr/>
            </a:lvl2pPr>
            <a:lvl3pPr>
              <a:defRPr/>
            </a:lvl3pPr>
            <a:lvl4pPr>
              <a:defRPr/>
            </a:lvl4pPr>
            <a:lvl5pPr>
              <a:defRPr/>
            </a:lvl5pPr>
          </a:lstStyle>
          <a:p>
            <a:pPr marL="228594" lvl="0" indent="-228594" algn="l" defTabSz="914377" rtl="0" eaLnBrk="1" latinLnBrk="0" hangingPunct="1">
              <a:lnSpc>
                <a:spcPct val="100000"/>
              </a:lnSpc>
              <a:spcBef>
                <a:spcPts val="0"/>
              </a:spcBef>
              <a:spcAft>
                <a:spcPts val="1200"/>
              </a:spcAft>
            </a:pPr>
            <a:r>
              <a:rPr lang="en-GB"/>
              <a:t>00x</a:t>
            </a:r>
            <a:endParaRPr lang="en-US"/>
          </a:p>
        </p:txBody>
      </p:sp>
      <p:sp>
        <p:nvSpPr>
          <p:cNvPr id="9" name="Text Placeholder 6">
            <a:extLst>
              <a:ext uri="{FF2B5EF4-FFF2-40B4-BE49-F238E27FC236}">
                <a16:creationId xmlns:a16="http://schemas.microsoft.com/office/drawing/2014/main" id="{8DB439E6-E715-1347-EEE3-DF2D5F246A0B}"/>
              </a:ext>
            </a:extLst>
          </p:cNvPr>
          <p:cNvSpPr>
            <a:spLocks noGrp="1"/>
          </p:cNvSpPr>
          <p:nvPr>
            <p:ph type="body" sz="quarter" idx="31"/>
          </p:nvPr>
        </p:nvSpPr>
        <p:spPr>
          <a:xfrm>
            <a:off x="9525004" y="4508500"/>
            <a:ext cx="2286000" cy="1439333"/>
          </a:xfrm>
        </p:spPr>
        <p:txBody>
          <a:bodyPr/>
          <a:lstStyle>
            <a:lvl1pPr>
              <a:spcAft>
                <a:spcPts val="600"/>
              </a:spcAft>
              <a:defRPr sz="1800" i="0">
                <a:latin typeface="+mj-lt"/>
              </a:defRPr>
            </a:lvl1pPr>
            <a:lvl2pPr marL="0" indent="0">
              <a:spcAft>
                <a:spcPts val="600"/>
              </a:spcAft>
              <a:buNone/>
              <a:defRPr sz="1200"/>
            </a:lvl2pPr>
            <a:lvl3pPr marL="230394" indent="-230394">
              <a:spcAft>
                <a:spcPts val="600"/>
              </a:spcAft>
              <a:buFont typeface="Arial" panose="020B0604020202020204" pitchFamily="34" charset="0"/>
              <a:buChar char="•"/>
              <a:tabLst/>
              <a:defRPr sz="1200"/>
            </a:lvl3pPr>
            <a:lvl4pPr marL="230394" indent="-230394">
              <a:spcAft>
                <a:spcPts val="600"/>
              </a:spcAft>
              <a:defRPr sz="1200"/>
            </a:lvl4pPr>
            <a:lvl5pPr marL="230394" indent="-228594">
              <a:spcAft>
                <a:spcPts val="600"/>
              </a:spcAft>
              <a:buFont typeface="Arial" panose="020B0604020202020204" pitchFamily="34" charset="0"/>
              <a:buChar char="•"/>
              <a:tabLst/>
              <a:defRPr sz="12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8" name="Bottom tag">
            <a:extLst>
              <a:ext uri="{FF2B5EF4-FFF2-40B4-BE49-F238E27FC236}">
                <a16:creationId xmlns:a16="http://schemas.microsoft.com/office/drawing/2014/main" id="{F77F3A03-358C-60D3-DCF9-8A5F831189BE}"/>
              </a:ext>
              <a:ext uri="{C183D7F6-B498-43B3-948B-1728B52AA6E4}">
                <adec:decorative xmlns:adec="http://schemas.microsoft.com/office/drawing/2017/decorative" val="1"/>
              </a:ext>
            </a:extLst>
          </p:cNvPr>
          <p:cNvSpPr/>
          <p:nvPr userDrawn="1"/>
        </p:nvSpPr>
        <p:spPr bwMode="white">
          <a:xfrm>
            <a:off x="0" y="6129340"/>
            <a:ext cx="12192000" cy="72866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a:latin typeface="Graphik" panose="020B0503030202060203" pitchFamily="34" charset="77"/>
            </a:endParaRPr>
          </a:p>
        </p:txBody>
      </p:sp>
      <p:sp>
        <p:nvSpPr>
          <p:cNvPr id="22" name="GTS_WH">
            <a:extLst>
              <a:ext uri="{FF2B5EF4-FFF2-40B4-BE49-F238E27FC236}">
                <a16:creationId xmlns:a16="http://schemas.microsoft.com/office/drawing/2014/main" id="{DBC74FCB-98B7-4709-AC5F-5575E6BA21E2}"/>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
        <p:nvSpPr>
          <p:cNvPr id="2" name="copyright">
            <a:extLst>
              <a:ext uri="{FF2B5EF4-FFF2-40B4-BE49-F238E27FC236}">
                <a16:creationId xmlns:a16="http://schemas.microsoft.com/office/drawing/2014/main" id="{281AFB62-DF00-C781-B194-BA35B5F26EDD}"/>
              </a:ext>
            </a:extLst>
          </p:cNvPr>
          <p:cNvSpPr txBox="1"/>
          <p:nvPr userDrawn="1"/>
        </p:nvSpPr>
        <p:spPr>
          <a:xfrm>
            <a:off x="9031909" y="6429853"/>
            <a:ext cx="2398092"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GB" sz="800">
                <a:solidFill>
                  <a:schemeClr val="bg1">
                    <a:lumMod val="85000"/>
                    <a:alpha val="75000"/>
                  </a:schemeClr>
                </a:solidFill>
                <a:latin typeface="Graphik" panose="020B0503030202060203" pitchFamily="34" charset="77"/>
              </a:rPr>
              <a:t>Copyright © 2025 Accenture. All rights reserved.</a:t>
            </a:r>
            <a:endParaRPr lang="en-US" sz="1351" noProof="0">
              <a:solidFill>
                <a:schemeClr val="bg1">
                  <a:lumMod val="85000"/>
                  <a:alpha val="75000"/>
                </a:schemeClr>
              </a:solidFill>
              <a:latin typeface="Graphik" panose="020B0503030202060203" pitchFamily="34" charset="77"/>
            </a:endParaRPr>
          </a:p>
        </p:txBody>
      </p:sp>
      <p:sp>
        <p:nvSpPr>
          <p:cNvPr id="5" name="slide number automatic">
            <a:extLst>
              <a:ext uri="{FF2B5EF4-FFF2-40B4-BE49-F238E27FC236}">
                <a16:creationId xmlns:a16="http://schemas.microsoft.com/office/drawing/2014/main" id="{5A95B4E2-055A-BEE2-36E8-45DD70D13404}"/>
              </a:ext>
            </a:extLst>
          </p:cNvPr>
          <p:cNvSpPr txBox="1"/>
          <p:nvPr userDrawn="1"/>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bg1">
                    <a:lumMod val="85000"/>
                    <a:alpha val="75000"/>
                  </a:schemeClr>
                </a:solidFill>
                <a:latin typeface="+mj-lt"/>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a:solidFill>
                <a:schemeClr val="bg1">
                  <a:lumMod val="85000"/>
                  <a:alpha val="75000"/>
                </a:schemeClr>
              </a:solidFill>
              <a:latin typeface="+mj-lt"/>
            </a:endParaRPr>
          </a:p>
        </p:txBody>
      </p:sp>
    </p:spTree>
    <p:extLst>
      <p:ext uri="{BB962C8B-B14F-4D97-AF65-F5344CB8AC3E}">
        <p14:creationId xmlns:p14="http://schemas.microsoft.com/office/powerpoint/2010/main" val="235714107"/>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Content: statistics + image, dark and purple">
    <p:bg>
      <p:bgPr>
        <a:solidFill>
          <a:srgbClr val="000000"/>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BB918B6-32FF-4857-A645-C1032AFAEF62}"/>
              </a:ext>
            </a:extLst>
          </p:cNvPr>
          <p:cNvSpPr>
            <a:spLocks noGrp="1"/>
          </p:cNvSpPr>
          <p:nvPr>
            <p:ph type="title" hasCustomPrompt="1"/>
          </p:nvPr>
        </p:nvSpPr>
        <p:spPr>
          <a:xfrm>
            <a:off x="561601" y="1085532"/>
            <a:ext cx="5312727" cy="984885"/>
          </a:xfrm>
          <a:prstGeom prst="rect">
            <a:avLst/>
          </a:prstGeom>
        </p:spPr>
        <p:txBody>
          <a:bodyPr anchor="ctr"/>
          <a:lstStyle>
            <a:lvl1pPr>
              <a:defRPr sz="4000">
                <a:solidFill>
                  <a:srgbClr val="FFFFFF"/>
                </a:solidFill>
              </a:defRPr>
            </a:lvl1pPr>
          </a:lstStyle>
          <a:p>
            <a:r>
              <a:rPr lang="en-US"/>
              <a:t>Place headline in </a:t>
            </a:r>
            <a:r>
              <a:rPr lang="en-US" err="1"/>
              <a:t>Graphik</a:t>
            </a:r>
            <a:r>
              <a:rPr lang="en-US"/>
              <a:t> Semibold</a:t>
            </a:r>
          </a:p>
        </p:txBody>
      </p:sp>
      <p:sp>
        <p:nvSpPr>
          <p:cNvPr id="38" name="Picture Placeholder 3">
            <a:extLst>
              <a:ext uri="{FF2B5EF4-FFF2-40B4-BE49-F238E27FC236}">
                <a16:creationId xmlns:a16="http://schemas.microsoft.com/office/drawing/2014/main" id="{92A5DC07-3811-41E7-B3BC-1DF4ED905C75}"/>
              </a:ext>
            </a:extLst>
          </p:cNvPr>
          <p:cNvSpPr>
            <a:spLocks noGrp="1"/>
          </p:cNvSpPr>
          <p:nvPr>
            <p:ph type="pic" sz="quarter" idx="16" hasCustomPrompt="1"/>
          </p:nvPr>
        </p:nvSpPr>
        <p:spPr bwMode="gray">
          <a:xfrm>
            <a:off x="6096032" y="-1"/>
            <a:ext cx="3048024" cy="3074023"/>
          </a:xfrm>
          <a:prstGeom prst="rect">
            <a:avLst/>
          </a:prstGeom>
          <a:solidFill>
            <a:schemeClr val="bg1">
              <a:lumMod val="95000"/>
            </a:schemeClr>
          </a:solidFill>
        </p:spPr>
        <p:txBody>
          <a:bodyPr tIns="274320" anchor="ctr"/>
          <a:lstStyle>
            <a:lvl1pPr marL="0" indent="0" algn="ctr">
              <a:buNone/>
              <a:defRPr sz="1400" b="0" i="0">
                <a:solidFill>
                  <a:schemeClr val="tx1"/>
                </a:solidFill>
                <a:latin typeface="Graphik" panose="020B0503030202060203" pitchFamily="34" charset="77"/>
              </a:defRPr>
            </a:lvl1pPr>
          </a:lstStyle>
          <a:p>
            <a:r>
              <a:rPr lang="en-GB"/>
              <a:t>Drag picture to placeholder </a:t>
            </a:r>
          </a:p>
          <a:p>
            <a:r>
              <a:rPr lang="en-GB"/>
              <a:t>or click icon to add</a:t>
            </a:r>
            <a:endParaRPr lang="en-US"/>
          </a:p>
        </p:txBody>
      </p:sp>
      <p:sp>
        <p:nvSpPr>
          <p:cNvPr id="46" name="Text Placeholder 4">
            <a:extLst>
              <a:ext uri="{FF2B5EF4-FFF2-40B4-BE49-F238E27FC236}">
                <a16:creationId xmlns:a16="http://schemas.microsoft.com/office/drawing/2014/main" id="{FFC38A35-5CA3-4459-9AC5-201C71534956}"/>
              </a:ext>
            </a:extLst>
          </p:cNvPr>
          <p:cNvSpPr>
            <a:spLocks noGrp="1"/>
          </p:cNvSpPr>
          <p:nvPr>
            <p:ph type="body" sz="quarter" idx="17" hasCustomPrompt="1"/>
          </p:nvPr>
        </p:nvSpPr>
        <p:spPr>
          <a:xfrm>
            <a:off x="9525010" y="303835"/>
            <a:ext cx="2285996" cy="912223"/>
          </a:xfrm>
          <a:prstGeom prst="rect">
            <a:avLst/>
          </a:prstGeom>
        </p:spPr>
        <p:txBody>
          <a:bodyPr anchor="ctr"/>
          <a:lstStyle>
            <a:lvl1pPr marL="0" indent="0">
              <a:buNone/>
              <a:defRPr lang="en-US" sz="5333" b="1" i="0" kern="1200" dirty="0">
                <a:solidFill>
                  <a:schemeClr val="accent2"/>
                </a:solidFill>
                <a:latin typeface="Graphik Semibold" panose="020B0503030202060203" pitchFamily="34" charset="77"/>
                <a:ea typeface="+mn-ea"/>
                <a:cs typeface="+mn-cs"/>
              </a:defRPr>
            </a:lvl1pPr>
            <a:lvl2pPr>
              <a:defRPr/>
            </a:lvl2pPr>
            <a:lvl3pPr>
              <a:defRPr/>
            </a:lvl3pPr>
            <a:lvl4pPr>
              <a:defRPr/>
            </a:lvl4pPr>
            <a:lvl5pPr>
              <a:defRPr/>
            </a:lvl5pPr>
          </a:lstStyle>
          <a:p>
            <a:pPr marL="228594" lvl="0" indent="-228594" algn="l" defTabSz="914377" rtl="0" eaLnBrk="1" latinLnBrk="0" hangingPunct="1">
              <a:lnSpc>
                <a:spcPct val="100000"/>
              </a:lnSpc>
              <a:spcBef>
                <a:spcPts val="0"/>
              </a:spcBef>
              <a:spcAft>
                <a:spcPts val="1200"/>
              </a:spcAft>
            </a:pPr>
            <a:r>
              <a:rPr lang="en-GB"/>
              <a:t>00x</a:t>
            </a:r>
            <a:endParaRPr lang="en-US"/>
          </a:p>
        </p:txBody>
      </p:sp>
      <p:sp>
        <p:nvSpPr>
          <p:cNvPr id="10" name="Text Placeholder 6">
            <a:extLst>
              <a:ext uri="{FF2B5EF4-FFF2-40B4-BE49-F238E27FC236}">
                <a16:creationId xmlns:a16="http://schemas.microsoft.com/office/drawing/2014/main" id="{202CA0A6-65B9-D658-1AEC-00085854F84B}"/>
              </a:ext>
            </a:extLst>
          </p:cNvPr>
          <p:cNvSpPr>
            <a:spLocks noGrp="1"/>
          </p:cNvSpPr>
          <p:nvPr>
            <p:ph type="body" sz="quarter" idx="32"/>
          </p:nvPr>
        </p:nvSpPr>
        <p:spPr>
          <a:xfrm>
            <a:off x="9525004" y="1472692"/>
            <a:ext cx="2286000" cy="1439333"/>
          </a:xfrm>
        </p:spPr>
        <p:txBody>
          <a:bodyPr/>
          <a:lstStyle>
            <a:lvl1pPr>
              <a:spcAft>
                <a:spcPts val="600"/>
              </a:spcAft>
              <a:defRPr sz="1800" i="0">
                <a:solidFill>
                  <a:srgbClr val="FFFFFF"/>
                </a:solidFill>
                <a:latin typeface="+mj-lt"/>
              </a:defRPr>
            </a:lvl1pPr>
            <a:lvl2pPr marL="0" indent="0">
              <a:spcAft>
                <a:spcPts val="600"/>
              </a:spcAft>
              <a:buNone/>
              <a:defRPr sz="1200">
                <a:solidFill>
                  <a:srgbClr val="FFFFFF"/>
                </a:solidFill>
              </a:defRPr>
            </a:lvl2pPr>
            <a:lvl3pPr marL="230394" indent="-230394">
              <a:spcAft>
                <a:spcPts val="600"/>
              </a:spcAft>
              <a:buFont typeface="Arial" panose="020B0604020202020204" pitchFamily="34" charset="0"/>
              <a:buChar char="•"/>
              <a:tabLst/>
              <a:defRPr sz="1200">
                <a:solidFill>
                  <a:srgbClr val="FFFFFF"/>
                </a:solidFill>
              </a:defRPr>
            </a:lvl3pPr>
            <a:lvl4pPr marL="230394" indent="-230394">
              <a:spcAft>
                <a:spcPts val="600"/>
              </a:spcAft>
              <a:defRPr sz="1200">
                <a:solidFill>
                  <a:srgbClr val="FFFFFF"/>
                </a:solidFill>
              </a:defRPr>
            </a:lvl4pPr>
            <a:lvl5pPr marL="230394" indent="-228594">
              <a:spcAft>
                <a:spcPts val="600"/>
              </a:spcAft>
              <a:buFont typeface="Arial" panose="020B0604020202020204" pitchFamily="34" charset="0"/>
              <a:buChar char="•"/>
              <a:tabLst/>
              <a:defRPr sz="1200">
                <a:solidFill>
                  <a:srgbClr val="FFFFFF"/>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21" name="Picture Placeholder 6">
            <a:extLst>
              <a:ext uri="{FF2B5EF4-FFF2-40B4-BE49-F238E27FC236}">
                <a16:creationId xmlns:a16="http://schemas.microsoft.com/office/drawing/2014/main" id="{4CA191CE-F49B-4889-A102-DDD1279F3FB2}"/>
              </a:ext>
            </a:extLst>
          </p:cNvPr>
          <p:cNvSpPr>
            <a:spLocks noGrp="1"/>
          </p:cNvSpPr>
          <p:nvPr>
            <p:ph type="pic" sz="quarter" idx="23" hasCustomPrompt="1"/>
          </p:nvPr>
        </p:nvSpPr>
        <p:spPr bwMode="gray">
          <a:xfrm>
            <a:off x="0" y="3074022"/>
            <a:ext cx="3048000" cy="3055316"/>
          </a:xfrm>
          <a:prstGeom prst="rect">
            <a:avLst/>
          </a:prstGeom>
          <a:solidFill>
            <a:schemeClr val="bg1">
              <a:lumMod val="95000"/>
            </a:schemeClr>
          </a:solidFill>
        </p:spPr>
        <p:txBody>
          <a:bodyPr vert="horz" lIns="0" tIns="274320" rIns="0" bIns="0" rtlCol="0" anchor="ctr">
            <a:noAutofit/>
          </a:bodyPr>
          <a:lstStyle>
            <a:lvl1pPr marL="0" indent="0" algn="ctr">
              <a:buNone/>
              <a:defRPr lang="en-US" sz="1400" b="0" i="0" dirty="0">
                <a:latin typeface="Graphik" panose="020B0503030202060203" pitchFamily="34" charset="77"/>
              </a:defRPr>
            </a:lvl1pPr>
          </a:lstStyle>
          <a:p>
            <a:pPr marL="228594" lvl="0" indent="-228594" algn="ctr"/>
            <a:r>
              <a:rPr lang="en-GB"/>
              <a:t>Drag picture to placeholder </a:t>
            </a:r>
          </a:p>
          <a:p>
            <a:pPr marL="228594" lvl="0" indent="-228594" algn="ctr"/>
            <a:r>
              <a:rPr lang="en-GB"/>
              <a:t>or click icon to add</a:t>
            </a:r>
            <a:endParaRPr lang="en-US"/>
          </a:p>
        </p:txBody>
      </p:sp>
      <p:sp>
        <p:nvSpPr>
          <p:cNvPr id="8" name="Rectangle 7">
            <a:extLst>
              <a:ext uri="{FF2B5EF4-FFF2-40B4-BE49-F238E27FC236}">
                <a16:creationId xmlns:a16="http://schemas.microsoft.com/office/drawing/2014/main" id="{3D16F949-3472-4EBC-9DC1-05EC807C9FC0}"/>
              </a:ext>
              <a:ext uri="{C183D7F6-B498-43B3-948B-1728B52AA6E4}">
                <adec:decorative xmlns:adec="http://schemas.microsoft.com/office/drawing/2017/decorative" val="1"/>
              </a:ext>
            </a:extLst>
          </p:cNvPr>
          <p:cNvSpPr/>
          <p:nvPr userDrawn="1"/>
        </p:nvSpPr>
        <p:spPr bwMode="white">
          <a:xfrm>
            <a:off x="3048000" y="3074022"/>
            <a:ext cx="3047968" cy="3055316"/>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a:latin typeface="Graphik" panose="020B0503030202060203" pitchFamily="34" charset="77"/>
            </a:endParaRPr>
          </a:p>
        </p:txBody>
      </p:sp>
      <p:sp>
        <p:nvSpPr>
          <p:cNvPr id="48" name="Text Placeholder 7">
            <a:extLst>
              <a:ext uri="{FF2B5EF4-FFF2-40B4-BE49-F238E27FC236}">
                <a16:creationId xmlns:a16="http://schemas.microsoft.com/office/drawing/2014/main" id="{84A1985F-A4F6-4997-A4BD-E305CB1A47A6}"/>
              </a:ext>
            </a:extLst>
          </p:cNvPr>
          <p:cNvSpPr>
            <a:spLocks noGrp="1"/>
          </p:cNvSpPr>
          <p:nvPr>
            <p:ph type="body" sz="quarter" idx="19" hasCustomPrompt="1"/>
          </p:nvPr>
        </p:nvSpPr>
        <p:spPr>
          <a:xfrm>
            <a:off x="3428989" y="3384433"/>
            <a:ext cx="2285996" cy="912223"/>
          </a:xfrm>
          <a:prstGeom prst="rect">
            <a:avLst/>
          </a:prstGeom>
        </p:spPr>
        <p:txBody>
          <a:bodyPr anchor="ctr"/>
          <a:lstStyle>
            <a:lvl1pPr marL="0" indent="0">
              <a:buNone/>
              <a:defRPr lang="en-US" sz="5333" b="0" i="0" kern="1200" dirty="0">
                <a:solidFill>
                  <a:schemeClr val="bg1"/>
                </a:solidFill>
                <a:latin typeface="Graphik Semibold" panose="020B0503030202060203" pitchFamily="34" charset="77"/>
                <a:ea typeface="+mn-ea"/>
                <a:cs typeface="+mn-cs"/>
              </a:defRPr>
            </a:lvl1pPr>
            <a:lvl2pPr>
              <a:defRPr/>
            </a:lvl2pPr>
            <a:lvl3pPr>
              <a:defRPr/>
            </a:lvl3pPr>
            <a:lvl4pPr>
              <a:defRPr/>
            </a:lvl4pPr>
            <a:lvl5pPr>
              <a:defRPr/>
            </a:lvl5pPr>
          </a:lstStyle>
          <a:p>
            <a:pPr marL="228594" lvl="0" indent="-228594" algn="l" defTabSz="914377" rtl="0" eaLnBrk="1" latinLnBrk="0" hangingPunct="1">
              <a:lnSpc>
                <a:spcPct val="100000"/>
              </a:lnSpc>
              <a:spcBef>
                <a:spcPts val="0"/>
              </a:spcBef>
              <a:spcAft>
                <a:spcPts val="1200"/>
              </a:spcAft>
            </a:pPr>
            <a:r>
              <a:rPr lang="en-GB"/>
              <a:t>00x</a:t>
            </a:r>
            <a:endParaRPr lang="en-US"/>
          </a:p>
        </p:txBody>
      </p:sp>
      <p:sp>
        <p:nvSpPr>
          <p:cNvPr id="5" name="Text Placeholder 6">
            <a:extLst>
              <a:ext uri="{FF2B5EF4-FFF2-40B4-BE49-F238E27FC236}">
                <a16:creationId xmlns:a16="http://schemas.microsoft.com/office/drawing/2014/main" id="{DFC923C6-9E63-5C37-D6CE-0C0C7F31BA14}"/>
              </a:ext>
            </a:extLst>
          </p:cNvPr>
          <p:cNvSpPr>
            <a:spLocks noGrp="1"/>
          </p:cNvSpPr>
          <p:nvPr>
            <p:ph type="body" sz="quarter" idx="30"/>
          </p:nvPr>
        </p:nvSpPr>
        <p:spPr>
          <a:xfrm>
            <a:off x="3428948" y="4508500"/>
            <a:ext cx="2286000" cy="1439333"/>
          </a:xfrm>
        </p:spPr>
        <p:txBody>
          <a:bodyPr/>
          <a:lstStyle>
            <a:lvl1pPr>
              <a:spcAft>
                <a:spcPts val="600"/>
              </a:spcAft>
              <a:defRPr sz="1800" i="0">
                <a:solidFill>
                  <a:srgbClr val="FFFFFF"/>
                </a:solidFill>
                <a:latin typeface="+mj-lt"/>
              </a:defRPr>
            </a:lvl1pPr>
            <a:lvl2pPr marL="0" indent="0">
              <a:spcAft>
                <a:spcPts val="600"/>
              </a:spcAft>
              <a:buNone/>
              <a:defRPr sz="1200">
                <a:solidFill>
                  <a:srgbClr val="FFFFFF"/>
                </a:solidFill>
              </a:defRPr>
            </a:lvl2pPr>
            <a:lvl3pPr marL="230394" indent="-230394">
              <a:spcAft>
                <a:spcPts val="600"/>
              </a:spcAft>
              <a:buFont typeface="Arial" panose="020B0604020202020204" pitchFamily="34" charset="0"/>
              <a:buChar char="•"/>
              <a:tabLst/>
              <a:defRPr sz="1200">
                <a:solidFill>
                  <a:srgbClr val="FFFFFF"/>
                </a:solidFill>
              </a:defRPr>
            </a:lvl3pPr>
            <a:lvl4pPr marL="230394" indent="-230394">
              <a:spcAft>
                <a:spcPts val="600"/>
              </a:spcAft>
              <a:defRPr sz="1200">
                <a:solidFill>
                  <a:srgbClr val="FFFFFF"/>
                </a:solidFill>
              </a:defRPr>
            </a:lvl4pPr>
            <a:lvl5pPr marL="230394" indent="-228594">
              <a:spcAft>
                <a:spcPts val="600"/>
              </a:spcAft>
              <a:buFont typeface="Arial" panose="020B0604020202020204" pitchFamily="34" charset="0"/>
              <a:buChar char="•"/>
              <a:tabLst/>
              <a:defRPr sz="1200">
                <a:solidFill>
                  <a:srgbClr val="FFFFFF"/>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0" name="Text Placeholder 9">
            <a:extLst>
              <a:ext uri="{FF2B5EF4-FFF2-40B4-BE49-F238E27FC236}">
                <a16:creationId xmlns:a16="http://schemas.microsoft.com/office/drawing/2014/main" id="{E5121ACC-7E33-431F-A8A1-419F515D4061}"/>
              </a:ext>
            </a:extLst>
          </p:cNvPr>
          <p:cNvSpPr>
            <a:spLocks noGrp="1"/>
          </p:cNvSpPr>
          <p:nvPr>
            <p:ph type="body" sz="quarter" idx="21" hasCustomPrompt="1"/>
          </p:nvPr>
        </p:nvSpPr>
        <p:spPr>
          <a:xfrm>
            <a:off x="6476999" y="3384433"/>
            <a:ext cx="2285996" cy="912223"/>
          </a:xfrm>
          <a:prstGeom prst="rect">
            <a:avLst/>
          </a:prstGeom>
        </p:spPr>
        <p:txBody>
          <a:bodyPr anchor="ctr"/>
          <a:lstStyle>
            <a:lvl1pPr marL="0" indent="0">
              <a:buNone/>
              <a:defRPr lang="en-US" sz="5333" b="1" i="0" kern="1200" dirty="0">
                <a:solidFill>
                  <a:schemeClr val="accent2"/>
                </a:solidFill>
                <a:latin typeface="Graphik Semibold" panose="020B0503030202060203" pitchFamily="34" charset="77"/>
                <a:ea typeface="+mn-ea"/>
                <a:cs typeface="+mn-cs"/>
              </a:defRPr>
            </a:lvl1pPr>
            <a:lvl2pPr>
              <a:defRPr/>
            </a:lvl2pPr>
            <a:lvl3pPr>
              <a:defRPr/>
            </a:lvl3pPr>
            <a:lvl4pPr>
              <a:defRPr/>
            </a:lvl4pPr>
            <a:lvl5pPr>
              <a:defRPr/>
            </a:lvl5pPr>
          </a:lstStyle>
          <a:p>
            <a:pPr marL="228594" lvl="0" indent="-228594" algn="l" defTabSz="914377" rtl="0" eaLnBrk="1" latinLnBrk="0" hangingPunct="1">
              <a:lnSpc>
                <a:spcPct val="100000"/>
              </a:lnSpc>
              <a:spcBef>
                <a:spcPts val="0"/>
              </a:spcBef>
              <a:spcAft>
                <a:spcPts val="1200"/>
              </a:spcAft>
            </a:pPr>
            <a:r>
              <a:rPr lang="en-GB"/>
              <a:t>00x</a:t>
            </a:r>
            <a:endParaRPr lang="en-US"/>
          </a:p>
        </p:txBody>
      </p:sp>
      <p:sp>
        <p:nvSpPr>
          <p:cNvPr id="4" name="Text Placeholder 6">
            <a:extLst>
              <a:ext uri="{FF2B5EF4-FFF2-40B4-BE49-F238E27FC236}">
                <a16:creationId xmlns:a16="http://schemas.microsoft.com/office/drawing/2014/main" id="{8E3ED24E-CC9B-F99D-ABD2-271CAAC31C78}"/>
              </a:ext>
            </a:extLst>
          </p:cNvPr>
          <p:cNvSpPr>
            <a:spLocks noGrp="1"/>
          </p:cNvSpPr>
          <p:nvPr>
            <p:ph type="body" sz="quarter" idx="29"/>
          </p:nvPr>
        </p:nvSpPr>
        <p:spPr>
          <a:xfrm>
            <a:off x="6476916" y="4508500"/>
            <a:ext cx="2286000" cy="1439333"/>
          </a:xfrm>
        </p:spPr>
        <p:txBody>
          <a:bodyPr/>
          <a:lstStyle>
            <a:lvl1pPr>
              <a:spcAft>
                <a:spcPts val="600"/>
              </a:spcAft>
              <a:defRPr sz="1800" i="0">
                <a:solidFill>
                  <a:srgbClr val="FFFFFF"/>
                </a:solidFill>
                <a:latin typeface="+mj-lt"/>
              </a:defRPr>
            </a:lvl1pPr>
            <a:lvl2pPr marL="0" indent="0">
              <a:spcAft>
                <a:spcPts val="600"/>
              </a:spcAft>
              <a:buNone/>
              <a:defRPr sz="1200">
                <a:solidFill>
                  <a:srgbClr val="FFFFFF"/>
                </a:solidFill>
              </a:defRPr>
            </a:lvl2pPr>
            <a:lvl3pPr marL="230394" indent="-230394">
              <a:spcAft>
                <a:spcPts val="600"/>
              </a:spcAft>
              <a:buFont typeface="Arial" panose="020B0604020202020204" pitchFamily="34" charset="0"/>
              <a:buChar char="•"/>
              <a:tabLst/>
              <a:defRPr sz="1200">
                <a:solidFill>
                  <a:srgbClr val="FFFFFF"/>
                </a:solidFill>
              </a:defRPr>
            </a:lvl3pPr>
            <a:lvl4pPr marL="230394" indent="-230394">
              <a:spcAft>
                <a:spcPts val="600"/>
              </a:spcAft>
              <a:defRPr sz="1200">
                <a:solidFill>
                  <a:srgbClr val="FFFFFF"/>
                </a:solidFill>
              </a:defRPr>
            </a:lvl4pPr>
            <a:lvl5pPr marL="230394" indent="-228594">
              <a:spcAft>
                <a:spcPts val="600"/>
              </a:spcAft>
              <a:buFont typeface="Arial" panose="020B0604020202020204" pitchFamily="34" charset="0"/>
              <a:buChar char="•"/>
              <a:tabLst/>
              <a:defRPr sz="1200">
                <a:solidFill>
                  <a:srgbClr val="FFFFFF"/>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29" name="Rectangle 28">
            <a:extLst>
              <a:ext uri="{FF2B5EF4-FFF2-40B4-BE49-F238E27FC236}">
                <a16:creationId xmlns:a16="http://schemas.microsoft.com/office/drawing/2014/main" id="{F2E53630-789F-425F-8AB1-96EFF4EA1E46}"/>
              </a:ext>
              <a:ext uri="{C183D7F6-B498-43B3-948B-1728B52AA6E4}">
                <adec:decorative xmlns:adec="http://schemas.microsoft.com/office/drawing/2017/decorative" val="1"/>
              </a:ext>
            </a:extLst>
          </p:cNvPr>
          <p:cNvSpPr/>
          <p:nvPr userDrawn="1"/>
        </p:nvSpPr>
        <p:spPr bwMode="white">
          <a:xfrm>
            <a:off x="9144056" y="3074022"/>
            <a:ext cx="3047944" cy="3055316"/>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sz="1351" b="0" i="0">
              <a:latin typeface="Graphik" panose="020B0503030202060203" pitchFamily="34" charset="77"/>
            </a:endParaRPr>
          </a:p>
        </p:txBody>
      </p:sp>
      <p:sp>
        <p:nvSpPr>
          <p:cNvPr id="24" name="Text Placeholder 11">
            <a:extLst>
              <a:ext uri="{FF2B5EF4-FFF2-40B4-BE49-F238E27FC236}">
                <a16:creationId xmlns:a16="http://schemas.microsoft.com/office/drawing/2014/main" id="{86209476-BF69-4014-99E6-B53C87141B48}"/>
              </a:ext>
            </a:extLst>
          </p:cNvPr>
          <p:cNvSpPr>
            <a:spLocks noGrp="1"/>
          </p:cNvSpPr>
          <p:nvPr>
            <p:ph type="body" sz="quarter" idx="24" hasCustomPrompt="1"/>
          </p:nvPr>
        </p:nvSpPr>
        <p:spPr>
          <a:xfrm>
            <a:off x="9525005" y="3384433"/>
            <a:ext cx="2285996" cy="912223"/>
          </a:xfrm>
          <a:prstGeom prst="rect">
            <a:avLst/>
          </a:prstGeom>
        </p:spPr>
        <p:txBody>
          <a:bodyPr anchor="ctr"/>
          <a:lstStyle>
            <a:lvl1pPr marL="0" indent="0">
              <a:buNone/>
              <a:defRPr lang="en-US" sz="5333" b="1" i="0" kern="1200" dirty="0">
                <a:solidFill>
                  <a:srgbClr val="FFFFFF"/>
                </a:solidFill>
                <a:latin typeface="Graphik Semibold" panose="020B0503030202060203" pitchFamily="34" charset="77"/>
                <a:ea typeface="+mn-ea"/>
                <a:cs typeface="+mn-cs"/>
              </a:defRPr>
            </a:lvl1pPr>
            <a:lvl2pPr>
              <a:defRPr/>
            </a:lvl2pPr>
            <a:lvl3pPr>
              <a:defRPr/>
            </a:lvl3pPr>
            <a:lvl4pPr>
              <a:defRPr/>
            </a:lvl4pPr>
            <a:lvl5pPr>
              <a:defRPr/>
            </a:lvl5pPr>
          </a:lstStyle>
          <a:p>
            <a:pPr marL="228594" lvl="0" indent="-228594" algn="l" defTabSz="914377" rtl="0" eaLnBrk="1" latinLnBrk="0" hangingPunct="1">
              <a:lnSpc>
                <a:spcPct val="100000"/>
              </a:lnSpc>
              <a:spcBef>
                <a:spcPts val="0"/>
              </a:spcBef>
              <a:spcAft>
                <a:spcPts val="1200"/>
              </a:spcAft>
            </a:pPr>
            <a:r>
              <a:rPr lang="en-GB"/>
              <a:t>00x</a:t>
            </a:r>
            <a:endParaRPr lang="en-US"/>
          </a:p>
        </p:txBody>
      </p:sp>
      <p:sp>
        <p:nvSpPr>
          <p:cNvPr id="9" name="Text Placeholder 6">
            <a:extLst>
              <a:ext uri="{FF2B5EF4-FFF2-40B4-BE49-F238E27FC236}">
                <a16:creationId xmlns:a16="http://schemas.microsoft.com/office/drawing/2014/main" id="{AB939A4D-3841-382E-4112-16375BBF9CD7}"/>
              </a:ext>
            </a:extLst>
          </p:cNvPr>
          <p:cNvSpPr>
            <a:spLocks noGrp="1"/>
          </p:cNvSpPr>
          <p:nvPr>
            <p:ph type="body" sz="quarter" idx="31"/>
          </p:nvPr>
        </p:nvSpPr>
        <p:spPr>
          <a:xfrm>
            <a:off x="9525004" y="4508500"/>
            <a:ext cx="2286000" cy="1439333"/>
          </a:xfrm>
        </p:spPr>
        <p:txBody>
          <a:bodyPr/>
          <a:lstStyle>
            <a:lvl1pPr>
              <a:spcAft>
                <a:spcPts val="600"/>
              </a:spcAft>
              <a:defRPr sz="1800" i="0">
                <a:solidFill>
                  <a:srgbClr val="FFFFFF"/>
                </a:solidFill>
                <a:latin typeface="+mj-lt"/>
              </a:defRPr>
            </a:lvl1pPr>
            <a:lvl2pPr marL="0" indent="0">
              <a:spcAft>
                <a:spcPts val="600"/>
              </a:spcAft>
              <a:buNone/>
              <a:defRPr sz="1200">
                <a:solidFill>
                  <a:srgbClr val="FFFFFF"/>
                </a:solidFill>
              </a:defRPr>
            </a:lvl2pPr>
            <a:lvl3pPr marL="230394" indent="-230394">
              <a:spcAft>
                <a:spcPts val="600"/>
              </a:spcAft>
              <a:buFont typeface="Arial" panose="020B0604020202020204" pitchFamily="34" charset="0"/>
              <a:buChar char="•"/>
              <a:tabLst/>
              <a:defRPr sz="1200">
                <a:solidFill>
                  <a:srgbClr val="FFFFFF"/>
                </a:solidFill>
              </a:defRPr>
            </a:lvl3pPr>
            <a:lvl4pPr marL="230394" indent="-230394">
              <a:spcAft>
                <a:spcPts val="600"/>
              </a:spcAft>
              <a:defRPr sz="1200">
                <a:solidFill>
                  <a:srgbClr val="FFFFFF"/>
                </a:solidFill>
              </a:defRPr>
            </a:lvl4pPr>
            <a:lvl5pPr marL="230394" indent="-228594">
              <a:spcAft>
                <a:spcPts val="600"/>
              </a:spcAft>
              <a:buFont typeface="Arial" panose="020B0604020202020204" pitchFamily="34" charset="0"/>
              <a:buChar char="•"/>
              <a:tabLst/>
              <a:defRPr sz="1200">
                <a:solidFill>
                  <a:srgbClr val="FFFFFF"/>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GTS_WH">
            <a:extLst>
              <a:ext uri="{FF2B5EF4-FFF2-40B4-BE49-F238E27FC236}">
                <a16:creationId xmlns:a16="http://schemas.microsoft.com/office/drawing/2014/main" id="{E60B30CA-91CE-53D4-4E41-25E962661ED8}"/>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
        <p:nvSpPr>
          <p:cNvPr id="12" name="copyright">
            <a:extLst>
              <a:ext uri="{FF2B5EF4-FFF2-40B4-BE49-F238E27FC236}">
                <a16:creationId xmlns:a16="http://schemas.microsoft.com/office/drawing/2014/main" id="{C6DCEC7C-94EF-9488-4BC9-3AC6108281E8}"/>
              </a:ext>
            </a:extLst>
          </p:cNvPr>
          <p:cNvSpPr txBox="1"/>
          <p:nvPr userDrawn="1"/>
        </p:nvSpPr>
        <p:spPr>
          <a:xfrm>
            <a:off x="9031909" y="6429853"/>
            <a:ext cx="2398092"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GB" sz="800">
                <a:solidFill>
                  <a:schemeClr val="bg1">
                    <a:lumMod val="85000"/>
                    <a:alpha val="75000"/>
                  </a:schemeClr>
                </a:solidFill>
                <a:latin typeface="Graphik" panose="020B0503030202060203" pitchFamily="34" charset="77"/>
              </a:rPr>
              <a:t>Copyright © 2025 Accenture. All rights reserved.</a:t>
            </a:r>
            <a:endParaRPr lang="en-US" sz="1351" noProof="0">
              <a:solidFill>
                <a:schemeClr val="bg1">
                  <a:lumMod val="85000"/>
                  <a:alpha val="75000"/>
                </a:schemeClr>
              </a:solidFill>
              <a:latin typeface="Graphik" panose="020B0503030202060203" pitchFamily="34" charset="77"/>
            </a:endParaRPr>
          </a:p>
        </p:txBody>
      </p:sp>
      <p:sp>
        <p:nvSpPr>
          <p:cNvPr id="13" name="slide number automatic">
            <a:extLst>
              <a:ext uri="{FF2B5EF4-FFF2-40B4-BE49-F238E27FC236}">
                <a16:creationId xmlns:a16="http://schemas.microsoft.com/office/drawing/2014/main" id="{DFF01EE3-5EDD-45BD-F1D7-076E2C959DD2}"/>
              </a:ext>
            </a:extLst>
          </p:cNvPr>
          <p:cNvSpPr txBox="1"/>
          <p:nvPr userDrawn="1"/>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bg1">
                    <a:lumMod val="85000"/>
                    <a:alpha val="75000"/>
                  </a:schemeClr>
                </a:solidFill>
                <a:latin typeface="+mj-lt"/>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a:solidFill>
                <a:schemeClr val="bg1">
                  <a:lumMod val="85000"/>
                  <a:alpha val="75000"/>
                </a:schemeClr>
              </a:solidFill>
              <a:latin typeface="+mj-lt"/>
            </a:endParaRPr>
          </a:p>
        </p:txBody>
      </p:sp>
    </p:spTree>
    <p:extLst>
      <p:ext uri="{BB962C8B-B14F-4D97-AF65-F5344CB8AC3E}">
        <p14:creationId xmlns:p14="http://schemas.microsoft.com/office/powerpoint/2010/main" val="3421080877"/>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98.xml><?xml version="1.0" encoding="utf-8"?>
<p:sldLayout xmlns:a="http://schemas.openxmlformats.org/drawingml/2006/main" xmlns:r="http://schemas.openxmlformats.org/officeDocument/2006/relationships" xmlns:p="http://schemas.openxmlformats.org/presentationml/2006/main" showMasterSp="0" preserve="1" userDrawn="1">
  <p:cSld name="Content: statistics light mode">
    <p:bg>
      <p:bgRef idx="1001">
        <a:schemeClr val="bg1"/>
      </p:bgRef>
    </p:bg>
    <p:spTree>
      <p:nvGrpSpPr>
        <p:cNvPr id="1" name=""/>
        <p:cNvGrpSpPr/>
        <p:nvPr/>
      </p:nvGrpSpPr>
      <p:grpSpPr>
        <a:xfrm>
          <a:off x="0" y="0"/>
          <a:ext cx="0" cy="0"/>
          <a:chOff x="0" y="0"/>
          <a:chExt cx="0" cy="0"/>
        </a:xfrm>
      </p:grpSpPr>
      <p:sp>
        <p:nvSpPr>
          <p:cNvPr id="8" name="Title 9">
            <a:extLst>
              <a:ext uri="{FF2B5EF4-FFF2-40B4-BE49-F238E27FC236}">
                <a16:creationId xmlns:a16="http://schemas.microsoft.com/office/drawing/2014/main" id="{DD3BC9E6-13A7-8817-A32A-4CC03E8733D9}"/>
              </a:ext>
            </a:extLst>
          </p:cNvPr>
          <p:cNvSpPr>
            <a:spLocks noGrp="1"/>
          </p:cNvSpPr>
          <p:nvPr>
            <p:ph type="title"/>
          </p:nvPr>
        </p:nvSpPr>
        <p:spPr>
          <a:xfrm>
            <a:off x="565461" y="376463"/>
            <a:ext cx="2285999" cy="931437"/>
          </a:xfrm>
        </p:spPr>
        <p:txBody>
          <a:bodyPr anchor="ctr">
            <a:noAutofit/>
          </a:bodyPr>
          <a:lstStyle>
            <a:lvl1pPr>
              <a:lnSpc>
                <a:spcPct val="100000"/>
              </a:lnSpc>
              <a:defRPr sz="5330">
                <a:solidFill>
                  <a:schemeClr val="bg2"/>
                </a:solidFill>
              </a:defRPr>
            </a:lvl1pPr>
          </a:lstStyle>
          <a:p>
            <a:r>
              <a:rPr lang="en-GB"/>
              <a:t>Click to edit Master title style</a:t>
            </a:r>
            <a:endParaRPr lang="en-US"/>
          </a:p>
        </p:txBody>
      </p:sp>
      <p:sp>
        <p:nvSpPr>
          <p:cNvPr id="12" name="Text Placeholder 6">
            <a:extLst>
              <a:ext uri="{FF2B5EF4-FFF2-40B4-BE49-F238E27FC236}">
                <a16:creationId xmlns:a16="http://schemas.microsoft.com/office/drawing/2014/main" id="{8DC27019-ACF1-C483-EFEB-3CC77DD9EFCA}"/>
              </a:ext>
            </a:extLst>
          </p:cNvPr>
          <p:cNvSpPr>
            <a:spLocks noGrp="1"/>
          </p:cNvSpPr>
          <p:nvPr>
            <p:ph type="body" sz="quarter" idx="32"/>
          </p:nvPr>
        </p:nvSpPr>
        <p:spPr>
          <a:xfrm>
            <a:off x="571503" y="1472692"/>
            <a:ext cx="2286000" cy="1439333"/>
          </a:xfrm>
        </p:spPr>
        <p:txBody>
          <a:bodyPr/>
          <a:lstStyle>
            <a:lvl1pPr>
              <a:spcAft>
                <a:spcPts val="600"/>
              </a:spcAft>
              <a:defRPr sz="1800" i="0">
                <a:latin typeface="+mj-lt"/>
              </a:defRPr>
            </a:lvl1pPr>
            <a:lvl2pPr marL="0" indent="0">
              <a:spcAft>
                <a:spcPts val="600"/>
              </a:spcAft>
              <a:buNone/>
              <a:defRPr sz="1200"/>
            </a:lvl2pPr>
            <a:lvl3pPr marL="230394" indent="-230394">
              <a:spcAft>
                <a:spcPts val="600"/>
              </a:spcAft>
              <a:buFont typeface="Arial" panose="020B0604020202020204" pitchFamily="34" charset="0"/>
              <a:buChar char="•"/>
              <a:tabLst/>
              <a:defRPr sz="1200"/>
            </a:lvl3pPr>
            <a:lvl4pPr marL="230394" indent="-230394">
              <a:spcAft>
                <a:spcPts val="600"/>
              </a:spcAft>
              <a:defRPr sz="1200"/>
            </a:lvl4pPr>
            <a:lvl5pPr marL="230394" indent="-228594">
              <a:spcAft>
                <a:spcPts val="600"/>
              </a:spcAft>
              <a:buFont typeface="Arial" panose="020B0604020202020204" pitchFamily="34" charset="0"/>
              <a:buChar char="•"/>
              <a:tabLst/>
              <a:defRPr sz="12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6" name="Text Placeholder 4">
            <a:extLst>
              <a:ext uri="{FF2B5EF4-FFF2-40B4-BE49-F238E27FC236}">
                <a16:creationId xmlns:a16="http://schemas.microsoft.com/office/drawing/2014/main" id="{FFC38A35-5CA3-4459-9AC5-201C71534956}"/>
              </a:ext>
            </a:extLst>
          </p:cNvPr>
          <p:cNvSpPr>
            <a:spLocks noGrp="1"/>
          </p:cNvSpPr>
          <p:nvPr>
            <p:ph type="body" sz="quarter" idx="17" hasCustomPrompt="1"/>
          </p:nvPr>
        </p:nvSpPr>
        <p:spPr>
          <a:xfrm>
            <a:off x="3428995" y="381002"/>
            <a:ext cx="2285996" cy="912223"/>
          </a:xfrm>
          <a:prstGeom prst="rect">
            <a:avLst/>
          </a:prstGeom>
        </p:spPr>
        <p:txBody>
          <a:bodyPr anchor="ctr"/>
          <a:lstStyle>
            <a:lvl1pPr marL="0" indent="0" fontAlgn="ctr" hangingPunct="0">
              <a:spcAft>
                <a:spcPts val="0"/>
              </a:spcAft>
              <a:buNone/>
              <a:defRPr lang="en-US" sz="5333" b="1" i="0" kern="1200" dirty="0">
                <a:solidFill>
                  <a:schemeClr val="bg2"/>
                </a:solidFill>
                <a:latin typeface="Graphik Semibold" panose="020B0503030202060203" pitchFamily="34" charset="77"/>
                <a:ea typeface="+mn-ea"/>
                <a:cs typeface="+mn-cs"/>
              </a:defRPr>
            </a:lvl1pPr>
            <a:lvl2pPr>
              <a:defRPr/>
            </a:lvl2pPr>
            <a:lvl3pPr>
              <a:defRPr/>
            </a:lvl3pPr>
            <a:lvl4pPr>
              <a:defRPr/>
            </a:lvl4pPr>
            <a:lvl5pPr>
              <a:defRPr/>
            </a:lvl5pPr>
          </a:lstStyle>
          <a:p>
            <a:pPr marL="228594" lvl="0" indent="-228594" algn="l" defTabSz="914377" rtl="0" eaLnBrk="1" latinLnBrk="0" hangingPunct="1">
              <a:lnSpc>
                <a:spcPct val="100000"/>
              </a:lnSpc>
              <a:spcBef>
                <a:spcPts val="0"/>
              </a:spcBef>
              <a:spcAft>
                <a:spcPts val="1200"/>
              </a:spcAft>
            </a:pPr>
            <a:r>
              <a:rPr lang="en-GB"/>
              <a:t>00x</a:t>
            </a:r>
            <a:endParaRPr lang="en-US"/>
          </a:p>
        </p:txBody>
      </p:sp>
      <p:sp>
        <p:nvSpPr>
          <p:cNvPr id="11" name="Text Placeholder 6">
            <a:extLst>
              <a:ext uri="{FF2B5EF4-FFF2-40B4-BE49-F238E27FC236}">
                <a16:creationId xmlns:a16="http://schemas.microsoft.com/office/drawing/2014/main" id="{9A7B63BD-36F9-7F57-E2CF-44D615E0F874}"/>
              </a:ext>
            </a:extLst>
          </p:cNvPr>
          <p:cNvSpPr>
            <a:spLocks noGrp="1"/>
          </p:cNvSpPr>
          <p:nvPr>
            <p:ph type="body" sz="quarter" idx="31"/>
          </p:nvPr>
        </p:nvSpPr>
        <p:spPr>
          <a:xfrm>
            <a:off x="3428995" y="1472692"/>
            <a:ext cx="2286000" cy="1439333"/>
          </a:xfrm>
        </p:spPr>
        <p:txBody>
          <a:bodyPr/>
          <a:lstStyle>
            <a:lvl1pPr>
              <a:spcAft>
                <a:spcPts val="600"/>
              </a:spcAft>
              <a:defRPr sz="1800" i="0">
                <a:latin typeface="+mj-lt"/>
              </a:defRPr>
            </a:lvl1pPr>
            <a:lvl2pPr marL="0" indent="0">
              <a:spcAft>
                <a:spcPts val="600"/>
              </a:spcAft>
              <a:buNone/>
              <a:defRPr sz="1200"/>
            </a:lvl2pPr>
            <a:lvl3pPr marL="230394" indent="-230394">
              <a:spcAft>
                <a:spcPts val="600"/>
              </a:spcAft>
              <a:buFont typeface="Arial" panose="020B0604020202020204" pitchFamily="34" charset="0"/>
              <a:buChar char="•"/>
              <a:tabLst/>
              <a:defRPr sz="1200"/>
            </a:lvl3pPr>
            <a:lvl4pPr marL="230394" indent="-230394">
              <a:spcAft>
                <a:spcPts val="600"/>
              </a:spcAft>
              <a:defRPr sz="1200"/>
            </a:lvl4pPr>
            <a:lvl5pPr marL="230394" indent="-228594">
              <a:spcAft>
                <a:spcPts val="600"/>
              </a:spcAft>
              <a:buFont typeface="Arial" panose="020B0604020202020204" pitchFamily="34" charset="0"/>
              <a:buChar char="•"/>
              <a:tabLst/>
              <a:defRPr sz="12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8" name="Text Placeholder 6">
            <a:extLst>
              <a:ext uri="{FF2B5EF4-FFF2-40B4-BE49-F238E27FC236}">
                <a16:creationId xmlns:a16="http://schemas.microsoft.com/office/drawing/2014/main" id="{84A1985F-A4F6-4997-A4BD-E305CB1A47A6}"/>
              </a:ext>
            </a:extLst>
          </p:cNvPr>
          <p:cNvSpPr>
            <a:spLocks noGrp="1"/>
          </p:cNvSpPr>
          <p:nvPr>
            <p:ph type="body" sz="quarter" idx="19" hasCustomPrompt="1"/>
          </p:nvPr>
        </p:nvSpPr>
        <p:spPr>
          <a:xfrm>
            <a:off x="571503" y="3398051"/>
            <a:ext cx="2285996" cy="912223"/>
          </a:xfrm>
          <a:prstGeom prst="rect">
            <a:avLst/>
          </a:prstGeom>
        </p:spPr>
        <p:txBody>
          <a:bodyPr anchor="ctr"/>
          <a:lstStyle>
            <a:lvl1pPr marL="0" indent="0" algn="l" fontAlgn="ctr" hangingPunct="0">
              <a:spcAft>
                <a:spcPts val="0"/>
              </a:spcAft>
              <a:buNone/>
              <a:defRPr lang="en-US" sz="5333" b="1" i="0" kern="1200" dirty="0">
                <a:solidFill>
                  <a:schemeClr val="bg2"/>
                </a:solidFill>
                <a:latin typeface="Graphik Semibold" panose="020B0503030202060203" pitchFamily="34" charset="77"/>
                <a:ea typeface="+mn-ea"/>
                <a:cs typeface="+mn-cs"/>
              </a:defRPr>
            </a:lvl1pPr>
            <a:lvl2pPr>
              <a:defRPr/>
            </a:lvl2pPr>
            <a:lvl3pPr>
              <a:defRPr/>
            </a:lvl3pPr>
            <a:lvl4pPr>
              <a:defRPr/>
            </a:lvl4pPr>
            <a:lvl5pPr>
              <a:defRPr/>
            </a:lvl5pPr>
          </a:lstStyle>
          <a:p>
            <a:pPr marL="228594" lvl="0" indent="-228594" algn="l" defTabSz="914377" rtl="0" eaLnBrk="1" latinLnBrk="0" hangingPunct="1">
              <a:lnSpc>
                <a:spcPct val="100000"/>
              </a:lnSpc>
              <a:spcBef>
                <a:spcPts val="0"/>
              </a:spcBef>
              <a:spcAft>
                <a:spcPts val="1200"/>
              </a:spcAft>
            </a:pPr>
            <a:r>
              <a:rPr lang="en-GB"/>
              <a:t>00x</a:t>
            </a:r>
            <a:endParaRPr lang="en-US"/>
          </a:p>
        </p:txBody>
      </p:sp>
      <p:sp>
        <p:nvSpPr>
          <p:cNvPr id="9" name="Text Placeholder 6">
            <a:extLst>
              <a:ext uri="{FF2B5EF4-FFF2-40B4-BE49-F238E27FC236}">
                <a16:creationId xmlns:a16="http://schemas.microsoft.com/office/drawing/2014/main" id="{F970BA5E-9C63-BA7D-B45C-5186452F2409}"/>
              </a:ext>
            </a:extLst>
          </p:cNvPr>
          <p:cNvSpPr>
            <a:spLocks noGrp="1"/>
          </p:cNvSpPr>
          <p:nvPr>
            <p:ph type="body" sz="quarter" idx="30"/>
          </p:nvPr>
        </p:nvSpPr>
        <p:spPr>
          <a:xfrm>
            <a:off x="571503" y="4508500"/>
            <a:ext cx="2286000" cy="1439333"/>
          </a:xfrm>
        </p:spPr>
        <p:txBody>
          <a:bodyPr/>
          <a:lstStyle>
            <a:lvl1pPr>
              <a:spcAft>
                <a:spcPts val="600"/>
              </a:spcAft>
              <a:defRPr sz="1800" i="0">
                <a:latin typeface="+mj-lt"/>
              </a:defRPr>
            </a:lvl1pPr>
            <a:lvl2pPr marL="0" indent="0">
              <a:spcAft>
                <a:spcPts val="600"/>
              </a:spcAft>
              <a:buNone/>
              <a:defRPr sz="1200"/>
            </a:lvl2pPr>
            <a:lvl3pPr marL="230394" indent="-230394">
              <a:spcAft>
                <a:spcPts val="600"/>
              </a:spcAft>
              <a:buFont typeface="Arial" panose="020B0604020202020204" pitchFamily="34" charset="0"/>
              <a:buChar char="•"/>
              <a:tabLst/>
              <a:defRPr sz="1200"/>
            </a:lvl3pPr>
            <a:lvl4pPr marL="230394" indent="-230394">
              <a:spcAft>
                <a:spcPts val="600"/>
              </a:spcAft>
              <a:defRPr sz="1200"/>
            </a:lvl4pPr>
            <a:lvl5pPr marL="230394" indent="-228594">
              <a:spcAft>
                <a:spcPts val="600"/>
              </a:spcAft>
              <a:buFont typeface="Arial" panose="020B0604020202020204" pitchFamily="34" charset="0"/>
              <a:buChar char="•"/>
              <a:tabLst/>
              <a:defRPr sz="12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0" name="Text Placeholder 8">
            <a:extLst>
              <a:ext uri="{FF2B5EF4-FFF2-40B4-BE49-F238E27FC236}">
                <a16:creationId xmlns:a16="http://schemas.microsoft.com/office/drawing/2014/main" id="{E5121ACC-7E33-431F-A8A1-419F515D4061}"/>
              </a:ext>
            </a:extLst>
          </p:cNvPr>
          <p:cNvSpPr>
            <a:spLocks noGrp="1"/>
          </p:cNvSpPr>
          <p:nvPr>
            <p:ph type="body" sz="quarter" idx="21" hasCustomPrompt="1"/>
          </p:nvPr>
        </p:nvSpPr>
        <p:spPr>
          <a:xfrm>
            <a:off x="3428995" y="3398051"/>
            <a:ext cx="2285996" cy="912223"/>
          </a:xfrm>
          <a:prstGeom prst="rect">
            <a:avLst/>
          </a:prstGeom>
        </p:spPr>
        <p:txBody>
          <a:bodyPr anchor="ctr"/>
          <a:lstStyle>
            <a:lvl1pPr marL="0" indent="0" algn="l" fontAlgn="ctr" hangingPunct="0">
              <a:spcAft>
                <a:spcPts val="0"/>
              </a:spcAft>
              <a:buNone/>
              <a:defRPr lang="en-US" sz="5333" b="1" i="0" kern="1200" dirty="0">
                <a:solidFill>
                  <a:schemeClr val="bg2"/>
                </a:solidFill>
                <a:latin typeface="Graphik Semibold" panose="020B0503030202060203" pitchFamily="34" charset="77"/>
                <a:ea typeface="+mn-ea"/>
                <a:cs typeface="+mn-cs"/>
              </a:defRPr>
            </a:lvl1pPr>
            <a:lvl2pPr>
              <a:defRPr/>
            </a:lvl2pPr>
            <a:lvl3pPr>
              <a:defRPr/>
            </a:lvl3pPr>
            <a:lvl4pPr>
              <a:defRPr/>
            </a:lvl4pPr>
            <a:lvl5pPr>
              <a:defRPr/>
            </a:lvl5pPr>
          </a:lstStyle>
          <a:p>
            <a:pPr marL="228594" lvl="0" indent="-228594" algn="l" defTabSz="914377" rtl="0" eaLnBrk="1" latinLnBrk="0" hangingPunct="1">
              <a:lnSpc>
                <a:spcPct val="100000"/>
              </a:lnSpc>
              <a:spcBef>
                <a:spcPts val="0"/>
              </a:spcBef>
              <a:spcAft>
                <a:spcPts val="1200"/>
              </a:spcAft>
            </a:pPr>
            <a:r>
              <a:rPr lang="en-GB"/>
              <a:t>00x</a:t>
            </a:r>
            <a:endParaRPr lang="en-US"/>
          </a:p>
        </p:txBody>
      </p:sp>
      <p:sp>
        <p:nvSpPr>
          <p:cNvPr id="7" name="Text Placeholder 6">
            <a:extLst>
              <a:ext uri="{FF2B5EF4-FFF2-40B4-BE49-F238E27FC236}">
                <a16:creationId xmlns:a16="http://schemas.microsoft.com/office/drawing/2014/main" id="{23FAE69D-63C7-3796-16D2-0EA82AB27669}"/>
              </a:ext>
            </a:extLst>
          </p:cNvPr>
          <p:cNvSpPr>
            <a:spLocks noGrp="1"/>
          </p:cNvSpPr>
          <p:nvPr>
            <p:ph type="body" sz="quarter" idx="29"/>
          </p:nvPr>
        </p:nvSpPr>
        <p:spPr>
          <a:xfrm>
            <a:off x="3428995" y="4508500"/>
            <a:ext cx="2286000" cy="1439333"/>
          </a:xfrm>
        </p:spPr>
        <p:txBody>
          <a:bodyPr/>
          <a:lstStyle>
            <a:lvl1pPr>
              <a:spcAft>
                <a:spcPts val="600"/>
              </a:spcAft>
              <a:defRPr sz="1800" i="0">
                <a:latin typeface="+mj-lt"/>
              </a:defRPr>
            </a:lvl1pPr>
            <a:lvl2pPr marL="0" indent="0">
              <a:spcAft>
                <a:spcPts val="600"/>
              </a:spcAft>
              <a:buNone/>
              <a:defRPr sz="1200"/>
            </a:lvl2pPr>
            <a:lvl3pPr marL="230394" indent="-230394">
              <a:spcAft>
                <a:spcPts val="600"/>
              </a:spcAft>
              <a:buFont typeface="Arial" panose="020B0604020202020204" pitchFamily="34" charset="0"/>
              <a:buChar char="•"/>
              <a:tabLst/>
              <a:defRPr sz="1200"/>
            </a:lvl3pPr>
            <a:lvl4pPr marL="230394" indent="-230394">
              <a:spcAft>
                <a:spcPts val="600"/>
              </a:spcAft>
              <a:defRPr sz="1200"/>
            </a:lvl4pPr>
            <a:lvl5pPr marL="230394" indent="-228594">
              <a:spcAft>
                <a:spcPts val="600"/>
              </a:spcAft>
              <a:buFont typeface="Arial" panose="020B0604020202020204" pitchFamily="34" charset="0"/>
              <a:buChar char="•"/>
              <a:tabLst/>
              <a:defRPr sz="12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cxnSp>
        <p:nvCxnSpPr>
          <p:cNvPr id="42" name="Straight Connector 41">
            <a:extLst>
              <a:ext uri="{FF2B5EF4-FFF2-40B4-BE49-F238E27FC236}">
                <a16:creationId xmlns:a16="http://schemas.microsoft.com/office/drawing/2014/main" id="{149C8D0A-C37D-4D9A-9703-8A0AFB18570C}"/>
              </a:ext>
              <a:ext uri="{C183D7F6-B498-43B3-948B-1728B52AA6E4}">
                <adec:decorative xmlns:adec="http://schemas.microsoft.com/office/drawing/2017/decorative" val="1"/>
              </a:ext>
            </a:extLst>
          </p:cNvPr>
          <p:cNvCxnSpPr>
            <a:cxnSpLocks/>
          </p:cNvCxnSpPr>
          <p:nvPr userDrawn="1"/>
        </p:nvCxnSpPr>
        <p:spPr>
          <a:xfrm>
            <a:off x="0" y="3076800"/>
            <a:ext cx="6096008" cy="0"/>
          </a:xfrm>
          <a:prstGeom prst="line">
            <a:avLst/>
          </a:prstGeom>
          <a:ln w="952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1BE5BBCC-C957-48B6-99B6-EF1F3E80F622}"/>
              </a:ext>
              <a:ext uri="{C183D7F6-B498-43B3-948B-1728B52AA6E4}">
                <adec:decorative xmlns:adec="http://schemas.microsoft.com/office/drawing/2017/decorative" val="1"/>
              </a:ext>
            </a:extLst>
          </p:cNvPr>
          <p:cNvCxnSpPr>
            <a:cxnSpLocks/>
          </p:cNvCxnSpPr>
          <p:nvPr userDrawn="1"/>
        </p:nvCxnSpPr>
        <p:spPr>
          <a:xfrm>
            <a:off x="3143247" y="-1"/>
            <a:ext cx="0" cy="6192000"/>
          </a:xfrm>
          <a:prstGeom prst="line">
            <a:avLst/>
          </a:prstGeom>
          <a:ln w="952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3" name="Picture Placeholder 35">
            <a:extLst>
              <a:ext uri="{FF2B5EF4-FFF2-40B4-BE49-F238E27FC236}">
                <a16:creationId xmlns:a16="http://schemas.microsoft.com/office/drawing/2014/main" id="{EF1A1C24-C0B7-DF19-B492-C0ED29CE9AF6}"/>
              </a:ext>
            </a:extLst>
          </p:cNvPr>
          <p:cNvSpPr>
            <a:spLocks noGrp="1"/>
          </p:cNvSpPr>
          <p:nvPr>
            <p:ph type="pic" sz="quarter" idx="16" hasCustomPrompt="1"/>
          </p:nvPr>
        </p:nvSpPr>
        <p:spPr bwMode="gray">
          <a:xfrm>
            <a:off x="6095992" y="0"/>
            <a:ext cx="6096008" cy="6129340"/>
          </a:xfrm>
          <a:prstGeom prst="rect">
            <a:avLst/>
          </a:prstGeom>
          <a:solidFill>
            <a:schemeClr val="bg1">
              <a:lumMod val="95000"/>
            </a:schemeClr>
          </a:solidFill>
        </p:spPr>
        <p:txBody>
          <a:bodyPr tIns="457200" anchor="ctr"/>
          <a:lstStyle>
            <a:lvl1pPr marL="0" indent="0" algn="ctr">
              <a:buNone/>
              <a:defRPr sz="1400" b="0" i="0">
                <a:solidFill>
                  <a:schemeClr val="tx1"/>
                </a:solidFill>
                <a:latin typeface="Graphik" panose="020B0503030202060203" pitchFamily="34" charset="77"/>
              </a:defRPr>
            </a:lvl1pPr>
          </a:lstStyle>
          <a:p>
            <a:r>
              <a:rPr lang="en-GB"/>
              <a:t>Drag picture to placeholder or click icon to add</a:t>
            </a:r>
            <a:endParaRPr lang="en-US"/>
          </a:p>
        </p:txBody>
      </p:sp>
      <p:sp>
        <p:nvSpPr>
          <p:cNvPr id="4" name="Bottom tag">
            <a:extLst>
              <a:ext uri="{FF2B5EF4-FFF2-40B4-BE49-F238E27FC236}">
                <a16:creationId xmlns:a16="http://schemas.microsoft.com/office/drawing/2014/main" id="{5F2E67CA-5DA7-3CD1-C175-808A139DD240}"/>
              </a:ext>
              <a:ext uri="{C183D7F6-B498-43B3-948B-1728B52AA6E4}">
                <adec:decorative xmlns:adec="http://schemas.microsoft.com/office/drawing/2017/decorative" val="1"/>
              </a:ext>
            </a:extLst>
          </p:cNvPr>
          <p:cNvSpPr/>
          <p:nvPr userDrawn="1"/>
        </p:nvSpPr>
        <p:spPr bwMode="white">
          <a:xfrm>
            <a:off x="0" y="6129340"/>
            <a:ext cx="12192000" cy="72866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a:latin typeface="Graphik" panose="020B0503030202060203" pitchFamily="34" charset="77"/>
            </a:endParaRPr>
          </a:p>
        </p:txBody>
      </p:sp>
      <p:sp>
        <p:nvSpPr>
          <p:cNvPr id="2" name="copyright">
            <a:extLst>
              <a:ext uri="{FF2B5EF4-FFF2-40B4-BE49-F238E27FC236}">
                <a16:creationId xmlns:a16="http://schemas.microsoft.com/office/drawing/2014/main" id="{B51A4FC9-6DF5-ABE3-94E1-8598B7A527EA}"/>
              </a:ext>
            </a:extLst>
          </p:cNvPr>
          <p:cNvSpPr txBox="1"/>
          <p:nvPr userDrawn="1"/>
        </p:nvSpPr>
        <p:spPr>
          <a:xfrm>
            <a:off x="9031909" y="6429853"/>
            <a:ext cx="2398092"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GB" sz="800">
                <a:solidFill>
                  <a:schemeClr val="bg1">
                    <a:lumMod val="85000"/>
                    <a:alpha val="75000"/>
                  </a:schemeClr>
                </a:solidFill>
                <a:latin typeface="Graphik" panose="020B0503030202060203" pitchFamily="34" charset="77"/>
              </a:rPr>
              <a:t>Copyright © 2025 Accenture. All rights reserved.</a:t>
            </a:r>
            <a:endParaRPr lang="en-US" sz="1351" noProof="0">
              <a:solidFill>
                <a:schemeClr val="bg1">
                  <a:lumMod val="85000"/>
                  <a:alpha val="75000"/>
                </a:schemeClr>
              </a:solidFill>
              <a:latin typeface="Graphik" panose="020B0503030202060203" pitchFamily="34" charset="77"/>
            </a:endParaRPr>
          </a:p>
        </p:txBody>
      </p:sp>
      <p:sp>
        <p:nvSpPr>
          <p:cNvPr id="5" name="slide number automatic">
            <a:extLst>
              <a:ext uri="{FF2B5EF4-FFF2-40B4-BE49-F238E27FC236}">
                <a16:creationId xmlns:a16="http://schemas.microsoft.com/office/drawing/2014/main" id="{C826E34F-821D-D174-AEA1-2830AED1A7A3}"/>
              </a:ext>
            </a:extLst>
          </p:cNvPr>
          <p:cNvSpPr txBox="1"/>
          <p:nvPr userDrawn="1"/>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bg1">
                    <a:lumMod val="85000"/>
                    <a:alpha val="75000"/>
                  </a:schemeClr>
                </a:solidFill>
                <a:latin typeface="+mj-lt"/>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a:solidFill>
                <a:schemeClr val="bg1">
                  <a:lumMod val="85000"/>
                  <a:alpha val="75000"/>
                </a:schemeClr>
              </a:solidFill>
              <a:latin typeface="+mj-lt"/>
            </a:endParaRPr>
          </a:p>
        </p:txBody>
      </p:sp>
      <p:sp>
        <p:nvSpPr>
          <p:cNvPr id="13" name="GTS_WH">
            <a:extLst>
              <a:ext uri="{FF2B5EF4-FFF2-40B4-BE49-F238E27FC236}">
                <a16:creationId xmlns:a16="http://schemas.microsoft.com/office/drawing/2014/main" id="{8F51FE85-6E94-3AD8-FB82-A8BAB773D784}"/>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Tree>
    <p:extLst>
      <p:ext uri="{BB962C8B-B14F-4D97-AF65-F5344CB8AC3E}">
        <p14:creationId xmlns:p14="http://schemas.microsoft.com/office/powerpoint/2010/main" val="439475855"/>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99.xml><?xml version="1.0" encoding="utf-8"?>
<p:sldLayout xmlns:a="http://schemas.openxmlformats.org/drawingml/2006/main" xmlns:r="http://schemas.openxmlformats.org/officeDocument/2006/relationships" xmlns:p="http://schemas.openxmlformats.org/presentationml/2006/main" showMasterSp="0" preserve="1" userDrawn="1">
  <p:cSld name="Content: statistics dark  mode">
    <p:bg>
      <p:bgPr>
        <a:solidFill>
          <a:srgbClr val="000000"/>
        </a:solidFill>
        <a:effectLst/>
      </p:bgPr>
    </p:bg>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60352A97-ED89-7C2F-0063-10DA374CB06F}"/>
              </a:ext>
            </a:extLst>
          </p:cNvPr>
          <p:cNvSpPr>
            <a:spLocks noGrp="1"/>
          </p:cNvSpPr>
          <p:nvPr>
            <p:ph type="title"/>
          </p:nvPr>
        </p:nvSpPr>
        <p:spPr>
          <a:xfrm>
            <a:off x="565461" y="376463"/>
            <a:ext cx="2285999" cy="931437"/>
          </a:xfrm>
        </p:spPr>
        <p:txBody>
          <a:bodyPr anchor="ctr">
            <a:noAutofit/>
          </a:bodyPr>
          <a:lstStyle>
            <a:lvl1pPr>
              <a:lnSpc>
                <a:spcPct val="100000"/>
              </a:lnSpc>
              <a:defRPr sz="5330">
                <a:solidFill>
                  <a:schemeClr val="accent2"/>
                </a:solidFill>
              </a:defRPr>
            </a:lvl1pPr>
          </a:lstStyle>
          <a:p>
            <a:r>
              <a:rPr lang="en-GB"/>
              <a:t>Click to edit Master title style</a:t>
            </a:r>
            <a:endParaRPr lang="en-US"/>
          </a:p>
        </p:txBody>
      </p:sp>
      <p:sp>
        <p:nvSpPr>
          <p:cNvPr id="11" name="Text Placeholder 6">
            <a:extLst>
              <a:ext uri="{FF2B5EF4-FFF2-40B4-BE49-F238E27FC236}">
                <a16:creationId xmlns:a16="http://schemas.microsoft.com/office/drawing/2014/main" id="{F6B6460F-92C4-7868-A99F-7C747B39009C}"/>
              </a:ext>
            </a:extLst>
          </p:cNvPr>
          <p:cNvSpPr>
            <a:spLocks noGrp="1"/>
          </p:cNvSpPr>
          <p:nvPr>
            <p:ph type="body" sz="quarter" idx="32"/>
          </p:nvPr>
        </p:nvSpPr>
        <p:spPr>
          <a:xfrm>
            <a:off x="571503" y="1472692"/>
            <a:ext cx="2286000" cy="1439333"/>
          </a:xfrm>
        </p:spPr>
        <p:txBody>
          <a:bodyPr/>
          <a:lstStyle>
            <a:lvl1pPr>
              <a:spcAft>
                <a:spcPts val="600"/>
              </a:spcAft>
              <a:defRPr sz="1800" i="0">
                <a:solidFill>
                  <a:srgbClr val="FFFFFF"/>
                </a:solidFill>
                <a:latin typeface="+mj-lt"/>
              </a:defRPr>
            </a:lvl1pPr>
            <a:lvl2pPr marL="0" indent="0">
              <a:spcAft>
                <a:spcPts val="600"/>
              </a:spcAft>
              <a:buNone/>
              <a:defRPr sz="1200">
                <a:solidFill>
                  <a:srgbClr val="FFFFFF"/>
                </a:solidFill>
              </a:defRPr>
            </a:lvl2pPr>
            <a:lvl3pPr marL="230394" indent="-230394">
              <a:spcAft>
                <a:spcPts val="600"/>
              </a:spcAft>
              <a:buFont typeface="Arial" panose="020B0604020202020204" pitchFamily="34" charset="0"/>
              <a:buChar char="•"/>
              <a:tabLst/>
              <a:defRPr sz="1200">
                <a:solidFill>
                  <a:srgbClr val="FFFFFF"/>
                </a:solidFill>
              </a:defRPr>
            </a:lvl3pPr>
            <a:lvl4pPr marL="230394" indent="-230394">
              <a:spcAft>
                <a:spcPts val="600"/>
              </a:spcAft>
              <a:defRPr sz="1200">
                <a:solidFill>
                  <a:srgbClr val="FFFFFF"/>
                </a:solidFill>
              </a:defRPr>
            </a:lvl4pPr>
            <a:lvl5pPr marL="230394" indent="-228594">
              <a:spcAft>
                <a:spcPts val="600"/>
              </a:spcAft>
              <a:buFont typeface="Arial" panose="020B0604020202020204" pitchFamily="34" charset="0"/>
              <a:buChar char="•"/>
              <a:tabLst/>
              <a:defRPr sz="1200">
                <a:solidFill>
                  <a:srgbClr val="FFFFFF"/>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6" name="Text Placeholder 4">
            <a:extLst>
              <a:ext uri="{FF2B5EF4-FFF2-40B4-BE49-F238E27FC236}">
                <a16:creationId xmlns:a16="http://schemas.microsoft.com/office/drawing/2014/main" id="{FFC38A35-5CA3-4459-9AC5-201C71534956}"/>
              </a:ext>
            </a:extLst>
          </p:cNvPr>
          <p:cNvSpPr>
            <a:spLocks noGrp="1"/>
          </p:cNvSpPr>
          <p:nvPr>
            <p:ph type="body" sz="quarter" idx="17" hasCustomPrompt="1"/>
          </p:nvPr>
        </p:nvSpPr>
        <p:spPr>
          <a:xfrm>
            <a:off x="3428995" y="381002"/>
            <a:ext cx="2285996" cy="912223"/>
          </a:xfrm>
          <a:prstGeom prst="rect">
            <a:avLst/>
          </a:prstGeom>
        </p:spPr>
        <p:txBody>
          <a:bodyPr anchor="ctr"/>
          <a:lstStyle>
            <a:lvl1pPr marL="0" indent="0">
              <a:spcAft>
                <a:spcPts val="0"/>
              </a:spcAft>
              <a:buNone/>
              <a:defRPr lang="en-US" sz="5333" b="1" i="0" kern="1200" dirty="0">
                <a:solidFill>
                  <a:schemeClr val="accent2"/>
                </a:solidFill>
                <a:latin typeface="Graphik Semibold" panose="020B0503030202060203" pitchFamily="34" charset="77"/>
                <a:ea typeface="+mn-ea"/>
                <a:cs typeface="+mn-cs"/>
              </a:defRPr>
            </a:lvl1pPr>
            <a:lvl2pPr>
              <a:defRPr/>
            </a:lvl2pPr>
            <a:lvl3pPr>
              <a:defRPr/>
            </a:lvl3pPr>
            <a:lvl4pPr>
              <a:defRPr/>
            </a:lvl4pPr>
            <a:lvl5pPr>
              <a:defRPr/>
            </a:lvl5pPr>
          </a:lstStyle>
          <a:p>
            <a:pPr marL="228594" lvl="0" indent="-228594" algn="l" defTabSz="914377" rtl="0" eaLnBrk="1" latinLnBrk="0" hangingPunct="1">
              <a:lnSpc>
                <a:spcPct val="100000"/>
              </a:lnSpc>
              <a:spcBef>
                <a:spcPts val="0"/>
              </a:spcBef>
              <a:spcAft>
                <a:spcPts val="1200"/>
              </a:spcAft>
            </a:pPr>
            <a:r>
              <a:rPr lang="en-GB"/>
              <a:t>00x</a:t>
            </a:r>
            <a:endParaRPr lang="en-US"/>
          </a:p>
        </p:txBody>
      </p:sp>
      <p:sp>
        <p:nvSpPr>
          <p:cNvPr id="9" name="Text Placeholder 6">
            <a:extLst>
              <a:ext uri="{FF2B5EF4-FFF2-40B4-BE49-F238E27FC236}">
                <a16:creationId xmlns:a16="http://schemas.microsoft.com/office/drawing/2014/main" id="{EAF65655-CFF6-96F8-B90D-8BE8496D6801}"/>
              </a:ext>
            </a:extLst>
          </p:cNvPr>
          <p:cNvSpPr>
            <a:spLocks noGrp="1"/>
          </p:cNvSpPr>
          <p:nvPr>
            <p:ph type="body" sz="quarter" idx="31"/>
          </p:nvPr>
        </p:nvSpPr>
        <p:spPr>
          <a:xfrm>
            <a:off x="3428995" y="1472692"/>
            <a:ext cx="2286000" cy="1439333"/>
          </a:xfrm>
        </p:spPr>
        <p:txBody>
          <a:bodyPr/>
          <a:lstStyle>
            <a:lvl1pPr>
              <a:spcAft>
                <a:spcPts val="600"/>
              </a:spcAft>
              <a:defRPr sz="1800" i="0">
                <a:solidFill>
                  <a:srgbClr val="FFFFFF"/>
                </a:solidFill>
                <a:latin typeface="+mj-lt"/>
              </a:defRPr>
            </a:lvl1pPr>
            <a:lvl2pPr marL="0" indent="0">
              <a:spcAft>
                <a:spcPts val="600"/>
              </a:spcAft>
              <a:buNone/>
              <a:defRPr sz="1200">
                <a:solidFill>
                  <a:srgbClr val="FFFFFF"/>
                </a:solidFill>
              </a:defRPr>
            </a:lvl2pPr>
            <a:lvl3pPr marL="230394" indent="-230394">
              <a:spcAft>
                <a:spcPts val="600"/>
              </a:spcAft>
              <a:buFont typeface="Arial" panose="020B0604020202020204" pitchFamily="34" charset="0"/>
              <a:buChar char="•"/>
              <a:tabLst/>
              <a:defRPr sz="1200">
                <a:solidFill>
                  <a:srgbClr val="FFFFFF"/>
                </a:solidFill>
              </a:defRPr>
            </a:lvl3pPr>
            <a:lvl4pPr marL="230394" indent="-230394">
              <a:spcAft>
                <a:spcPts val="600"/>
              </a:spcAft>
              <a:defRPr sz="1200">
                <a:solidFill>
                  <a:srgbClr val="FFFFFF"/>
                </a:solidFill>
              </a:defRPr>
            </a:lvl4pPr>
            <a:lvl5pPr marL="230394" indent="-228594">
              <a:spcAft>
                <a:spcPts val="600"/>
              </a:spcAft>
              <a:buFont typeface="Arial" panose="020B0604020202020204" pitchFamily="34" charset="0"/>
              <a:buChar char="•"/>
              <a:tabLst/>
              <a:defRPr sz="1200">
                <a:solidFill>
                  <a:srgbClr val="FFFFFF"/>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8" name="Text Placeholder 6">
            <a:extLst>
              <a:ext uri="{FF2B5EF4-FFF2-40B4-BE49-F238E27FC236}">
                <a16:creationId xmlns:a16="http://schemas.microsoft.com/office/drawing/2014/main" id="{84A1985F-A4F6-4997-A4BD-E305CB1A47A6}"/>
              </a:ext>
            </a:extLst>
          </p:cNvPr>
          <p:cNvSpPr>
            <a:spLocks noGrp="1"/>
          </p:cNvSpPr>
          <p:nvPr>
            <p:ph type="body" sz="quarter" idx="19" hasCustomPrompt="1"/>
          </p:nvPr>
        </p:nvSpPr>
        <p:spPr>
          <a:xfrm>
            <a:off x="571503" y="3398051"/>
            <a:ext cx="2285996" cy="912223"/>
          </a:xfrm>
          <a:prstGeom prst="rect">
            <a:avLst/>
          </a:prstGeom>
        </p:spPr>
        <p:txBody>
          <a:bodyPr anchor="ctr"/>
          <a:lstStyle>
            <a:lvl1pPr marL="0" indent="0">
              <a:spcAft>
                <a:spcPts val="0"/>
              </a:spcAft>
              <a:buNone/>
              <a:defRPr lang="en-US" sz="5333" b="1" i="0" kern="1200" dirty="0">
                <a:solidFill>
                  <a:schemeClr val="accent2"/>
                </a:solidFill>
                <a:latin typeface="Graphik Semibold" panose="020B0503030202060203" pitchFamily="34" charset="77"/>
                <a:ea typeface="+mn-ea"/>
                <a:cs typeface="+mn-cs"/>
              </a:defRPr>
            </a:lvl1pPr>
            <a:lvl2pPr>
              <a:defRPr/>
            </a:lvl2pPr>
            <a:lvl3pPr>
              <a:defRPr/>
            </a:lvl3pPr>
            <a:lvl4pPr>
              <a:defRPr/>
            </a:lvl4pPr>
            <a:lvl5pPr>
              <a:defRPr/>
            </a:lvl5pPr>
          </a:lstStyle>
          <a:p>
            <a:pPr marL="228594" lvl="0" indent="-228594" algn="l" defTabSz="914377" rtl="0" eaLnBrk="1" latinLnBrk="0" hangingPunct="1">
              <a:lnSpc>
                <a:spcPct val="100000"/>
              </a:lnSpc>
              <a:spcBef>
                <a:spcPts val="0"/>
              </a:spcBef>
              <a:spcAft>
                <a:spcPts val="1200"/>
              </a:spcAft>
            </a:pPr>
            <a:r>
              <a:rPr lang="en-GB"/>
              <a:t>00x</a:t>
            </a:r>
            <a:endParaRPr lang="en-US"/>
          </a:p>
        </p:txBody>
      </p:sp>
      <p:sp>
        <p:nvSpPr>
          <p:cNvPr id="7" name="Text Placeholder 6">
            <a:extLst>
              <a:ext uri="{FF2B5EF4-FFF2-40B4-BE49-F238E27FC236}">
                <a16:creationId xmlns:a16="http://schemas.microsoft.com/office/drawing/2014/main" id="{54F0D47A-40F3-3312-FD52-DB56907BD070}"/>
              </a:ext>
            </a:extLst>
          </p:cNvPr>
          <p:cNvSpPr>
            <a:spLocks noGrp="1"/>
          </p:cNvSpPr>
          <p:nvPr>
            <p:ph type="body" sz="quarter" idx="30"/>
          </p:nvPr>
        </p:nvSpPr>
        <p:spPr>
          <a:xfrm>
            <a:off x="571503" y="4508500"/>
            <a:ext cx="2286000" cy="1439333"/>
          </a:xfrm>
        </p:spPr>
        <p:txBody>
          <a:bodyPr/>
          <a:lstStyle>
            <a:lvl1pPr>
              <a:spcAft>
                <a:spcPts val="600"/>
              </a:spcAft>
              <a:defRPr sz="1800" i="0">
                <a:solidFill>
                  <a:srgbClr val="FFFFFF"/>
                </a:solidFill>
                <a:latin typeface="+mj-lt"/>
              </a:defRPr>
            </a:lvl1pPr>
            <a:lvl2pPr marL="0" indent="0">
              <a:spcAft>
                <a:spcPts val="600"/>
              </a:spcAft>
              <a:buNone/>
              <a:defRPr sz="1200">
                <a:solidFill>
                  <a:srgbClr val="FFFFFF"/>
                </a:solidFill>
              </a:defRPr>
            </a:lvl2pPr>
            <a:lvl3pPr marL="230394" indent="-230394">
              <a:spcAft>
                <a:spcPts val="600"/>
              </a:spcAft>
              <a:buFont typeface="Arial" panose="020B0604020202020204" pitchFamily="34" charset="0"/>
              <a:buChar char="•"/>
              <a:tabLst/>
              <a:defRPr sz="1200">
                <a:solidFill>
                  <a:srgbClr val="FFFFFF"/>
                </a:solidFill>
              </a:defRPr>
            </a:lvl3pPr>
            <a:lvl4pPr marL="230394" indent="-230394">
              <a:spcAft>
                <a:spcPts val="600"/>
              </a:spcAft>
              <a:defRPr sz="1200">
                <a:solidFill>
                  <a:srgbClr val="FFFFFF"/>
                </a:solidFill>
              </a:defRPr>
            </a:lvl4pPr>
            <a:lvl5pPr marL="230394" indent="-228594">
              <a:spcAft>
                <a:spcPts val="600"/>
              </a:spcAft>
              <a:buFont typeface="Arial" panose="020B0604020202020204" pitchFamily="34" charset="0"/>
              <a:buChar char="•"/>
              <a:tabLst/>
              <a:defRPr sz="1200">
                <a:solidFill>
                  <a:srgbClr val="FFFFFF"/>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0" name="Text Placeholder 8">
            <a:extLst>
              <a:ext uri="{FF2B5EF4-FFF2-40B4-BE49-F238E27FC236}">
                <a16:creationId xmlns:a16="http://schemas.microsoft.com/office/drawing/2014/main" id="{E5121ACC-7E33-431F-A8A1-419F515D4061}"/>
              </a:ext>
            </a:extLst>
          </p:cNvPr>
          <p:cNvSpPr>
            <a:spLocks noGrp="1"/>
          </p:cNvSpPr>
          <p:nvPr>
            <p:ph type="body" sz="quarter" idx="21" hasCustomPrompt="1"/>
          </p:nvPr>
        </p:nvSpPr>
        <p:spPr>
          <a:xfrm>
            <a:off x="3428995" y="3398051"/>
            <a:ext cx="2285996" cy="912223"/>
          </a:xfrm>
          <a:prstGeom prst="rect">
            <a:avLst/>
          </a:prstGeom>
        </p:spPr>
        <p:txBody>
          <a:bodyPr anchor="ctr"/>
          <a:lstStyle>
            <a:lvl1pPr marL="0" indent="0">
              <a:spcAft>
                <a:spcPts val="0"/>
              </a:spcAft>
              <a:buNone/>
              <a:defRPr lang="en-US" sz="5333" b="1" i="0" kern="1200" dirty="0">
                <a:solidFill>
                  <a:schemeClr val="accent2"/>
                </a:solidFill>
                <a:latin typeface="Graphik Semibold" panose="020B0503030202060203" pitchFamily="34" charset="77"/>
                <a:ea typeface="+mn-ea"/>
                <a:cs typeface="+mn-cs"/>
              </a:defRPr>
            </a:lvl1pPr>
            <a:lvl2pPr>
              <a:defRPr/>
            </a:lvl2pPr>
            <a:lvl3pPr>
              <a:defRPr/>
            </a:lvl3pPr>
            <a:lvl4pPr>
              <a:defRPr/>
            </a:lvl4pPr>
            <a:lvl5pPr>
              <a:defRPr/>
            </a:lvl5pPr>
          </a:lstStyle>
          <a:p>
            <a:pPr marL="228594" lvl="0" indent="-228594" algn="l" defTabSz="914377" rtl="0" eaLnBrk="1" latinLnBrk="0" hangingPunct="1">
              <a:lnSpc>
                <a:spcPct val="100000"/>
              </a:lnSpc>
              <a:spcBef>
                <a:spcPts val="0"/>
              </a:spcBef>
              <a:spcAft>
                <a:spcPts val="1200"/>
              </a:spcAft>
            </a:pPr>
            <a:r>
              <a:rPr lang="en-GB"/>
              <a:t>00x</a:t>
            </a:r>
            <a:endParaRPr lang="en-US"/>
          </a:p>
        </p:txBody>
      </p:sp>
      <p:sp>
        <p:nvSpPr>
          <p:cNvPr id="5" name="Text Placeholder 6">
            <a:extLst>
              <a:ext uri="{FF2B5EF4-FFF2-40B4-BE49-F238E27FC236}">
                <a16:creationId xmlns:a16="http://schemas.microsoft.com/office/drawing/2014/main" id="{4C6AFAE1-C867-607D-7626-06B37DD8931A}"/>
              </a:ext>
            </a:extLst>
          </p:cNvPr>
          <p:cNvSpPr>
            <a:spLocks noGrp="1"/>
          </p:cNvSpPr>
          <p:nvPr>
            <p:ph type="body" sz="quarter" idx="29"/>
          </p:nvPr>
        </p:nvSpPr>
        <p:spPr>
          <a:xfrm>
            <a:off x="3428995" y="4508500"/>
            <a:ext cx="2286000" cy="1439333"/>
          </a:xfrm>
        </p:spPr>
        <p:txBody>
          <a:bodyPr/>
          <a:lstStyle>
            <a:lvl1pPr>
              <a:spcAft>
                <a:spcPts val="600"/>
              </a:spcAft>
              <a:defRPr sz="1800" i="0">
                <a:solidFill>
                  <a:srgbClr val="FFFFFF"/>
                </a:solidFill>
                <a:latin typeface="+mj-lt"/>
              </a:defRPr>
            </a:lvl1pPr>
            <a:lvl2pPr marL="0" indent="0">
              <a:spcAft>
                <a:spcPts val="600"/>
              </a:spcAft>
              <a:buNone/>
              <a:defRPr sz="1200">
                <a:solidFill>
                  <a:srgbClr val="FFFFFF"/>
                </a:solidFill>
              </a:defRPr>
            </a:lvl2pPr>
            <a:lvl3pPr marL="230394" indent="-230394">
              <a:spcAft>
                <a:spcPts val="600"/>
              </a:spcAft>
              <a:buFont typeface="Arial" panose="020B0604020202020204" pitchFamily="34" charset="0"/>
              <a:buChar char="•"/>
              <a:tabLst/>
              <a:defRPr sz="1200">
                <a:solidFill>
                  <a:srgbClr val="FFFFFF"/>
                </a:solidFill>
              </a:defRPr>
            </a:lvl3pPr>
            <a:lvl4pPr marL="230394" indent="-230394">
              <a:spcAft>
                <a:spcPts val="600"/>
              </a:spcAft>
              <a:defRPr sz="1200">
                <a:solidFill>
                  <a:srgbClr val="FFFFFF"/>
                </a:solidFill>
              </a:defRPr>
            </a:lvl4pPr>
            <a:lvl5pPr marL="230394" indent="-228594">
              <a:spcAft>
                <a:spcPts val="600"/>
              </a:spcAft>
              <a:buFont typeface="Arial" panose="020B0604020202020204" pitchFamily="34" charset="0"/>
              <a:buChar char="•"/>
              <a:tabLst/>
              <a:defRPr sz="1200">
                <a:solidFill>
                  <a:srgbClr val="FFFFFF"/>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38" name="Picture Placeholder 35">
            <a:extLst>
              <a:ext uri="{FF2B5EF4-FFF2-40B4-BE49-F238E27FC236}">
                <a16:creationId xmlns:a16="http://schemas.microsoft.com/office/drawing/2014/main" id="{92A5DC07-3811-41E7-B3BC-1DF4ED905C75}"/>
              </a:ext>
            </a:extLst>
          </p:cNvPr>
          <p:cNvSpPr>
            <a:spLocks noGrp="1"/>
          </p:cNvSpPr>
          <p:nvPr>
            <p:ph type="pic" sz="quarter" idx="16" hasCustomPrompt="1"/>
          </p:nvPr>
        </p:nvSpPr>
        <p:spPr bwMode="gray">
          <a:xfrm>
            <a:off x="6095992" y="0"/>
            <a:ext cx="6096008" cy="6129340"/>
          </a:xfrm>
          <a:prstGeom prst="rect">
            <a:avLst/>
          </a:prstGeom>
          <a:solidFill>
            <a:schemeClr val="bg1">
              <a:lumMod val="95000"/>
            </a:schemeClr>
          </a:solidFill>
        </p:spPr>
        <p:txBody>
          <a:bodyPr tIns="457200" anchor="ctr"/>
          <a:lstStyle>
            <a:lvl1pPr marL="0" indent="0" algn="ctr">
              <a:buNone/>
              <a:defRPr sz="1400" b="0" i="0">
                <a:solidFill>
                  <a:schemeClr val="tx1"/>
                </a:solidFill>
                <a:latin typeface="Graphik" panose="020B0503030202060203" pitchFamily="34" charset="77"/>
              </a:defRPr>
            </a:lvl1pPr>
          </a:lstStyle>
          <a:p>
            <a:r>
              <a:rPr lang="en-GB"/>
              <a:t>Drag picture to placeholder or click icon to add</a:t>
            </a:r>
            <a:endParaRPr lang="en-US"/>
          </a:p>
        </p:txBody>
      </p:sp>
      <p:cxnSp>
        <p:nvCxnSpPr>
          <p:cNvPr id="42" name="Straight Connector 41">
            <a:extLst>
              <a:ext uri="{FF2B5EF4-FFF2-40B4-BE49-F238E27FC236}">
                <a16:creationId xmlns:a16="http://schemas.microsoft.com/office/drawing/2014/main" id="{149C8D0A-C37D-4D9A-9703-8A0AFB18570C}"/>
              </a:ext>
              <a:ext uri="{C183D7F6-B498-43B3-948B-1728B52AA6E4}">
                <adec:decorative xmlns:adec="http://schemas.microsoft.com/office/drawing/2017/decorative" val="1"/>
              </a:ext>
            </a:extLst>
          </p:cNvPr>
          <p:cNvCxnSpPr>
            <a:cxnSpLocks/>
          </p:cNvCxnSpPr>
          <p:nvPr userDrawn="1"/>
        </p:nvCxnSpPr>
        <p:spPr>
          <a:xfrm>
            <a:off x="0" y="3076800"/>
            <a:ext cx="6096008" cy="0"/>
          </a:xfrm>
          <a:prstGeom prst="line">
            <a:avLst/>
          </a:prstGeom>
          <a:ln w="952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1BE5BBCC-C957-48B6-99B6-EF1F3E80F622}"/>
              </a:ext>
              <a:ext uri="{C183D7F6-B498-43B3-948B-1728B52AA6E4}">
                <adec:decorative xmlns:adec="http://schemas.microsoft.com/office/drawing/2017/decorative" val="1"/>
              </a:ext>
            </a:extLst>
          </p:cNvPr>
          <p:cNvCxnSpPr>
            <a:cxnSpLocks/>
          </p:cNvCxnSpPr>
          <p:nvPr userDrawn="1"/>
        </p:nvCxnSpPr>
        <p:spPr>
          <a:xfrm>
            <a:off x="3143247" y="-1"/>
            <a:ext cx="0" cy="6192000"/>
          </a:xfrm>
          <a:prstGeom prst="line">
            <a:avLst/>
          </a:prstGeom>
          <a:ln w="952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4" name="Bottom tag">
            <a:extLst>
              <a:ext uri="{FF2B5EF4-FFF2-40B4-BE49-F238E27FC236}">
                <a16:creationId xmlns:a16="http://schemas.microsoft.com/office/drawing/2014/main" id="{C7D43BFE-04FF-915B-AF75-EF92EB85EE07}"/>
              </a:ext>
              <a:ext uri="{C183D7F6-B498-43B3-948B-1728B52AA6E4}">
                <adec:decorative xmlns:adec="http://schemas.microsoft.com/office/drawing/2017/decorative" val="1"/>
              </a:ext>
            </a:extLst>
          </p:cNvPr>
          <p:cNvSpPr/>
          <p:nvPr userDrawn="1"/>
        </p:nvSpPr>
        <p:spPr bwMode="white">
          <a:xfrm>
            <a:off x="0" y="6129340"/>
            <a:ext cx="12192000" cy="72866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a:latin typeface="Graphik" panose="020B0503030202060203" pitchFamily="34" charset="77"/>
            </a:endParaRPr>
          </a:p>
        </p:txBody>
      </p:sp>
      <p:cxnSp>
        <p:nvCxnSpPr>
          <p:cNvPr id="2" name="Straight Connector 1">
            <a:extLst>
              <a:ext uri="{FF2B5EF4-FFF2-40B4-BE49-F238E27FC236}">
                <a16:creationId xmlns:a16="http://schemas.microsoft.com/office/drawing/2014/main" id="{D50DFD68-7311-16D8-3418-1A322FD33528}"/>
              </a:ext>
              <a:ext uri="{C183D7F6-B498-43B3-948B-1728B52AA6E4}">
                <adec:decorative xmlns:adec="http://schemas.microsoft.com/office/drawing/2017/decorative" val="1"/>
              </a:ext>
            </a:extLst>
          </p:cNvPr>
          <p:cNvCxnSpPr>
            <a:cxnSpLocks/>
          </p:cNvCxnSpPr>
          <p:nvPr userDrawn="1"/>
        </p:nvCxnSpPr>
        <p:spPr>
          <a:xfrm>
            <a:off x="0" y="6124800"/>
            <a:ext cx="12192000" cy="0"/>
          </a:xfrm>
          <a:prstGeom prst="line">
            <a:avLst/>
          </a:prstGeom>
          <a:ln w="952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3" name="copyright">
            <a:extLst>
              <a:ext uri="{FF2B5EF4-FFF2-40B4-BE49-F238E27FC236}">
                <a16:creationId xmlns:a16="http://schemas.microsoft.com/office/drawing/2014/main" id="{6F38CEE2-3D5C-A0E3-1BE3-09AB0AC25463}"/>
              </a:ext>
            </a:extLst>
          </p:cNvPr>
          <p:cNvSpPr txBox="1"/>
          <p:nvPr userDrawn="1"/>
        </p:nvSpPr>
        <p:spPr>
          <a:xfrm>
            <a:off x="9031909" y="6429853"/>
            <a:ext cx="2398092"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GB" sz="800">
                <a:solidFill>
                  <a:schemeClr val="bg1">
                    <a:lumMod val="85000"/>
                    <a:alpha val="75000"/>
                  </a:schemeClr>
                </a:solidFill>
                <a:latin typeface="Graphik" panose="020B0503030202060203" pitchFamily="34" charset="77"/>
              </a:rPr>
              <a:t>Copyright © 2025 Accenture. All rights reserved.</a:t>
            </a:r>
            <a:endParaRPr lang="en-US" sz="1351" noProof="0">
              <a:solidFill>
                <a:schemeClr val="bg1">
                  <a:lumMod val="85000"/>
                  <a:alpha val="75000"/>
                </a:schemeClr>
              </a:solidFill>
              <a:latin typeface="Graphik" panose="020B0503030202060203" pitchFamily="34" charset="77"/>
            </a:endParaRPr>
          </a:p>
        </p:txBody>
      </p:sp>
      <p:sp>
        <p:nvSpPr>
          <p:cNvPr id="6" name="slide number automatic">
            <a:extLst>
              <a:ext uri="{FF2B5EF4-FFF2-40B4-BE49-F238E27FC236}">
                <a16:creationId xmlns:a16="http://schemas.microsoft.com/office/drawing/2014/main" id="{FC53484B-EB21-70B6-32DD-8344CAE70A1C}"/>
              </a:ext>
            </a:extLst>
          </p:cNvPr>
          <p:cNvSpPr txBox="1"/>
          <p:nvPr userDrawn="1"/>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bg1">
                    <a:lumMod val="85000"/>
                    <a:alpha val="75000"/>
                  </a:schemeClr>
                </a:solidFill>
                <a:latin typeface="+mj-lt"/>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a:solidFill>
                <a:schemeClr val="bg1">
                  <a:lumMod val="85000"/>
                  <a:alpha val="75000"/>
                </a:schemeClr>
              </a:solidFill>
              <a:latin typeface="+mj-lt"/>
            </a:endParaRPr>
          </a:p>
        </p:txBody>
      </p:sp>
      <p:sp>
        <p:nvSpPr>
          <p:cNvPr id="12" name="GTS_WH">
            <a:extLst>
              <a:ext uri="{FF2B5EF4-FFF2-40B4-BE49-F238E27FC236}">
                <a16:creationId xmlns:a16="http://schemas.microsoft.com/office/drawing/2014/main" id="{2DFC2805-A4A5-BE1F-72EF-71C8FE15AD9C}"/>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Tree>
    <p:extLst>
      <p:ext uri="{BB962C8B-B14F-4D97-AF65-F5344CB8AC3E}">
        <p14:creationId xmlns:p14="http://schemas.microsoft.com/office/powerpoint/2010/main" val="3562832447"/>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100.xml><?xml version="1.0" encoding="utf-8"?>
<p:sldLayout xmlns:a="http://schemas.openxmlformats.org/drawingml/2006/main" xmlns:r="http://schemas.openxmlformats.org/officeDocument/2006/relationships" xmlns:p="http://schemas.openxmlformats.org/presentationml/2006/main" showMasterSp="0" userDrawn="1">
  <p:cSld name="Salutation: gradient">
    <p:bg>
      <p:bgPr>
        <a:solidFill>
          <a:schemeClr val="accent2"/>
        </a:solidFill>
        <a:effectLst/>
      </p:bgPr>
    </p:bg>
    <p:spTree>
      <p:nvGrpSpPr>
        <p:cNvPr id="1" name=""/>
        <p:cNvGrpSpPr/>
        <p:nvPr/>
      </p:nvGrpSpPr>
      <p:grpSpPr>
        <a:xfrm>
          <a:off x="0" y="0"/>
          <a:ext cx="0" cy="0"/>
          <a:chOff x="0" y="0"/>
          <a:chExt cx="0" cy="0"/>
        </a:xfrm>
      </p:grpSpPr>
      <p:pic>
        <p:nvPicPr>
          <p:cNvPr id="9" name="Picture 8" descr="A purple and black background&#10;&#10;AI-generated content may be incorrect.">
            <a:extLst>
              <a:ext uri="{FF2B5EF4-FFF2-40B4-BE49-F238E27FC236}">
                <a16:creationId xmlns:a16="http://schemas.microsoft.com/office/drawing/2014/main" id="{1E54F49D-2B2F-7CDD-DC94-B6FF9A694BDA}"/>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rot="5400000">
            <a:off x="2667000" y="-2667000"/>
            <a:ext cx="6858000" cy="12192000"/>
          </a:xfrm>
          <a:prstGeom prst="rect">
            <a:avLst/>
          </a:prstGeom>
        </p:spPr>
      </p:pic>
      <p:sp>
        <p:nvSpPr>
          <p:cNvPr id="2" name="copyright">
            <a:extLst>
              <a:ext uri="{FF2B5EF4-FFF2-40B4-BE49-F238E27FC236}">
                <a16:creationId xmlns:a16="http://schemas.microsoft.com/office/drawing/2014/main" id="{8F090878-FDCB-E32E-7E4D-4A1D113FA508}"/>
              </a:ext>
            </a:extLst>
          </p:cNvPr>
          <p:cNvSpPr txBox="1"/>
          <p:nvPr userDrawn="1"/>
        </p:nvSpPr>
        <p:spPr>
          <a:xfrm>
            <a:off x="9031909" y="6429853"/>
            <a:ext cx="2398092"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GB" sz="800">
                <a:solidFill>
                  <a:schemeClr val="tx1">
                    <a:lumMod val="85000"/>
                    <a:alpha val="75000"/>
                  </a:schemeClr>
                </a:solidFill>
                <a:latin typeface="Graphik" panose="020B0503030202060203" pitchFamily="34" charset="77"/>
              </a:rPr>
              <a:t>Copyright © 2025 Accenture. All rights reserved.</a:t>
            </a:r>
            <a:endParaRPr lang="en-US" sz="1351" noProof="0">
              <a:solidFill>
                <a:schemeClr val="tx1">
                  <a:lumMod val="85000"/>
                  <a:alpha val="75000"/>
                </a:schemeClr>
              </a:solidFill>
              <a:latin typeface="Graphik" panose="020B0503030202060203" pitchFamily="34" charset="77"/>
            </a:endParaRPr>
          </a:p>
        </p:txBody>
      </p:sp>
      <p:sp>
        <p:nvSpPr>
          <p:cNvPr id="4" name="slide number automatic">
            <a:extLst>
              <a:ext uri="{FF2B5EF4-FFF2-40B4-BE49-F238E27FC236}">
                <a16:creationId xmlns:a16="http://schemas.microsoft.com/office/drawing/2014/main" id="{6DD78C6E-A2CA-C7D3-D53E-97A08AAAEAD8}"/>
              </a:ext>
            </a:extLst>
          </p:cNvPr>
          <p:cNvSpPr txBox="1"/>
          <p:nvPr userDrawn="1"/>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tx1">
                    <a:lumMod val="85000"/>
                    <a:alpha val="75000"/>
                  </a:schemeClr>
                </a:solidFill>
                <a:latin typeface="+mj-lt"/>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a:solidFill>
                <a:schemeClr val="tx1">
                  <a:lumMod val="85000"/>
                  <a:alpha val="75000"/>
                </a:schemeClr>
              </a:solidFill>
              <a:latin typeface="+mj-lt"/>
            </a:endParaRPr>
          </a:p>
        </p:txBody>
      </p:sp>
      <p:sp>
        <p:nvSpPr>
          <p:cNvPr id="8" name="Title 1">
            <a:extLst>
              <a:ext uri="{FF2B5EF4-FFF2-40B4-BE49-F238E27FC236}">
                <a16:creationId xmlns:a16="http://schemas.microsoft.com/office/drawing/2014/main" id="{4772D35A-1963-BF72-AA80-2201D2B0173F}"/>
              </a:ext>
            </a:extLst>
          </p:cNvPr>
          <p:cNvSpPr>
            <a:spLocks noGrp="1"/>
          </p:cNvSpPr>
          <p:nvPr>
            <p:ph type="title"/>
          </p:nvPr>
        </p:nvSpPr>
        <p:spPr>
          <a:xfrm>
            <a:off x="1191348" y="3429000"/>
            <a:ext cx="6046527" cy="984885"/>
          </a:xfrm>
          <a:prstGeom prst="rect">
            <a:avLst/>
          </a:prstGeom>
        </p:spPr>
        <p:txBody>
          <a:bodyPr wrap="none" anchor="ctr"/>
          <a:lstStyle>
            <a:lvl1pPr algn="l">
              <a:defRPr sz="8000">
                <a:solidFill>
                  <a:schemeClr val="tx1"/>
                </a:solidFill>
              </a:defRPr>
            </a:lvl1pPr>
          </a:lstStyle>
          <a:p>
            <a:r>
              <a:rPr lang="en-GB"/>
              <a:t>Click to edit Master title style</a:t>
            </a:r>
            <a:endParaRPr lang="en-US"/>
          </a:p>
        </p:txBody>
      </p:sp>
      <p:sp>
        <p:nvSpPr>
          <p:cNvPr id="10" name="GTS_WH">
            <a:extLst>
              <a:ext uri="{FF2B5EF4-FFF2-40B4-BE49-F238E27FC236}">
                <a16:creationId xmlns:a16="http://schemas.microsoft.com/office/drawing/2014/main" id="{79093C77-020A-31D2-4F4F-DA77DEFA8E84}"/>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Tree>
    <p:extLst>
      <p:ext uri="{BB962C8B-B14F-4D97-AF65-F5344CB8AC3E}">
        <p14:creationId xmlns:p14="http://schemas.microsoft.com/office/powerpoint/2010/main" val="287206099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20">
          <p15:clr>
            <a:srgbClr val="C35EA4"/>
          </p15:clr>
        </p15:guide>
      </p15:sldGuideLst>
    </p:ext>
  </p:extLst>
</p:sldLayout>
</file>

<file path=ppt/slideLayouts/slideLayout101.xml><?xml version="1.0" encoding="utf-8"?>
<p:sldLayout xmlns:a="http://schemas.openxmlformats.org/drawingml/2006/main" xmlns:r="http://schemas.openxmlformats.org/officeDocument/2006/relationships" xmlns:p="http://schemas.openxmlformats.org/presentationml/2006/main" showMasterSp="0" preserve="1" userDrawn="1">
  <p:cSld name="Salutation: purple">
    <p:bg>
      <p:bgPr>
        <a:solidFill>
          <a:schemeClr val="accent1"/>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9406901E-2FDA-B887-CCF5-FADFC0C3B943}"/>
              </a:ext>
            </a:extLst>
          </p:cNvPr>
          <p:cNvSpPr>
            <a:spLocks noGrp="1"/>
          </p:cNvSpPr>
          <p:nvPr>
            <p:ph type="title" hasCustomPrompt="1"/>
          </p:nvPr>
        </p:nvSpPr>
        <p:spPr>
          <a:xfrm>
            <a:off x="6096000" y="2599460"/>
            <a:ext cx="4895849" cy="984885"/>
          </a:xfrm>
          <a:prstGeom prst="rect">
            <a:avLst/>
          </a:prstGeom>
        </p:spPr>
        <p:txBody>
          <a:bodyPr anchor="ctr"/>
          <a:lstStyle>
            <a:lvl1pPr algn="l">
              <a:defRPr sz="4000">
                <a:solidFill>
                  <a:schemeClr val="tx1"/>
                </a:solidFill>
              </a:defRPr>
            </a:lvl1pPr>
          </a:lstStyle>
          <a:p>
            <a:r>
              <a:rPr lang="en-GB"/>
              <a:t>Click to edit salutation style</a:t>
            </a:r>
            <a:endParaRPr lang="en-US"/>
          </a:p>
        </p:txBody>
      </p:sp>
      <p:pic>
        <p:nvPicPr>
          <p:cNvPr id="2" name="GT white">
            <a:extLst>
              <a:ext uri="{FF2B5EF4-FFF2-40B4-BE49-F238E27FC236}">
                <a16:creationId xmlns:a16="http://schemas.microsoft.com/office/drawing/2014/main" id="{64951822-2C90-C040-C685-A9310D236165}"/>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63638" y="5459982"/>
            <a:ext cx="609857" cy="669356"/>
          </a:xfrm>
          <a:prstGeom prst="rect">
            <a:avLst/>
          </a:prstGeom>
        </p:spPr>
      </p:pic>
      <p:sp>
        <p:nvSpPr>
          <p:cNvPr id="4" name="copyright">
            <a:extLst>
              <a:ext uri="{FF2B5EF4-FFF2-40B4-BE49-F238E27FC236}">
                <a16:creationId xmlns:a16="http://schemas.microsoft.com/office/drawing/2014/main" id="{5D5952F7-6C63-8F87-4E22-999BB41F26C3}"/>
              </a:ext>
            </a:extLst>
          </p:cNvPr>
          <p:cNvSpPr txBox="1"/>
          <p:nvPr userDrawn="1"/>
        </p:nvSpPr>
        <p:spPr>
          <a:xfrm>
            <a:off x="9031909" y="6429853"/>
            <a:ext cx="2398092"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GB" sz="800">
                <a:solidFill>
                  <a:schemeClr val="tx1">
                    <a:lumMod val="85000"/>
                    <a:alpha val="75000"/>
                  </a:schemeClr>
                </a:solidFill>
                <a:latin typeface="Graphik" panose="020B0503030202060203" pitchFamily="34" charset="77"/>
              </a:rPr>
              <a:t>Copyright © 2025 Accenture. All rights reserved.</a:t>
            </a:r>
            <a:endParaRPr lang="en-US" sz="1351" noProof="0">
              <a:solidFill>
                <a:schemeClr val="tx1">
                  <a:lumMod val="85000"/>
                  <a:alpha val="75000"/>
                </a:schemeClr>
              </a:solidFill>
              <a:latin typeface="Graphik" panose="020B0503030202060203" pitchFamily="34" charset="77"/>
            </a:endParaRPr>
          </a:p>
        </p:txBody>
      </p:sp>
      <p:sp>
        <p:nvSpPr>
          <p:cNvPr id="7" name="slide number automatic">
            <a:extLst>
              <a:ext uri="{FF2B5EF4-FFF2-40B4-BE49-F238E27FC236}">
                <a16:creationId xmlns:a16="http://schemas.microsoft.com/office/drawing/2014/main" id="{540D3C9F-6433-4B02-3A65-24CE972551FF}"/>
              </a:ext>
            </a:extLst>
          </p:cNvPr>
          <p:cNvSpPr txBox="1"/>
          <p:nvPr userDrawn="1"/>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tx1">
                    <a:lumMod val="85000"/>
                    <a:alpha val="75000"/>
                  </a:schemeClr>
                </a:solidFill>
                <a:latin typeface="+mj-lt"/>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a:solidFill>
                <a:schemeClr val="tx1">
                  <a:lumMod val="85000"/>
                  <a:alpha val="75000"/>
                </a:schemeClr>
              </a:solidFill>
              <a:latin typeface="+mj-lt"/>
            </a:endParaRPr>
          </a:p>
        </p:txBody>
      </p:sp>
    </p:spTree>
    <p:extLst>
      <p:ext uri="{BB962C8B-B14F-4D97-AF65-F5344CB8AC3E}">
        <p14:creationId xmlns:p14="http://schemas.microsoft.com/office/powerpoint/2010/main" val="65691902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20">
          <p15:clr>
            <a:srgbClr val="C35EA4"/>
          </p15:clr>
        </p15:guide>
      </p15:sldGuideLst>
    </p:ext>
  </p:extLst>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9889530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7.xml"/><Relationship Id="rId13" Type="http://schemas.openxmlformats.org/officeDocument/2006/relationships/slideLayout" Target="../slideLayouts/slideLayout22.xml"/><Relationship Id="rId18" Type="http://schemas.openxmlformats.org/officeDocument/2006/relationships/slideLayout" Target="../slideLayouts/slideLayout27.xml"/><Relationship Id="rId26" Type="http://schemas.openxmlformats.org/officeDocument/2006/relationships/image" Target="../media/image12.png"/><Relationship Id="rId3" Type="http://schemas.openxmlformats.org/officeDocument/2006/relationships/slideLayout" Target="../slideLayouts/slideLayout12.xml"/><Relationship Id="rId21" Type="http://schemas.openxmlformats.org/officeDocument/2006/relationships/image" Target="../media/image7.png"/><Relationship Id="rId7" Type="http://schemas.openxmlformats.org/officeDocument/2006/relationships/slideLayout" Target="../slideLayouts/slideLayout16.xml"/><Relationship Id="rId12" Type="http://schemas.openxmlformats.org/officeDocument/2006/relationships/slideLayout" Target="../slideLayouts/slideLayout21.xml"/><Relationship Id="rId17" Type="http://schemas.openxmlformats.org/officeDocument/2006/relationships/slideLayout" Target="../slideLayouts/slideLayout26.xml"/><Relationship Id="rId25" Type="http://schemas.openxmlformats.org/officeDocument/2006/relationships/image" Target="../media/image11.png"/><Relationship Id="rId2" Type="http://schemas.openxmlformats.org/officeDocument/2006/relationships/slideLayout" Target="../slideLayouts/slideLayout11.xml"/><Relationship Id="rId16" Type="http://schemas.openxmlformats.org/officeDocument/2006/relationships/slideLayout" Target="../slideLayouts/slideLayout25.xml"/><Relationship Id="rId20" Type="http://schemas.openxmlformats.org/officeDocument/2006/relationships/theme" Target="../theme/theme2.xml"/><Relationship Id="rId1" Type="http://schemas.openxmlformats.org/officeDocument/2006/relationships/slideLayout" Target="../slideLayouts/slideLayout10.xml"/><Relationship Id="rId6" Type="http://schemas.openxmlformats.org/officeDocument/2006/relationships/slideLayout" Target="../slideLayouts/slideLayout15.xml"/><Relationship Id="rId11" Type="http://schemas.openxmlformats.org/officeDocument/2006/relationships/slideLayout" Target="../slideLayouts/slideLayout20.xml"/><Relationship Id="rId24" Type="http://schemas.openxmlformats.org/officeDocument/2006/relationships/image" Target="../media/image10.png"/><Relationship Id="rId5" Type="http://schemas.openxmlformats.org/officeDocument/2006/relationships/slideLayout" Target="../slideLayouts/slideLayout14.xml"/><Relationship Id="rId15" Type="http://schemas.openxmlformats.org/officeDocument/2006/relationships/slideLayout" Target="../slideLayouts/slideLayout24.xml"/><Relationship Id="rId23" Type="http://schemas.openxmlformats.org/officeDocument/2006/relationships/image" Target="../media/image9.png"/><Relationship Id="rId28" Type="http://schemas.openxmlformats.org/officeDocument/2006/relationships/image" Target="../media/image14.png"/><Relationship Id="rId10" Type="http://schemas.openxmlformats.org/officeDocument/2006/relationships/slideLayout" Target="../slideLayouts/slideLayout19.xml"/><Relationship Id="rId19" Type="http://schemas.openxmlformats.org/officeDocument/2006/relationships/slideLayout" Target="../slideLayouts/slideLayout28.xml"/><Relationship Id="rId4" Type="http://schemas.openxmlformats.org/officeDocument/2006/relationships/slideLayout" Target="../slideLayouts/slideLayout13.xml"/><Relationship Id="rId9" Type="http://schemas.openxmlformats.org/officeDocument/2006/relationships/slideLayout" Target="../slideLayouts/slideLayout18.xml"/><Relationship Id="rId14" Type="http://schemas.openxmlformats.org/officeDocument/2006/relationships/slideLayout" Target="../slideLayouts/slideLayout23.xml"/><Relationship Id="rId22" Type="http://schemas.openxmlformats.org/officeDocument/2006/relationships/image" Target="../media/image8.png"/><Relationship Id="rId27" Type="http://schemas.openxmlformats.org/officeDocument/2006/relationships/image" Target="../media/image13.png"/></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31.xml"/><Relationship Id="rId2" Type="http://schemas.openxmlformats.org/officeDocument/2006/relationships/slideLayout" Target="../slideLayouts/slideLayout30.xml"/><Relationship Id="rId1" Type="http://schemas.openxmlformats.org/officeDocument/2006/relationships/slideLayout" Target="../slideLayouts/slideLayout29.xml"/><Relationship Id="rId5" Type="http://schemas.openxmlformats.org/officeDocument/2006/relationships/theme" Target="../theme/theme3.xml"/><Relationship Id="rId4" Type="http://schemas.openxmlformats.org/officeDocument/2006/relationships/slideLayout" Target="../slideLayouts/slideLayout32.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0.xml"/><Relationship Id="rId13" Type="http://schemas.openxmlformats.org/officeDocument/2006/relationships/slideLayout" Target="../slideLayouts/slideLayout45.xml"/><Relationship Id="rId3" Type="http://schemas.openxmlformats.org/officeDocument/2006/relationships/slideLayout" Target="../slideLayouts/slideLayout35.xml"/><Relationship Id="rId7" Type="http://schemas.openxmlformats.org/officeDocument/2006/relationships/slideLayout" Target="../slideLayouts/slideLayout39.xml"/><Relationship Id="rId12" Type="http://schemas.openxmlformats.org/officeDocument/2006/relationships/slideLayout" Target="../slideLayouts/slideLayout44.xml"/><Relationship Id="rId2" Type="http://schemas.openxmlformats.org/officeDocument/2006/relationships/slideLayout" Target="../slideLayouts/slideLayout34.xml"/><Relationship Id="rId1" Type="http://schemas.openxmlformats.org/officeDocument/2006/relationships/slideLayout" Target="../slideLayouts/slideLayout33.xml"/><Relationship Id="rId6" Type="http://schemas.openxmlformats.org/officeDocument/2006/relationships/slideLayout" Target="../slideLayouts/slideLayout38.xml"/><Relationship Id="rId11" Type="http://schemas.openxmlformats.org/officeDocument/2006/relationships/slideLayout" Target="../slideLayouts/slideLayout43.xml"/><Relationship Id="rId5" Type="http://schemas.openxmlformats.org/officeDocument/2006/relationships/slideLayout" Target="../slideLayouts/slideLayout37.xml"/><Relationship Id="rId10" Type="http://schemas.openxmlformats.org/officeDocument/2006/relationships/slideLayout" Target="../slideLayouts/slideLayout42.xml"/><Relationship Id="rId4" Type="http://schemas.openxmlformats.org/officeDocument/2006/relationships/slideLayout" Target="../slideLayouts/slideLayout36.xml"/><Relationship Id="rId9" Type="http://schemas.openxmlformats.org/officeDocument/2006/relationships/slideLayout" Target="../slideLayouts/slideLayout41.xml"/><Relationship Id="rId14"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13" Type="http://schemas.openxmlformats.org/officeDocument/2006/relationships/slideLayout" Target="../slideLayouts/slideLayout58.xml"/><Relationship Id="rId18" Type="http://schemas.openxmlformats.org/officeDocument/2006/relationships/slideLayout" Target="../slideLayouts/slideLayout63.xml"/><Relationship Id="rId26" Type="http://schemas.openxmlformats.org/officeDocument/2006/relationships/slideLayout" Target="../slideLayouts/slideLayout71.xml"/><Relationship Id="rId39" Type="http://schemas.openxmlformats.org/officeDocument/2006/relationships/slideLayout" Target="../slideLayouts/slideLayout84.xml"/><Relationship Id="rId21" Type="http://schemas.openxmlformats.org/officeDocument/2006/relationships/slideLayout" Target="../slideLayouts/slideLayout66.xml"/><Relationship Id="rId34" Type="http://schemas.openxmlformats.org/officeDocument/2006/relationships/slideLayout" Target="../slideLayouts/slideLayout79.xml"/><Relationship Id="rId42" Type="http://schemas.openxmlformats.org/officeDocument/2006/relationships/slideLayout" Target="../slideLayouts/slideLayout87.xml"/><Relationship Id="rId47" Type="http://schemas.openxmlformats.org/officeDocument/2006/relationships/slideLayout" Target="../slideLayouts/slideLayout92.xml"/><Relationship Id="rId50" Type="http://schemas.openxmlformats.org/officeDocument/2006/relationships/slideLayout" Target="../slideLayouts/slideLayout95.xml"/><Relationship Id="rId55" Type="http://schemas.openxmlformats.org/officeDocument/2006/relationships/slideLayout" Target="../slideLayouts/slideLayout100.xml"/><Relationship Id="rId7" Type="http://schemas.openxmlformats.org/officeDocument/2006/relationships/slideLayout" Target="../slideLayouts/slideLayout52.xml"/><Relationship Id="rId2" Type="http://schemas.openxmlformats.org/officeDocument/2006/relationships/slideLayout" Target="../slideLayouts/slideLayout47.xml"/><Relationship Id="rId16" Type="http://schemas.openxmlformats.org/officeDocument/2006/relationships/slideLayout" Target="../slideLayouts/slideLayout61.xml"/><Relationship Id="rId29" Type="http://schemas.openxmlformats.org/officeDocument/2006/relationships/slideLayout" Target="../slideLayouts/slideLayout74.xml"/><Relationship Id="rId11" Type="http://schemas.openxmlformats.org/officeDocument/2006/relationships/slideLayout" Target="../slideLayouts/slideLayout56.xml"/><Relationship Id="rId24" Type="http://schemas.openxmlformats.org/officeDocument/2006/relationships/slideLayout" Target="../slideLayouts/slideLayout69.xml"/><Relationship Id="rId32" Type="http://schemas.openxmlformats.org/officeDocument/2006/relationships/slideLayout" Target="../slideLayouts/slideLayout77.xml"/><Relationship Id="rId37" Type="http://schemas.openxmlformats.org/officeDocument/2006/relationships/slideLayout" Target="../slideLayouts/slideLayout82.xml"/><Relationship Id="rId40" Type="http://schemas.openxmlformats.org/officeDocument/2006/relationships/slideLayout" Target="../slideLayouts/slideLayout85.xml"/><Relationship Id="rId45" Type="http://schemas.openxmlformats.org/officeDocument/2006/relationships/slideLayout" Target="../slideLayouts/slideLayout90.xml"/><Relationship Id="rId53" Type="http://schemas.openxmlformats.org/officeDocument/2006/relationships/slideLayout" Target="../slideLayouts/slideLayout98.xml"/><Relationship Id="rId58" Type="http://schemas.openxmlformats.org/officeDocument/2006/relationships/theme" Target="../theme/theme5.xml"/><Relationship Id="rId5" Type="http://schemas.openxmlformats.org/officeDocument/2006/relationships/slideLayout" Target="../slideLayouts/slideLayout50.xml"/><Relationship Id="rId19" Type="http://schemas.openxmlformats.org/officeDocument/2006/relationships/slideLayout" Target="../slideLayouts/slideLayout64.xml"/><Relationship Id="rId4" Type="http://schemas.openxmlformats.org/officeDocument/2006/relationships/slideLayout" Target="../slideLayouts/slideLayout49.xml"/><Relationship Id="rId9" Type="http://schemas.openxmlformats.org/officeDocument/2006/relationships/slideLayout" Target="../slideLayouts/slideLayout54.xml"/><Relationship Id="rId14" Type="http://schemas.openxmlformats.org/officeDocument/2006/relationships/slideLayout" Target="../slideLayouts/slideLayout59.xml"/><Relationship Id="rId22" Type="http://schemas.openxmlformats.org/officeDocument/2006/relationships/slideLayout" Target="../slideLayouts/slideLayout67.xml"/><Relationship Id="rId27" Type="http://schemas.openxmlformats.org/officeDocument/2006/relationships/slideLayout" Target="../slideLayouts/slideLayout72.xml"/><Relationship Id="rId30" Type="http://schemas.openxmlformats.org/officeDocument/2006/relationships/slideLayout" Target="../slideLayouts/slideLayout75.xml"/><Relationship Id="rId35" Type="http://schemas.openxmlformats.org/officeDocument/2006/relationships/slideLayout" Target="../slideLayouts/slideLayout80.xml"/><Relationship Id="rId43" Type="http://schemas.openxmlformats.org/officeDocument/2006/relationships/slideLayout" Target="../slideLayouts/slideLayout88.xml"/><Relationship Id="rId48" Type="http://schemas.openxmlformats.org/officeDocument/2006/relationships/slideLayout" Target="../slideLayouts/slideLayout93.xml"/><Relationship Id="rId56" Type="http://schemas.openxmlformats.org/officeDocument/2006/relationships/slideLayout" Target="../slideLayouts/slideLayout101.xml"/><Relationship Id="rId8" Type="http://schemas.openxmlformats.org/officeDocument/2006/relationships/slideLayout" Target="../slideLayouts/slideLayout53.xml"/><Relationship Id="rId51" Type="http://schemas.openxmlformats.org/officeDocument/2006/relationships/slideLayout" Target="../slideLayouts/slideLayout96.xml"/><Relationship Id="rId3" Type="http://schemas.openxmlformats.org/officeDocument/2006/relationships/slideLayout" Target="../slideLayouts/slideLayout48.xml"/><Relationship Id="rId12" Type="http://schemas.openxmlformats.org/officeDocument/2006/relationships/slideLayout" Target="../slideLayouts/slideLayout57.xml"/><Relationship Id="rId17" Type="http://schemas.openxmlformats.org/officeDocument/2006/relationships/slideLayout" Target="../slideLayouts/slideLayout62.xml"/><Relationship Id="rId25" Type="http://schemas.openxmlformats.org/officeDocument/2006/relationships/slideLayout" Target="../slideLayouts/slideLayout70.xml"/><Relationship Id="rId33" Type="http://schemas.openxmlformats.org/officeDocument/2006/relationships/slideLayout" Target="../slideLayouts/slideLayout78.xml"/><Relationship Id="rId38" Type="http://schemas.openxmlformats.org/officeDocument/2006/relationships/slideLayout" Target="../slideLayouts/slideLayout83.xml"/><Relationship Id="rId46" Type="http://schemas.openxmlformats.org/officeDocument/2006/relationships/slideLayout" Target="../slideLayouts/slideLayout91.xml"/><Relationship Id="rId20" Type="http://schemas.openxmlformats.org/officeDocument/2006/relationships/slideLayout" Target="../slideLayouts/slideLayout65.xml"/><Relationship Id="rId41" Type="http://schemas.openxmlformats.org/officeDocument/2006/relationships/slideLayout" Target="../slideLayouts/slideLayout86.xml"/><Relationship Id="rId54" Type="http://schemas.openxmlformats.org/officeDocument/2006/relationships/slideLayout" Target="../slideLayouts/slideLayout99.xml"/><Relationship Id="rId1" Type="http://schemas.openxmlformats.org/officeDocument/2006/relationships/slideLayout" Target="../slideLayouts/slideLayout46.xml"/><Relationship Id="rId6" Type="http://schemas.openxmlformats.org/officeDocument/2006/relationships/slideLayout" Target="../slideLayouts/slideLayout51.xml"/><Relationship Id="rId15" Type="http://schemas.openxmlformats.org/officeDocument/2006/relationships/slideLayout" Target="../slideLayouts/slideLayout60.xml"/><Relationship Id="rId23" Type="http://schemas.openxmlformats.org/officeDocument/2006/relationships/slideLayout" Target="../slideLayouts/slideLayout68.xml"/><Relationship Id="rId28" Type="http://schemas.openxmlformats.org/officeDocument/2006/relationships/slideLayout" Target="../slideLayouts/slideLayout73.xml"/><Relationship Id="rId36" Type="http://schemas.openxmlformats.org/officeDocument/2006/relationships/slideLayout" Target="../slideLayouts/slideLayout81.xml"/><Relationship Id="rId49" Type="http://schemas.openxmlformats.org/officeDocument/2006/relationships/slideLayout" Target="../slideLayouts/slideLayout94.xml"/><Relationship Id="rId57" Type="http://schemas.openxmlformats.org/officeDocument/2006/relationships/slideLayout" Target="../slideLayouts/slideLayout102.xml"/><Relationship Id="rId10" Type="http://schemas.openxmlformats.org/officeDocument/2006/relationships/slideLayout" Target="../slideLayouts/slideLayout55.xml"/><Relationship Id="rId31" Type="http://schemas.openxmlformats.org/officeDocument/2006/relationships/slideLayout" Target="../slideLayouts/slideLayout76.xml"/><Relationship Id="rId44" Type="http://schemas.openxmlformats.org/officeDocument/2006/relationships/slideLayout" Target="../slideLayouts/slideLayout89.xml"/><Relationship Id="rId52" Type="http://schemas.openxmlformats.org/officeDocument/2006/relationships/slideLayout" Target="../slideLayouts/slideLayout9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67A189F-CDB6-4881-855E-11E780CE46B1}"/>
              </a:ext>
            </a:extLst>
          </p:cNvPr>
          <p:cNvSpPr>
            <a:spLocks noGrp="1"/>
          </p:cNvSpPr>
          <p:nvPr>
            <p:ph type="title"/>
          </p:nvPr>
        </p:nvSpPr>
        <p:spPr>
          <a:xfrm>
            <a:off x="565461" y="558086"/>
            <a:ext cx="11357864" cy="433324"/>
          </a:xfrm>
          <a:prstGeom prst="rect">
            <a:avLst/>
          </a:prstGeom>
        </p:spPr>
        <p:txBody>
          <a:bodyPr vert="horz" wrap="square" lIns="0" tIns="0" rIns="0" bIns="0" rtlCol="0" anchor="t">
            <a:spAutoFit/>
          </a:bodyPr>
          <a:lstStyle/>
          <a:p>
            <a:r>
              <a:rPr lang="en-US" b="1" i="0">
                <a:latin typeface="Graphik Semibold" panose="020B0503030202060203" pitchFamily="34" charset="77"/>
              </a:rPr>
              <a:t>Place headline here in </a:t>
            </a:r>
            <a:r>
              <a:rPr lang="en-US" b="1" i="0" err="1">
                <a:latin typeface="Graphik Semibold" panose="020B0503030202060203" pitchFamily="34" charset="77"/>
              </a:rPr>
              <a:t>Graphik</a:t>
            </a:r>
            <a:r>
              <a:rPr lang="en-US" b="1" i="0">
                <a:latin typeface="Graphik Semibold" panose="020B0503030202060203" pitchFamily="34" charset="77"/>
              </a:rPr>
              <a:t> Semibold</a:t>
            </a:r>
            <a:endParaRPr lang="en-US"/>
          </a:p>
        </p:txBody>
      </p:sp>
      <p:sp>
        <p:nvSpPr>
          <p:cNvPr id="3" name="Text Placeholder 2">
            <a:extLst>
              <a:ext uri="{FF2B5EF4-FFF2-40B4-BE49-F238E27FC236}">
                <a16:creationId xmlns:a16="http://schemas.microsoft.com/office/drawing/2014/main" id="{6D78F67F-4953-4937-B393-889106DBC906}"/>
              </a:ext>
            </a:extLst>
          </p:cNvPr>
          <p:cNvSpPr>
            <a:spLocks noGrp="1"/>
          </p:cNvSpPr>
          <p:nvPr>
            <p:ph type="body" idx="1"/>
          </p:nvPr>
        </p:nvSpPr>
        <p:spPr>
          <a:xfrm>
            <a:off x="565461" y="1371602"/>
            <a:ext cx="11357864" cy="4766863"/>
          </a:xfrm>
          <a:prstGeom prst="rect">
            <a:avLst/>
          </a:prstGeom>
          <a:ln>
            <a:noFill/>
          </a:ln>
        </p:spPr>
        <p:txBody>
          <a:bodyPr vert="horz" lIns="0" tIns="0" rIns="0" bIns="0" rtlCol="0">
            <a:noAutofit/>
          </a:bodyPr>
          <a:lstStyle/>
          <a:p>
            <a:pPr lvl="0"/>
            <a:r>
              <a:rPr lang="en-US"/>
              <a:t>First level (copy)</a:t>
            </a:r>
          </a:p>
          <a:p>
            <a:pPr lvl="1"/>
            <a:r>
              <a:rPr lang="en-US"/>
              <a:t>Second level (bullet)</a:t>
            </a:r>
          </a:p>
          <a:p>
            <a:pPr lvl="2"/>
            <a:r>
              <a:rPr lang="en-US"/>
              <a:t>Third level (bullet)</a:t>
            </a:r>
          </a:p>
          <a:p>
            <a:pPr lvl="3"/>
            <a:r>
              <a:rPr lang="en-US"/>
              <a:t>Fourth level (bullet)</a:t>
            </a:r>
          </a:p>
          <a:p>
            <a:pPr lvl="4"/>
            <a:r>
              <a:rPr lang="en-US"/>
              <a:t>Fifth level (bullet)</a:t>
            </a:r>
          </a:p>
          <a:p>
            <a:pPr lvl="5"/>
            <a:r>
              <a:rPr lang="en-US"/>
              <a:t>Sixth level (copy)</a:t>
            </a:r>
          </a:p>
          <a:p>
            <a:pPr lvl="6"/>
            <a:r>
              <a:rPr lang="en-US"/>
              <a:t>Seventh level (small copy)</a:t>
            </a:r>
          </a:p>
          <a:p>
            <a:pPr lvl="7"/>
            <a:r>
              <a:rPr lang="en-US"/>
              <a:t>EIGHT LEVEL (DESCRIPTOR)</a:t>
            </a:r>
          </a:p>
          <a:p>
            <a:pPr lvl="8"/>
            <a:r>
              <a:rPr lang="en-US"/>
              <a:t>Ninth level (footer)</a:t>
            </a:r>
          </a:p>
        </p:txBody>
      </p:sp>
    </p:spTree>
    <p:extLst>
      <p:ext uri="{BB962C8B-B14F-4D97-AF65-F5344CB8AC3E}">
        <p14:creationId xmlns:p14="http://schemas.microsoft.com/office/powerpoint/2010/main" val="315453843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73" r:id="rId9"/>
  </p:sldLayoutIdLst>
  <p:hf sldNum="0" hdr="0" ftr="0" dt="0"/>
  <p:txStyles>
    <p:titleStyle>
      <a:lvl1pPr algn="l" defTabSz="731500" rtl="0" eaLnBrk="1" latinLnBrk="0" hangingPunct="1">
        <a:lnSpc>
          <a:spcPct val="80000"/>
        </a:lnSpc>
        <a:spcBef>
          <a:spcPct val="0"/>
        </a:spcBef>
        <a:buNone/>
        <a:defRPr sz="3520" b="0" i="0" kern="1200">
          <a:solidFill>
            <a:schemeClr val="tx1"/>
          </a:solidFill>
          <a:latin typeface="Graphik Semibold" panose="020B0503030202060203" pitchFamily="34" charset="77"/>
          <a:ea typeface="+mj-ea"/>
          <a:cs typeface="+mj-cs"/>
        </a:defRPr>
      </a:lvl1pPr>
    </p:titleStyle>
    <p:bodyStyle>
      <a:lvl1pPr marL="0" indent="0" algn="l" defTabSz="182874" rtl="0" eaLnBrk="1" latinLnBrk="0" hangingPunct="1">
        <a:lnSpc>
          <a:spcPct val="100000"/>
        </a:lnSpc>
        <a:spcBef>
          <a:spcPts val="0"/>
        </a:spcBef>
        <a:spcAft>
          <a:spcPts val="960"/>
        </a:spcAft>
        <a:buFont typeface="Arial" panose="020B0604020202020204" pitchFamily="34" charset="0"/>
        <a:buNone/>
        <a:defRPr sz="1600" b="0" kern="1200">
          <a:solidFill>
            <a:schemeClr val="tx1"/>
          </a:solidFill>
          <a:latin typeface="+mn-lt"/>
          <a:ea typeface="+mn-ea"/>
          <a:cs typeface="+mn-cs"/>
        </a:defRPr>
      </a:lvl1pPr>
      <a:lvl2pPr marL="182874" indent="-182874" algn="l" defTabSz="182874" rtl="0" eaLnBrk="1" latinLnBrk="0" hangingPunct="1">
        <a:lnSpc>
          <a:spcPct val="100000"/>
        </a:lnSpc>
        <a:spcBef>
          <a:spcPts val="0"/>
        </a:spcBef>
        <a:spcAft>
          <a:spcPts val="960"/>
        </a:spcAft>
        <a:buClrTx/>
        <a:buFont typeface="Arial" panose="020B0604020202020204" pitchFamily="34" charset="0"/>
        <a:buChar char="•"/>
        <a:defRPr sz="1440" kern="1200">
          <a:solidFill>
            <a:schemeClr val="tx1"/>
          </a:solidFill>
          <a:latin typeface="+mn-lt"/>
          <a:ea typeface="+mn-ea"/>
          <a:cs typeface="+mn-cs"/>
        </a:defRPr>
      </a:lvl2pPr>
      <a:lvl3pPr marL="365752" indent="-182874" algn="l" defTabSz="182874" rtl="0" eaLnBrk="1" latinLnBrk="0" hangingPunct="1">
        <a:lnSpc>
          <a:spcPct val="100000"/>
        </a:lnSpc>
        <a:spcBef>
          <a:spcPts val="0"/>
        </a:spcBef>
        <a:spcAft>
          <a:spcPts val="960"/>
        </a:spcAft>
        <a:buFont typeface="System Font"/>
        <a:buChar char="–"/>
        <a:defRPr sz="1440" kern="1200">
          <a:solidFill>
            <a:schemeClr val="tx1"/>
          </a:solidFill>
          <a:latin typeface="+mn-lt"/>
          <a:ea typeface="+mn-ea"/>
          <a:cs typeface="+mn-cs"/>
        </a:defRPr>
      </a:lvl3pPr>
      <a:lvl4pPr marL="548626" indent="-182874" algn="l" defTabSz="182874" rtl="0" eaLnBrk="1" latinLnBrk="0" hangingPunct="1">
        <a:lnSpc>
          <a:spcPct val="100000"/>
        </a:lnSpc>
        <a:spcBef>
          <a:spcPts val="0"/>
        </a:spcBef>
        <a:spcAft>
          <a:spcPts val="960"/>
        </a:spcAft>
        <a:buFont typeface="Arial" panose="020B0604020202020204" pitchFamily="34" charset="0"/>
        <a:buChar char="•"/>
        <a:defRPr sz="1280" kern="1200">
          <a:solidFill>
            <a:schemeClr val="tx1"/>
          </a:solidFill>
          <a:latin typeface="+mn-lt"/>
          <a:ea typeface="+mn-ea"/>
          <a:cs typeface="+mn-cs"/>
        </a:defRPr>
      </a:lvl4pPr>
      <a:lvl5pPr marL="731500" indent="-182874" algn="l" defTabSz="182874" rtl="0" eaLnBrk="1" latinLnBrk="0" hangingPunct="1">
        <a:lnSpc>
          <a:spcPct val="100000"/>
        </a:lnSpc>
        <a:spcBef>
          <a:spcPts val="0"/>
        </a:spcBef>
        <a:spcAft>
          <a:spcPts val="960"/>
        </a:spcAft>
        <a:buFont typeface="System Font"/>
        <a:buChar char="–"/>
        <a:defRPr sz="1280" kern="1200">
          <a:solidFill>
            <a:schemeClr val="tx1"/>
          </a:solidFill>
          <a:latin typeface="+mn-lt"/>
          <a:ea typeface="+mn-ea"/>
          <a:cs typeface="+mn-cs"/>
        </a:defRPr>
      </a:lvl5pPr>
      <a:lvl6pPr marL="8891" indent="0" algn="l" defTabSz="182874" rtl="0" eaLnBrk="1" latinLnBrk="0" hangingPunct="1">
        <a:lnSpc>
          <a:spcPct val="90000"/>
        </a:lnSpc>
        <a:spcBef>
          <a:spcPts val="0"/>
        </a:spcBef>
        <a:spcAft>
          <a:spcPts val="960"/>
        </a:spcAft>
        <a:buFont typeface="Graphik" panose="020B0503030202060203" pitchFamily="34" charset="0"/>
        <a:buNone/>
        <a:tabLst/>
        <a:defRPr sz="1440" kern="1200">
          <a:solidFill>
            <a:schemeClr val="tx1"/>
          </a:solidFill>
          <a:latin typeface="+mn-lt"/>
          <a:ea typeface="+mn-ea"/>
          <a:cs typeface="+mn-cs"/>
        </a:defRPr>
      </a:lvl6pPr>
      <a:lvl7pPr marL="0" indent="0" algn="l" defTabSz="182874" rtl="0" eaLnBrk="1" latinLnBrk="0" hangingPunct="1">
        <a:lnSpc>
          <a:spcPct val="90000"/>
        </a:lnSpc>
        <a:spcBef>
          <a:spcPts val="0"/>
        </a:spcBef>
        <a:spcAft>
          <a:spcPts val="960"/>
        </a:spcAft>
        <a:buFont typeface="Arial" panose="020B0604020202020204" pitchFamily="34" charset="0"/>
        <a:buNone/>
        <a:defRPr sz="1280" kern="1200">
          <a:solidFill>
            <a:schemeClr val="tx1"/>
          </a:solidFill>
          <a:latin typeface="+mn-lt"/>
          <a:ea typeface="+mn-ea"/>
          <a:cs typeface="+mn-cs"/>
        </a:defRPr>
      </a:lvl7pPr>
      <a:lvl8pPr marL="0" indent="0" algn="l" defTabSz="182874" rtl="0" eaLnBrk="1" latinLnBrk="0" hangingPunct="1">
        <a:lnSpc>
          <a:spcPct val="90000"/>
        </a:lnSpc>
        <a:spcBef>
          <a:spcPts val="0"/>
        </a:spcBef>
        <a:spcAft>
          <a:spcPts val="960"/>
        </a:spcAft>
        <a:buFont typeface="Arial" panose="020B0604020202020204" pitchFamily="34" charset="0"/>
        <a:buNone/>
        <a:defRPr sz="880" b="1" kern="1200">
          <a:solidFill>
            <a:schemeClr val="tx1"/>
          </a:solidFill>
          <a:latin typeface="+mn-lt"/>
          <a:ea typeface="+mn-ea"/>
          <a:cs typeface="+mn-cs"/>
        </a:defRPr>
      </a:lvl8pPr>
      <a:lvl9pPr marL="0" indent="0" algn="l" defTabSz="182874" rtl="0" eaLnBrk="1" latinLnBrk="0" hangingPunct="1">
        <a:lnSpc>
          <a:spcPct val="90000"/>
        </a:lnSpc>
        <a:spcBef>
          <a:spcPts val="0"/>
        </a:spcBef>
        <a:spcAft>
          <a:spcPts val="960"/>
        </a:spcAft>
        <a:buFont typeface="Arial" panose="020B0604020202020204" pitchFamily="34" charset="0"/>
        <a:buNone/>
        <a:defRPr sz="800" kern="1200">
          <a:solidFill>
            <a:schemeClr val="tx2"/>
          </a:solidFill>
          <a:latin typeface="+mn-lt"/>
          <a:ea typeface="+mn-ea"/>
          <a:cs typeface="+mn-cs"/>
        </a:defRPr>
      </a:lvl9pPr>
    </p:bodyStyle>
    <p:otherStyle>
      <a:defPPr>
        <a:defRPr lang="en-US"/>
      </a:defPPr>
      <a:lvl1pPr marL="0" algn="l" defTabSz="731500" rtl="0" eaLnBrk="1" latinLnBrk="0" hangingPunct="1">
        <a:defRPr sz="1440" kern="1200">
          <a:solidFill>
            <a:schemeClr val="tx1"/>
          </a:solidFill>
          <a:latin typeface="+mn-lt"/>
          <a:ea typeface="+mn-ea"/>
          <a:cs typeface="+mn-cs"/>
        </a:defRPr>
      </a:lvl1pPr>
      <a:lvl2pPr marL="365752" algn="l" defTabSz="731500" rtl="0" eaLnBrk="1" latinLnBrk="0" hangingPunct="1">
        <a:defRPr sz="1440" kern="1200">
          <a:solidFill>
            <a:schemeClr val="tx1"/>
          </a:solidFill>
          <a:latin typeface="+mn-lt"/>
          <a:ea typeface="+mn-ea"/>
          <a:cs typeface="+mn-cs"/>
        </a:defRPr>
      </a:lvl2pPr>
      <a:lvl3pPr marL="731500" algn="l" defTabSz="731500" rtl="0" eaLnBrk="1" latinLnBrk="0" hangingPunct="1">
        <a:defRPr sz="1440" kern="1200">
          <a:solidFill>
            <a:schemeClr val="tx1"/>
          </a:solidFill>
          <a:latin typeface="+mn-lt"/>
          <a:ea typeface="+mn-ea"/>
          <a:cs typeface="+mn-cs"/>
        </a:defRPr>
      </a:lvl3pPr>
      <a:lvl4pPr marL="1097249" algn="l" defTabSz="731500" rtl="0" eaLnBrk="1" latinLnBrk="0" hangingPunct="1">
        <a:defRPr sz="1440" kern="1200">
          <a:solidFill>
            <a:schemeClr val="tx1"/>
          </a:solidFill>
          <a:latin typeface="+mn-lt"/>
          <a:ea typeface="+mn-ea"/>
          <a:cs typeface="+mn-cs"/>
        </a:defRPr>
      </a:lvl4pPr>
      <a:lvl5pPr marL="1462999" algn="l" defTabSz="731500" rtl="0" eaLnBrk="1" latinLnBrk="0" hangingPunct="1">
        <a:defRPr sz="1440" kern="1200">
          <a:solidFill>
            <a:schemeClr val="tx1"/>
          </a:solidFill>
          <a:latin typeface="+mn-lt"/>
          <a:ea typeface="+mn-ea"/>
          <a:cs typeface="+mn-cs"/>
        </a:defRPr>
      </a:lvl5pPr>
      <a:lvl6pPr marL="1828749" algn="l" defTabSz="731500" rtl="0" eaLnBrk="1" latinLnBrk="0" hangingPunct="1">
        <a:defRPr sz="1440" kern="1200">
          <a:solidFill>
            <a:schemeClr val="tx1"/>
          </a:solidFill>
          <a:latin typeface="+mn-lt"/>
          <a:ea typeface="+mn-ea"/>
          <a:cs typeface="+mn-cs"/>
        </a:defRPr>
      </a:lvl6pPr>
      <a:lvl7pPr marL="2194498" algn="l" defTabSz="731500" rtl="0" eaLnBrk="1" latinLnBrk="0" hangingPunct="1">
        <a:defRPr sz="1440" kern="1200">
          <a:solidFill>
            <a:schemeClr val="tx1"/>
          </a:solidFill>
          <a:latin typeface="+mn-lt"/>
          <a:ea typeface="+mn-ea"/>
          <a:cs typeface="+mn-cs"/>
        </a:defRPr>
      </a:lvl7pPr>
      <a:lvl8pPr marL="2560249" algn="l" defTabSz="731500" rtl="0" eaLnBrk="1" latinLnBrk="0" hangingPunct="1">
        <a:defRPr sz="1440" kern="1200">
          <a:solidFill>
            <a:schemeClr val="tx1"/>
          </a:solidFill>
          <a:latin typeface="+mn-lt"/>
          <a:ea typeface="+mn-ea"/>
          <a:cs typeface="+mn-cs"/>
        </a:defRPr>
      </a:lvl8pPr>
      <a:lvl9pPr marL="2925999" algn="l" defTabSz="731500" rtl="0" eaLnBrk="1" latinLnBrk="0" hangingPunct="1">
        <a:defRPr sz="144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91">
          <p15:clr>
            <a:srgbClr val="5ACBF0"/>
          </p15:clr>
        </p15:guide>
        <p15:guide id="8" pos="435">
          <p15:clr>
            <a:srgbClr val="9FCC3B"/>
          </p15:clr>
        </p15:guide>
        <p15:guide id="9" pos="916">
          <p15:clr>
            <a:srgbClr val="C35EA4"/>
          </p15:clr>
        </p15:guide>
        <p15:guide id="10" pos="9392">
          <p15:clr>
            <a:srgbClr val="5ACBF0"/>
          </p15:clr>
        </p15:guide>
        <p15:guide id="11" pos="207">
          <p15:clr>
            <a:srgbClr val="5ACBF0"/>
          </p15:clr>
        </p15:guide>
        <p15:guide id="12" orient="horz" pos="4832">
          <p15:clr>
            <a:srgbClr val="5ACBF0"/>
          </p15:clr>
        </p15:guide>
        <p15:guide id="13" pos="9164">
          <p15:clr>
            <a:srgbClr val="9FCC3B"/>
          </p15:clr>
        </p15:guide>
        <p15:guide id="14" orient="horz" pos="401">
          <p15:clr>
            <a:srgbClr val="9FCC3B"/>
          </p15:clr>
        </p15:guide>
        <p15:guide id="15" orient="horz" pos="4622">
          <p15:clr>
            <a:srgbClr val="9FCC3B"/>
          </p15:clr>
        </p15:guide>
        <p15:guide id="16" orient="horz" pos="983">
          <p15:clr>
            <a:srgbClr val="A4A3A4"/>
          </p15:clr>
        </p15:guide>
        <p15:guide id="17" orient="horz" pos="4490">
          <p15:clr>
            <a:srgbClr val="A4A3A4"/>
          </p15:clr>
        </p15:guide>
        <p15:guide id="18" pos="8654">
          <p15:clr>
            <a:srgbClr val="C35EA4"/>
          </p15:clr>
        </p15:guide>
        <p15:guide id="19" orient="horz" pos="1351">
          <p15:clr>
            <a:srgbClr val="FDE53C"/>
          </p15:clr>
        </p15:guide>
        <p15:guide id="20" pos="8768">
          <p15:clr>
            <a:srgbClr val="F26B43"/>
          </p15:clr>
        </p15:guide>
        <p15:guide id="21" pos="83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81000" y="381002"/>
            <a:ext cx="11430000" cy="983263"/>
          </a:xfrm>
          <a:prstGeom prst="rect">
            <a:avLst/>
          </a:prstGeom>
        </p:spPr>
        <p:txBody>
          <a:bodyPr vert="horz" lIns="0" tIns="45720" rIns="0" bIns="0" rtlCol="0" anchor="t" anchorCtr="0">
            <a:normAutofit/>
          </a:bodyPr>
          <a:lstStyle/>
          <a:p>
            <a:r>
              <a:rPr kumimoji="0" lang="en-GB" sz="3600" b="1" i="0" u="none" strike="noStrike" kern="1200" cap="none" spc="0" normalizeH="0" baseline="0" noProof="0">
                <a:ln>
                  <a:noFill/>
                </a:ln>
                <a:solidFill>
                  <a:srgbClr val="000000"/>
                </a:solidFill>
                <a:effectLst/>
                <a:uLnTx/>
                <a:uFillTx/>
                <a:latin typeface="+mj-lt"/>
                <a:ea typeface="+mj-ea"/>
                <a:cs typeface="+mj-cs"/>
              </a:rPr>
              <a:t>Insert main title at 36pt, min 30pt</a:t>
            </a:r>
            <a:endParaRPr lang="en-US"/>
          </a:p>
        </p:txBody>
      </p:sp>
      <p:sp>
        <p:nvSpPr>
          <p:cNvPr id="5" name="Footer Placeholder 6">
            <a:extLst>
              <a:ext uri="{FF2B5EF4-FFF2-40B4-BE49-F238E27FC236}">
                <a16:creationId xmlns:a16="http://schemas.microsoft.com/office/drawing/2014/main" id="{6F6B3343-B4EF-4BC5-A753-D80C4EADB365}"/>
              </a:ext>
            </a:extLst>
          </p:cNvPr>
          <p:cNvSpPr>
            <a:spLocks noGrp="1"/>
          </p:cNvSpPr>
          <p:nvPr>
            <p:ph type="ftr" sz="quarter" idx="3"/>
          </p:nvPr>
        </p:nvSpPr>
        <p:spPr>
          <a:xfrm>
            <a:off x="381002" y="6519009"/>
            <a:ext cx="5714999" cy="206375"/>
          </a:xfrm>
          <a:prstGeom prst="rect">
            <a:avLst/>
          </a:prstGeom>
        </p:spPr>
        <p:txBody>
          <a:bodyPr/>
          <a:lstStyle>
            <a:lvl1pPr>
              <a:defRPr sz="800">
                <a:solidFill>
                  <a:schemeClr val="tx1">
                    <a:alpha val="40000"/>
                  </a:schemeClr>
                </a:solidFill>
              </a:defRPr>
            </a:lvl1pPr>
          </a:lstStyle>
          <a:p>
            <a:r>
              <a:rPr lang="en-US" dirty="0"/>
              <a:t>Copyright © 2020 Accenture. All rights reserved.</a:t>
            </a:r>
          </a:p>
        </p:txBody>
      </p:sp>
      <p:sp>
        <p:nvSpPr>
          <p:cNvPr id="6" name="Slide Number Placeholder 9">
            <a:extLst>
              <a:ext uri="{FF2B5EF4-FFF2-40B4-BE49-F238E27FC236}">
                <a16:creationId xmlns:a16="http://schemas.microsoft.com/office/drawing/2014/main" id="{299A5035-44EB-4653-8F65-351427FC9B77}"/>
              </a:ext>
            </a:extLst>
          </p:cNvPr>
          <p:cNvSpPr>
            <a:spLocks noGrp="1"/>
          </p:cNvSpPr>
          <p:nvPr>
            <p:ph type="sldNum" sz="quarter" idx="4"/>
          </p:nvPr>
        </p:nvSpPr>
        <p:spPr>
          <a:xfrm>
            <a:off x="11506202" y="6519009"/>
            <a:ext cx="385711" cy="206375"/>
          </a:xfrm>
          <a:prstGeom prst="rect">
            <a:avLst/>
          </a:prstGeom>
        </p:spPr>
        <p:txBody>
          <a:bodyPr/>
          <a:lstStyle>
            <a:lvl1pPr>
              <a:defRPr sz="800">
                <a:solidFill>
                  <a:schemeClr val="tx1">
                    <a:alpha val="40000"/>
                  </a:schemeClr>
                </a:solidFill>
              </a:defRPr>
            </a:lvl1pPr>
          </a:lstStyle>
          <a:p>
            <a:fld id="{4F9AC08D-23A9-440E-BCB9-AA1E9877CC38}" type="slidenum">
              <a:rPr lang="en-US" smtClean="0"/>
              <a:pPr/>
              <a:t>‹#›</a:t>
            </a:fld>
            <a:endParaRPr lang="en-US" dirty="0"/>
          </a:p>
        </p:txBody>
      </p:sp>
      <p:sp>
        <p:nvSpPr>
          <p:cNvPr id="8" name="Text Placeholder 7">
            <a:extLst>
              <a:ext uri="{FF2B5EF4-FFF2-40B4-BE49-F238E27FC236}">
                <a16:creationId xmlns:a16="http://schemas.microsoft.com/office/drawing/2014/main" id="{234CD17C-3ACE-4AE0-A6C5-F90D44EA7243}"/>
              </a:ext>
            </a:extLst>
          </p:cNvPr>
          <p:cNvSpPr>
            <a:spLocks noGrp="1"/>
          </p:cNvSpPr>
          <p:nvPr>
            <p:ph type="body" idx="1"/>
          </p:nvPr>
        </p:nvSpPr>
        <p:spPr>
          <a:xfrm>
            <a:off x="381000" y="1943099"/>
            <a:ext cx="11430000" cy="4233863"/>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p:txBody>
      </p:sp>
      <p:pic>
        <p:nvPicPr>
          <p:cNvPr id="7" name="Accenture_Technology" hidden="1">
            <a:extLst>
              <a:ext uri="{FF2B5EF4-FFF2-40B4-BE49-F238E27FC236}">
                <a16:creationId xmlns:a16="http://schemas.microsoft.com/office/drawing/2014/main" id="{7F561B55-4A32-431D-8BA4-1A51234302A5}"/>
              </a:ext>
            </a:extLst>
          </p:cNvPr>
          <p:cNvPicPr>
            <a:picLocks noChangeAspect="1"/>
          </p:cNvPicPr>
          <p:nvPr userDrawn="1"/>
        </p:nvPicPr>
        <p:blipFill>
          <a:blip r:embed="rId21" cstate="email">
            <a:extLst>
              <a:ext uri="{28A0092B-C50C-407E-A947-70E740481C1C}">
                <a14:useLocalDpi xmlns:a14="http://schemas.microsoft.com/office/drawing/2010/main"/>
              </a:ext>
            </a:extLst>
          </a:blip>
          <a:stretch>
            <a:fillRect/>
          </a:stretch>
        </p:blipFill>
        <p:spPr>
          <a:xfrm>
            <a:off x="338798" y="6243985"/>
            <a:ext cx="2024293" cy="333289"/>
          </a:xfrm>
          <a:prstGeom prst="rect">
            <a:avLst/>
          </a:prstGeom>
        </p:spPr>
      </p:pic>
      <p:pic>
        <p:nvPicPr>
          <p:cNvPr id="9" name="Accenture_Strategy" hidden="1">
            <a:extLst>
              <a:ext uri="{FF2B5EF4-FFF2-40B4-BE49-F238E27FC236}">
                <a16:creationId xmlns:a16="http://schemas.microsoft.com/office/drawing/2014/main" id="{C33EDD26-4BAD-4452-B33F-48241F98D591}"/>
              </a:ext>
            </a:extLst>
          </p:cNvPr>
          <p:cNvPicPr>
            <a:picLocks noChangeAspect="1"/>
          </p:cNvPicPr>
          <p:nvPr userDrawn="1"/>
        </p:nvPicPr>
        <p:blipFill>
          <a:blip r:embed="rId22" cstate="email">
            <a:extLst>
              <a:ext uri="{28A0092B-C50C-407E-A947-70E740481C1C}">
                <a14:useLocalDpi xmlns:a14="http://schemas.microsoft.com/office/drawing/2010/main"/>
              </a:ext>
            </a:extLst>
          </a:blip>
          <a:stretch>
            <a:fillRect/>
          </a:stretch>
        </p:blipFill>
        <p:spPr>
          <a:xfrm>
            <a:off x="345018" y="6243522"/>
            <a:ext cx="1728810" cy="328803"/>
          </a:xfrm>
          <a:prstGeom prst="rect">
            <a:avLst/>
          </a:prstGeom>
        </p:spPr>
      </p:pic>
      <p:pic>
        <p:nvPicPr>
          <p:cNvPr id="10" name="Accenture_Operations" hidden="1">
            <a:extLst>
              <a:ext uri="{FF2B5EF4-FFF2-40B4-BE49-F238E27FC236}">
                <a16:creationId xmlns:a16="http://schemas.microsoft.com/office/drawing/2014/main" id="{88E87CB4-5755-499D-91D5-9B8DF482A9E0}"/>
              </a:ext>
            </a:extLst>
          </p:cNvPr>
          <p:cNvPicPr>
            <a:picLocks noChangeAspect="1"/>
          </p:cNvPicPr>
          <p:nvPr userDrawn="1"/>
        </p:nvPicPr>
        <p:blipFill>
          <a:blip r:embed="rId23" cstate="email">
            <a:extLst>
              <a:ext uri="{28A0092B-C50C-407E-A947-70E740481C1C}">
                <a14:useLocalDpi xmlns:a14="http://schemas.microsoft.com/office/drawing/2010/main"/>
              </a:ext>
            </a:extLst>
          </a:blip>
          <a:stretch>
            <a:fillRect/>
          </a:stretch>
        </p:blipFill>
        <p:spPr>
          <a:xfrm>
            <a:off x="352728" y="6252513"/>
            <a:ext cx="1958068" cy="324500"/>
          </a:xfrm>
          <a:prstGeom prst="rect">
            <a:avLst/>
          </a:prstGeom>
        </p:spPr>
      </p:pic>
      <p:pic>
        <p:nvPicPr>
          <p:cNvPr id="11" name="Accenture_Mobility" hidden="1">
            <a:extLst>
              <a:ext uri="{FF2B5EF4-FFF2-40B4-BE49-F238E27FC236}">
                <a16:creationId xmlns:a16="http://schemas.microsoft.com/office/drawing/2014/main" id="{CADE9D37-50D3-4E92-9D49-2C716078D159}"/>
              </a:ext>
            </a:extLst>
          </p:cNvPr>
          <p:cNvPicPr>
            <a:picLocks noChangeAspect="1"/>
          </p:cNvPicPr>
          <p:nvPr userDrawn="1"/>
        </p:nvPicPr>
        <p:blipFill>
          <a:blip r:embed="rId24" cstate="email">
            <a:extLst>
              <a:ext uri="{28A0092B-C50C-407E-A947-70E740481C1C}">
                <a14:useLocalDpi xmlns:a14="http://schemas.microsoft.com/office/drawing/2010/main"/>
              </a:ext>
            </a:extLst>
          </a:blip>
          <a:stretch>
            <a:fillRect/>
          </a:stretch>
        </p:blipFill>
        <p:spPr>
          <a:xfrm>
            <a:off x="334963" y="6339423"/>
            <a:ext cx="2040630" cy="361414"/>
          </a:xfrm>
          <a:prstGeom prst="rect">
            <a:avLst/>
          </a:prstGeom>
        </p:spPr>
      </p:pic>
      <p:pic>
        <p:nvPicPr>
          <p:cNvPr id="12" name="Accenture_Interactive" hidden="1">
            <a:extLst>
              <a:ext uri="{FF2B5EF4-FFF2-40B4-BE49-F238E27FC236}">
                <a16:creationId xmlns:a16="http://schemas.microsoft.com/office/drawing/2014/main" id="{279B5443-5FDB-4D90-9C86-4ACF31740D66}"/>
              </a:ext>
            </a:extLst>
          </p:cNvPr>
          <p:cNvPicPr>
            <a:picLocks noChangeAspect="1"/>
          </p:cNvPicPr>
          <p:nvPr userDrawn="1"/>
        </p:nvPicPr>
        <p:blipFill>
          <a:blip r:embed="rId25" cstate="email">
            <a:extLst>
              <a:ext uri="{28A0092B-C50C-407E-A947-70E740481C1C}">
                <a14:useLocalDpi xmlns:a14="http://schemas.microsoft.com/office/drawing/2010/main"/>
              </a:ext>
            </a:extLst>
          </a:blip>
          <a:stretch>
            <a:fillRect/>
          </a:stretch>
        </p:blipFill>
        <p:spPr>
          <a:xfrm>
            <a:off x="338798" y="6341000"/>
            <a:ext cx="2041200" cy="360863"/>
          </a:xfrm>
          <a:prstGeom prst="rect">
            <a:avLst/>
          </a:prstGeom>
        </p:spPr>
      </p:pic>
      <p:pic>
        <p:nvPicPr>
          <p:cNvPr id="13" name="Accenture_Analytics" hidden="1">
            <a:extLst>
              <a:ext uri="{FF2B5EF4-FFF2-40B4-BE49-F238E27FC236}">
                <a16:creationId xmlns:a16="http://schemas.microsoft.com/office/drawing/2014/main" id="{7E3C0033-CE00-4F44-B4DA-32082D33C83C}"/>
              </a:ext>
            </a:extLst>
          </p:cNvPr>
          <p:cNvPicPr>
            <a:picLocks noChangeAspect="1"/>
          </p:cNvPicPr>
          <p:nvPr userDrawn="1"/>
        </p:nvPicPr>
        <p:blipFill>
          <a:blip r:embed="rId26" cstate="email">
            <a:extLst>
              <a:ext uri="{28A0092B-C50C-407E-A947-70E740481C1C}">
                <a14:useLocalDpi xmlns:a14="http://schemas.microsoft.com/office/drawing/2010/main"/>
              </a:ext>
            </a:extLst>
          </a:blip>
          <a:stretch>
            <a:fillRect/>
          </a:stretch>
        </p:blipFill>
        <p:spPr>
          <a:xfrm>
            <a:off x="338798" y="6338829"/>
            <a:ext cx="2023200" cy="362168"/>
          </a:xfrm>
          <a:prstGeom prst="rect">
            <a:avLst/>
          </a:prstGeom>
        </p:spPr>
      </p:pic>
      <p:pic>
        <p:nvPicPr>
          <p:cNvPr id="14" name="Accenture_Digital" hidden="1">
            <a:extLst>
              <a:ext uri="{FF2B5EF4-FFF2-40B4-BE49-F238E27FC236}">
                <a16:creationId xmlns:a16="http://schemas.microsoft.com/office/drawing/2014/main" id="{D9D2CA43-44F5-4DDC-AF71-4F5FDFF1B30C}"/>
              </a:ext>
            </a:extLst>
          </p:cNvPr>
          <p:cNvPicPr>
            <a:picLocks noChangeAspect="1"/>
          </p:cNvPicPr>
          <p:nvPr userDrawn="1"/>
        </p:nvPicPr>
        <p:blipFill>
          <a:blip r:embed="rId27" cstate="email">
            <a:extLst>
              <a:ext uri="{28A0092B-C50C-407E-A947-70E740481C1C}">
                <a14:useLocalDpi xmlns:a14="http://schemas.microsoft.com/office/drawing/2010/main"/>
              </a:ext>
            </a:extLst>
          </a:blip>
          <a:stretch>
            <a:fillRect/>
          </a:stretch>
        </p:blipFill>
        <p:spPr>
          <a:xfrm>
            <a:off x="336280" y="6246019"/>
            <a:ext cx="1545637" cy="331832"/>
          </a:xfrm>
          <a:prstGeom prst="rect">
            <a:avLst/>
          </a:prstGeom>
        </p:spPr>
      </p:pic>
      <p:pic>
        <p:nvPicPr>
          <p:cNvPr id="15" name="Accenture_Consulting" hidden="1">
            <a:extLst>
              <a:ext uri="{FF2B5EF4-FFF2-40B4-BE49-F238E27FC236}">
                <a16:creationId xmlns:a16="http://schemas.microsoft.com/office/drawing/2014/main" id="{3344A5AB-F329-4B8E-8006-34B6E40B0028}"/>
              </a:ext>
            </a:extLst>
          </p:cNvPr>
          <p:cNvPicPr>
            <a:picLocks noChangeAspect="1"/>
          </p:cNvPicPr>
          <p:nvPr userDrawn="1"/>
        </p:nvPicPr>
        <p:blipFill>
          <a:blip r:embed="rId28" cstate="email">
            <a:extLst>
              <a:ext uri="{28A0092B-C50C-407E-A947-70E740481C1C}">
                <a14:useLocalDpi xmlns:a14="http://schemas.microsoft.com/office/drawing/2010/main"/>
              </a:ext>
            </a:extLst>
          </a:blip>
          <a:stretch>
            <a:fillRect/>
          </a:stretch>
        </p:blipFill>
        <p:spPr>
          <a:xfrm>
            <a:off x="338799" y="6244783"/>
            <a:ext cx="1942440" cy="330692"/>
          </a:xfrm>
          <a:prstGeom prst="rect">
            <a:avLst/>
          </a:prstGeom>
        </p:spPr>
      </p:pic>
    </p:spTree>
    <p:extLst>
      <p:ext uri="{BB962C8B-B14F-4D97-AF65-F5344CB8AC3E}">
        <p14:creationId xmlns:p14="http://schemas.microsoft.com/office/powerpoint/2010/main" val="2705727090"/>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 id="2147483687" r:id="rId13"/>
    <p:sldLayoutId id="2147483688" r:id="rId14"/>
    <p:sldLayoutId id="2147483689" r:id="rId15"/>
    <p:sldLayoutId id="2147483690" r:id="rId16"/>
    <p:sldLayoutId id="2147483691" r:id="rId17"/>
    <p:sldLayoutId id="2147483692" r:id="rId18"/>
    <p:sldLayoutId id="2147483693" r:id="rId19"/>
  </p:sldLayoutIdLst>
  <p:hf hdr="0" ftr="0" dt="0"/>
  <p:txStyles>
    <p:titleStyle>
      <a:lvl1pPr marL="0" indent="0" algn="l" defTabSz="914377" rtl="0" eaLnBrk="1" latinLnBrk="0" hangingPunct="1">
        <a:lnSpc>
          <a:spcPct val="80000"/>
        </a:lnSpc>
        <a:spcBef>
          <a:spcPct val="0"/>
        </a:spcBef>
        <a:buNone/>
        <a:defRPr sz="3600" b="1" kern="1200" cap="none" baseline="0">
          <a:solidFill>
            <a:schemeClr val="tx1"/>
          </a:solidFill>
          <a:latin typeface="+mj-lt"/>
          <a:ea typeface="+mj-ea"/>
          <a:cs typeface="+mj-cs"/>
        </a:defRPr>
      </a:lvl1pPr>
    </p:titleStyle>
    <p:bodyStyle>
      <a:lvl1pPr marL="0" indent="0" algn="l" defTabSz="914377" rtl="0" eaLnBrk="1" latinLnBrk="0" hangingPunct="1">
        <a:lnSpc>
          <a:spcPct val="100000"/>
        </a:lnSpc>
        <a:spcBef>
          <a:spcPts val="1200"/>
        </a:spcBef>
        <a:spcAft>
          <a:spcPts val="1200"/>
        </a:spcAft>
        <a:buFont typeface="Arial" panose="020B0604020202020204" pitchFamily="34" charset="0"/>
        <a:buNone/>
        <a:defRPr sz="2800" b="1" kern="1200" cap="none" baseline="0">
          <a:solidFill>
            <a:schemeClr val="tx1"/>
          </a:solidFill>
          <a:latin typeface="+mj-lt"/>
          <a:ea typeface="+mn-ea"/>
          <a:cs typeface="+mn-cs"/>
        </a:defRPr>
      </a:lvl1pPr>
      <a:lvl2pPr marL="0" indent="0" algn="l" defTabSz="914377" rtl="0" eaLnBrk="1" latinLnBrk="0" hangingPunct="1">
        <a:lnSpc>
          <a:spcPct val="100000"/>
        </a:lnSpc>
        <a:spcBef>
          <a:spcPts val="1200"/>
        </a:spcBef>
        <a:spcAft>
          <a:spcPts val="1200"/>
        </a:spcAft>
        <a:buFont typeface="Arial" panose="020B0604020202020204" pitchFamily="34" charset="0"/>
        <a:buNone/>
        <a:defRPr sz="2200" kern="1200">
          <a:solidFill>
            <a:schemeClr val="tx1"/>
          </a:solidFill>
          <a:latin typeface="+mn-lt"/>
          <a:ea typeface="+mn-ea"/>
          <a:cs typeface="+mn-cs"/>
        </a:defRPr>
      </a:lvl2pPr>
      <a:lvl3pPr marL="180975" indent="-180975" algn="l" defTabSz="914377" rtl="0" eaLnBrk="1" latinLnBrk="0" hangingPunct="1">
        <a:lnSpc>
          <a:spcPct val="100000"/>
        </a:lnSpc>
        <a:spcBef>
          <a:spcPts val="1200"/>
        </a:spcBef>
        <a:spcAft>
          <a:spcPts val="1200"/>
        </a:spcAft>
        <a:buFont typeface="Arial" panose="020B0604020202020204" pitchFamily="34" charset="0"/>
        <a:buChar char="•"/>
        <a:defRPr sz="1800" kern="1200">
          <a:solidFill>
            <a:schemeClr val="tx1"/>
          </a:solidFill>
          <a:latin typeface="+mn-lt"/>
          <a:ea typeface="+mn-ea"/>
          <a:cs typeface="+mn-cs"/>
        </a:defRPr>
      </a:lvl3pPr>
      <a:lvl4pPr marL="173034" indent="-169858" algn="l" defTabSz="914377" rtl="0" eaLnBrk="1" latinLnBrk="0" hangingPunct="1">
        <a:lnSpc>
          <a:spcPct val="110000"/>
        </a:lnSpc>
        <a:spcBef>
          <a:spcPts val="0"/>
        </a:spcBef>
        <a:spcAft>
          <a:spcPts val="0"/>
        </a:spcAft>
        <a:buFont typeface="Arial" panose="020B0604020202020204" pitchFamily="34" charset="0"/>
        <a:buChar char="•"/>
        <a:defRPr sz="1800" kern="1200">
          <a:solidFill>
            <a:schemeClr val="tx1"/>
          </a:solidFill>
          <a:latin typeface="+mn-lt"/>
          <a:ea typeface="+mn-ea"/>
          <a:cs typeface="+mn-cs"/>
        </a:defRPr>
      </a:lvl4pPr>
      <a:lvl5pPr marL="346066" indent="-177796" algn="l" defTabSz="914377" rtl="0" eaLnBrk="1" latinLnBrk="0" hangingPunct="1">
        <a:lnSpc>
          <a:spcPct val="110000"/>
        </a:lnSpc>
        <a:spcBef>
          <a:spcPts val="0"/>
        </a:spcBef>
        <a:spcAft>
          <a:spcPts val="0"/>
        </a:spcAft>
        <a:buFont typeface="Graphik" panose="020B0503030202060203" pitchFamily="34" charset="0"/>
        <a:buChar char="–"/>
        <a:defRPr sz="1400" kern="1200">
          <a:solidFill>
            <a:schemeClr val="tx1"/>
          </a:solidFill>
          <a:latin typeface="+mn-lt"/>
          <a:ea typeface="+mn-ea"/>
          <a:cs typeface="+mn-cs"/>
        </a:defRPr>
      </a:lvl5pPr>
      <a:lvl6pPr marL="512750" indent="-173034" algn="l" defTabSz="914377"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marL="0" indent="0" algn="l" defTabSz="914377" rtl="0" eaLnBrk="1" latinLnBrk="0" hangingPunct="1">
        <a:lnSpc>
          <a:spcPct val="90000"/>
        </a:lnSpc>
        <a:spcBef>
          <a:spcPts val="800"/>
        </a:spcBef>
        <a:buFont typeface="Arial" panose="020B0604020202020204" pitchFamily="34" charset="0"/>
        <a:buNone/>
        <a:defRPr sz="1200" b="1" kern="1200" cap="all" baseline="0">
          <a:solidFill>
            <a:schemeClr val="tx1"/>
          </a:solidFill>
          <a:latin typeface="+mj-lt"/>
          <a:ea typeface="+mn-ea"/>
          <a:cs typeface="+mn-cs"/>
        </a:defRPr>
      </a:lvl7pPr>
      <a:lvl8pPr marL="0" indent="0" algn="l" defTabSz="914377" rtl="0" eaLnBrk="1" latinLnBrk="0" hangingPunct="1">
        <a:lnSpc>
          <a:spcPct val="100000"/>
        </a:lnSpc>
        <a:spcBef>
          <a:spcPts val="0"/>
        </a:spcBef>
        <a:spcAft>
          <a:spcPts val="800"/>
        </a:spcAft>
        <a:buFont typeface="Arial" panose="020B0604020202020204" pitchFamily="34" charset="0"/>
        <a:buNone/>
        <a:defRPr sz="1800" kern="1200" baseline="0">
          <a:solidFill>
            <a:schemeClr val="tx1"/>
          </a:solidFill>
          <a:latin typeface="+mn-lt"/>
          <a:ea typeface="+mn-ea"/>
          <a:cs typeface="+mn-cs"/>
        </a:defRPr>
      </a:lvl8pPr>
      <a:lvl9pPr marL="0" indent="0" algn="l" defTabSz="914377" rtl="0" eaLnBrk="1" latinLnBrk="0" hangingPunct="1">
        <a:lnSpc>
          <a:spcPct val="11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224">
          <p15:clr>
            <a:srgbClr val="F26B43"/>
          </p15:clr>
        </p15:guide>
        <p15:guide id="2" pos="5640">
          <p15:clr>
            <a:srgbClr val="F26B43"/>
          </p15:clr>
        </p15:guide>
        <p15:guide id="4">
          <p15:clr>
            <a:srgbClr val="F26B43"/>
          </p15:clr>
        </p15:guide>
        <p15:guide id="5" orient="horz" pos="240">
          <p15:clr>
            <a:srgbClr val="F26B43"/>
          </p15:clr>
        </p15:guide>
        <p15:guide id="6" orient="horz">
          <p15:clr>
            <a:srgbClr val="F26B43"/>
          </p15:clr>
        </p15:guide>
        <p15:guide id="7" pos="7680">
          <p15:clr>
            <a:srgbClr val="F26B43"/>
          </p15:clr>
        </p15:guide>
        <p15:guide id="9" pos="240">
          <p15:clr>
            <a:srgbClr val="F26B43"/>
          </p15:clr>
        </p15:guide>
        <p15:guide id="10" orient="horz" pos="4224">
          <p15:clr>
            <a:srgbClr val="F26B43"/>
          </p15:clr>
        </p15:guide>
        <p15:guide id="11" pos="3840">
          <p15:clr>
            <a:srgbClr val="F26B43"/>
          </p15:clr>
        </p15:guide>
        <p15:guide id="13" pos="2040">
          <p15:clr>
            <a:srgbClr val="F26B43"/>
          </p15:clr>
        </p15:guide>
        <p15:guide id="14" pos="7440">
          <p15:clr>
            <a:srgbClr val="F26B43"/>
          </p15:clr>
        </p15:guide>
        <p15:guide id="15" orient="horz" pos="2232">
          <p15:clr>
            <a:srgbClr val="F26B43"/>
          </p15:clr>
        </p15:guide>
        <p15:guide id="16" orient="horz" pos="3240">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81000" y="381002"/>
            <a:ext cx="11430000" cy="983263"/>
          </a:xfrm>
          <a:prstGeom prst="rect">
            <a:avLst/>
          </a:prstGeom>
        </p:spPr>
        <p:txBody>
          <a:bodyPr vert="horz" lIns="0" tIns="45720" rIns="0" bIns="0" rtlCol="0" anchor="t" anchorCtr="0">
            <a:normAutofit/>
          </a:bodyPr>
          <a:lstStyle/>
          <a:p>
            <a:r>
              <a:rPr kumimoji="0" lang="en-GB" sz="3600" b="1" i="0" u="none" strike="noStrike" kern="1200" cap="none" spc="0" normalizeH="0" baseline="0" noProof="0" dirty="0">
                <a:ln>
                  <a:noFill/>
                </a:ln>
                <a:solidFill>
                  <a:srgbClr val="000000"/>
                </a:solidFill>
                <a:effectLst/>
                <a:uLnTx/>
                <a:uFillTx/>
                <a:latin typeface="+mj-lt"/>
                <a:ea typeface="+mj-ea"/>
                <a:cs typeface="+mj-cs"/>
              </a:rPr>
              <a:t>Insert main title at 36pt, min 30pt</a:t>
            </a:r>
            <a:endParaRPr lang="en-US" dirty="0"/>
          </a:p>
        </p:txBody>
      </p:sp>
      <p:sp>
        <p:nvSpPr>
          <p:cNvPr id="8" name="Text Placeholder 7">
            <a:extLst>
              <a:ext uri="{FF2B5EF4-FFF2-40B4-BE49-F238E27FC236}">
                <a16:creationId xmlns:a16="http://schemas.microsoft.com/office/drawing/2014/main" id="{234CD17C-3ACE-4AE0-A6C5-F90D44EA7243}"/>
              </a:ext>
            </a:extLst>
          </p:cNvPr>
          <p:cNvSpPr>
            <a:spLocks noGrp="1"/>
          </p:cNvSpPr>
          <p:nvPr>
            <p:ph type="body" idx="1"/>
          </p:nvPr>
        </p:nvSpPr>
        <p:spPr>
          <a:xfrm>
            <a:off x="381000" y="1943099"/>
            <a:ext cx="11430000" cy="4233863"/>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p:txBody>
      </p:sp>
      <p:sp>
        <p:nvSpPr>
          <p:cNvPr id="7" name="Footer Placeholder 6">
            <a:extLst>
              <a:ext uri="{FF2B5EF4-FFF2-40B4-BE49-F238E27FC236}">
                <a16:creationId xmlns:a16="http://schemas.microsoft.com/office/drawing/2014/main" id="{C898D3F2-5EC6-4985-85B5-4178882BCB8C}"/>
              </a:ext>
            </a:extLst>
          </p:cNvPr>
          <p:cNvSpPr>
            <a:spLocks noGrp="1"/>
          </p:cNvSpPr>
          <p:nvPr>
            <p:ph type="ftr" sz="quarter" idx="3"/>
          </p:nvPr>
        </p:nvSpPr>
        <p:spPr>
          <a:xfrm>
            <a:off x="381002" y="6519009"/>
            <a:ext cx="5714999" cy="206375"/>
          </a:xfrm>
          <a:prstGeom prst="rect">
            <a:avLst/>
          </a:prstGeom>
        </p:spPr>
        <p:txBody>
          <a:bodyPr lIns="0"/>
          <a:lstStyle>
            <a:lvl1pPr>
              <a:defRPr sz="800">
                <a:solidFill>
                  <a:schemeClr val="tx1">
                    <a:alpha val="40000"/>
                  </a:schemeClr>
                </a:solidFill>
              </a:defRPr>
            </a:lvl1pPr>
          </a:lstStyle>
          <a:p>
            <a:r>
              <a:rPr lang="en-US" dirty="0"/>
              <a:t>Copyright © 2020 Accenture. All rights reserved.</a:t>
            </a:r>
          </a:p>
        </p:txBody>
      </p:sp>
      <p:sp>
        <p:nvSpPr>
          <p:cNvPr id="9" name="Slide Number Placeholder 9">
            <a:extLst>
              <a:ext uri="{FF2B5EF4-FFF2-40B4-BE49-F238E27FC236}">
                <a16:creationId xmlns:a16="http://schemas.microsoft.com/office/drawing/2014/main" id="{50E54BBC-E15F-4274-9991-03B6F5BA42EC}"/>
              </a:ext>
            </a:extLst>
          </p:cNvPr>
          <p:cNvSpPr>
            <a:spLocks noGrp="1"/>
          </p:cNvSpPr>
          <p:nvPr>
            <p:ph type="sldNum" sz="quarter" idx="4"/>
          </p:nvPr>
        </p:nvSpPr>
        <p:spPr>
          <a:xfrm>
            <a:off x="11506202" y="6519009"/>
            <a:ext cx="385711" cy="206375"/>
          </a:xfrm>
          <a:prstGeom prst="rect">
            <a:avLst/>
          </a:prstGeom>
        </p:spPr>
        <p:txBody>
          <a:bodyPr/>
          <a:lstStyle>
            <a:lvl1pPr>
              <a:defRPr sz="800">
                <a:solidFill>
                  <a:schemeClr val="tx1">
                    <a:alpha val="40000"/>
                  </a:schemeClr>
                </a:solidFill>
              </a:defRPr>
            </a:lvl1pPr>
          </a:lstStyle>
          <a:p>
            <a:fld id="{4F9AC08D-23A9-440E-BCB9-AA1E9877CC38}" type="slidenum">
              <a:rPr lang="en-US" smtClean="0"/>
              <a:pPr/>
              <a:t>‹#›</a:t>
            </a:fld>
            <a:endParaRPr lang="en-US" dirty="0"/>
          </a:p>
        </p:txBody>
      </p:sp>
    </p:spTree>
    <p:extLst>
      <p:ext uri="{BB962C8B-B14F-4D97-AF65-F5344CB8AC3E}">
        <p14:creationId xmlns:p14="http://schemas.microsoft.com/office/powerpoint/2010/main" val="853474143"/>
      </p:ext>
    </p:extLst>
  </p:cSld>
  <p:clrMap bg1="lt1" tx1="dk1" bg2="lt2" tx2="dk2" accent1="accent1" accent2="accent2" accent3="accent3" accent4="accent4" accent5="accent5" accent6="accent6" hlink="hlink" folHlink="folHlink"/>
  <p:sldLayoutIdLst>
    <p:sldLayoutId id="2147483695" r:id="rId1"/>
    <p:sldLayoutId id="2147483696" r:id="rId2"/>
    <p:sldLayoutId id="2147483697" r:id="rId3"/>
    <p:sldLayoutId id="2147483698" r:id="rId4"/>
  </p:sldLayoutIdLst>
  <p:hf hdr="0" dt="0"/>
  <p:txStyles>
    <p:titleStyle>
      <a:lvl1pPr marL="0" indent="0" algn="l" defTabSz="914377" rtl="0" eaLnBrk="1" latinLnBrk="0" hangingPunct="1">
        <a:lnSpc>
          <a:spcPct val="80000"/>
        </a:lnSpc>
        <a:spcBef>
          <a:spcPct val="0"/>
        </a:spcBef>
        <a:buNone/>
        <a:defRPr sz="3600" b="1" kern="1200" cap="none" baseline="0">
          <a:solidFill>
            <a:schemeClr val="tx1"/>
          </a:solidFill>
          <a:latin typeface="+mj-lt"/>
          <a:ea typeface="+mj-ea"/>
          <a:cs typeface="+mj-cs"/>
        </a:defRPr>
      </a:lvl1pPr>
    </p:titleStyle>
    <p:bodyStyle>
      <a:lvl1pPr marL="0" indent="0" algn="l" defTabSz="914377" rtl="0" eaLnBrk="1" latinLnBrk="0" hangingPunct="1">
        <a:lnSpc>
          <a:spcPct val="90000"/>
        </a:lnSpc>
        <a:spcBef>
          <a:spcPts val="1200"/>
        </a:spcBef>
        <a:spcAft>
          <a:spcPts val="1200"/>
        </a:spcAft>
        <a:buFont typeface="Arial" panose="020B0604020202020204" pitchFamily="34" charset="0"/>
        <a:buNone/>
        <a:defRPr sz="2800" b="1" kern="1200" cap="none" baseline="0">
          <a:solidFill>
            <a:schemeClr val="tx1"/>
          </a:solidFill>
          <a:latin typeface="+mj-lt"/>
          <a:ea typeface="+mn-ea"/>
          <a:cs typeface="+mn-cs"/>
        </a:defRPr>
      </a:lvl1pPr>
      <a:lvl2pPr marL="0" indent="0" algn="l" defTabSz="914377" rtl="0" eaLnBrk="1" latinLnBrk="0" hangingPunct="1">
        <a:lnSpc>
          <a:spcPct val="90000"/>
        </a:lnSpc>
        <a:spcBef>
          <a:spcPts val="1200"/>
        </a:spcBef>
        <a:spcAft>
          <a:spcPts val="1200"/>
        </a:spcAft>
        <a:buFont typeface="Arial" panose="020B0604020202020204" pitchFamily="34" charset="0"/>
        <a:buNone/>
        <a:defRPr sz="2200" kern="1200">
          <a:solidFill>
            <a:schemeClr val="tx1"/>
          </a:solidFill>
          <a:latin typeface="+mn-lt"/>
          <a:ea typeface="+mn-ea"/>
          <a:cs typeface="+mn-cs"/>
        </a:defRPr>
      </a:lvl2pPr>
      <a:lvl3pPr marL="180975" indent="-180975" algn="l" defTabSz="914377" rtl="0" eaLnBrk="1" latinLnBrk="0" hangingPunct="1">
        <a:lnSpc>
          <a:spcPct val="90000"/>
        </a:lnSpc>
        <a:spcBef>
          <a:spcPts val="1200"/>
        </a:spcBef>
        <a:spcAft>
          <a:spcPts val="1200"/>
        </a:spcAft>
        <a:buFont typeface="Arial" panose="020B0604020202020204" pitchFamily="34" charset="0"/>
        <a:buChar char="•"/>
        <a:defRPr sz="1800" kern="1200">
          <a:solidFill>
            <a:schemeClr val="tx1"/>
          </a:solidFill>
          <a:latin typeface="+mn-lt"/>
          <a:ea typeface="+mn-ea"/>
          <a:cs typeface="+mn-cs"/>
        </a:defRPr>
      </a:lvl3pPr>
      <a:lvl4pPr marL="173034" indent="-169858" algn="l" defTabSz="914377" rtl="0" eaLnBrk="1" latinLnBrk="0" hangingPunct="1">
        <a:lnSpc>
          <a:spcPct val="110000"/>
        </a:lnSpc>
        <a:spcBef>
          <a:spcPts val="0"/>
        </a:spcBef>
        <a:spcAft>
          <a:spcPts val="0"/>
        </a:spcAft>
        <a:buFont typeface="Arial" panose="020B0604020202020204" pitchFamily="34" charset="0"/>
        <a:buChar char="•"/>
        <a:defRPr sz="1800" kern="1200">
          <a:solidFill>
            <a:schemeClr val="tx1"/>
          </a:solidFill>
          <a:latin typeface="+mn-lt"/>
          <a:ea typeface="+mn-ea"/>
          <a:cs typeface="+mn-cs"/>
        </a:defRPr>
      </a:lvl4pPr>
      <a:lvl5pPr marL="346066" indent="-177796" algn="l" defTabSz="914377" rtl="0" eaLnBrk="1" latinLnBrk="0" hangingPunct="1">
        <a:lnSpc>
          <a:spcPct val="110000"/>
        </a:lnSpc>
        <a:spcBef>
          <a:spcPts val="0"/>
        </a:spcBef>
        <a:spcAft>
          <a:spcPts val="0"/>
        </a:spcAft>
        <a:buFont typeface="Graphik" panose="020B0503030202060203" pitchFamily="34" charset="0"/>
        <a:buChar char="–"/>
        <a:defRPr sz="1400" kern="1200">
          <a:solidFill>
            <a:schemeClr val="tx1"/>
          </a:solidFill>
          <a:latin typeface="+mn-lt"/>
          <a:ea typeface="+mn-ea"/>
          <a:cs typeface="+mn-cs"/>
        </a:defRPr>
      </a:lvl5pPr>
      <a:lvl6pPr marL="512750" indent="-173034" algn="l" defTabSz="914377"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marL="0" indent="0" algn="l" defTabSz="914377" rtl="0" eaLnBrk="1" latinLnBrk="0" hangingPunct="1">
        <a:lnSpc>
          <a:spcPct val="90000"/>
        </a:lnSpc>
        <a:spcBef>
          <a:spcPts val="800"/>
        </a:spcBef>
        <a:buFont typeface="Arial" panose="020B0604020202020204" pitchFamily="34" charset="0"/>
        <a:buNone/>
        <a:defRPr sz="1200" b="1" kern="1200" cap="all" baseline="0">
          <a:solidFill>
            <a:schemeClr val="tx1"/>
          </a:solidFill>
          <a:latin typeface="+mj-lt"/>
          <a:ea typeface="+mn-ea"/>
          <a:cs typeface="+mn-cs"/>
        </a:defRPr>
      </a:lvl7pPr>
      <a:lvl8pPr marL="0" indent="0" algn="l" defTabSz="914377" rtl="0" eaLnBrk="1" latinLnBrk="0" hangingPunct="1">
        <a:lnSpc>
          <a:spcPct val="100000"/>
        </a:lnSpc>
        <a:spcBef>
          <a:spcPts val="0"/>
        </a:spcBef>
        <a:spcAft>
          <a:spcPts val="800"/>
        </a:spcAft>
        <a:buFont typeface="Arial" panose="020B0604020202020204" pitchFamily="34" charset="0"/>
        <a:buNone/>
        <a:defRPr sz="1800" kern="1200" baseline="0">
          <a:solidFill>
            <a:schemeClr val="tx1"/>
          </a:solidFill>
          <a:latin typeface="+mn-lt"/>
          <a:ea typeface="+mn-ea"/>
          <a:cs typeface="+mn-cs"/>
        </a:defRPr>
      </a:lvl8pPr>
      <a:lvl9pPr marL="0" indent="0" algn="l" defTabSz="914377" rtl="0" eaLnBrk="1" latinLnBrk="0" hangingPunct="1">
        <a:lnSpc>
          <a:spcPct val="11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224">
          <p15:clr>
            <a:srgbClr val="F26B43"/>
          </p15:clr>
        </p15:guide>
        <p15:guide id="2" pos="5640">
          <p15:clr>
            <a:srgbClr val="F26B43"/>
          </p15:clr>
        </p15:guide>
        <p15:guide id="4">
          <p15:clr>
            <a:srgbClr val="F26B43"/>
          </p15:clr>
        </p15:guide>
        <p15:guide id="5" orient="horz" pos="240">
          <p15:clr>
            <a:srgbClr val="F26B43"/>
          </p15:clr>
        </p15:guide>
        <p15:guide id="6" orient="horz">
          <p15:clr>
            <a:srgbClr val="F26B43"/>
          </p15:clr>
        </p15:guide>
        <p15:guide id="7" pos="7680">
          <p15:clr>
            <a:srgbClr val="F26B43"/>
          </p15:clr>
        </p15:guide>
        <p15:guide id="9" pos="240">
          <p15:clr>
            <a:srgbClr val="F26B43"/>
          </p15:clr>
        </p15:guide>
        <p15:guide id="10" orient="horz" pos="4224">
          <p15:clr>
            <a:srgbClr val="F26B43"/>
          </p15:clr>
        </p15:guide>
        <p15:guide id="11" pos="3840">
          <p15:clr>
            <a:srgbClr val="F26B43"/>
          </p15:clr>
        </p15:guide>
        <p15:guide id="13" pos="2040">
          <p15:clr>
            <a:srgbClr val="F26B43"/>
          </p15:clr>
        </p15:guide>
        <p15:guide id="14" pos="7440">
          <p15:clr>
            <a:srgbClr val="F26B43"/>
          </p15:clr>
        </p15:guide>
        <p15:guide id="15" orient="horz" pos="2232">
          <p15:clr>
            <a:srgbClr val="F26B43"/>
          </p15:clr>
        </p15:guide>
        <p15:guide id="16" orient="horz" pos="3240">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8F314A7-305B-4E0B-96B7-5B0949118DB0}" type="datetimeFigureOut">
              <a:rPr lang="en-IN" smtClean="0"/>
              <a:t>30-08-2026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FDA3DAB-CBFF-463B-9AA2-9E36431F8A67}" type="slidenum">
              <a:rPr lang="en-IN" smtClean="0"/>
              <a:t>‹#›</a:t>
            </a:fld>
            <a:endParaRPr lang="en-IN"/>
          </a:p>
        </p:txBody>
      </p:sp>
    </p:spTree>
    <p:extLst>
      <p:ext uri="{BB962C8B-B14F-4D97-AF65-F5344CB8AC3E}">
        <p14:creationId xmlns:p14="http://schemas.microsoft.com/office/powerpoint/2010/main" val="566692763"/>
      </p:ext>
    </p:extLst>
  </p:cSld>
  <p:clrMap bg1="lt1" tx1="dk1" bg2="lt2" tx2="dk2" accent1="accent1" accent2="accent2" accent3="accent3" accent4="accent4" accent5="accent5" accent6="accent6" hlink="hlink" folHlink="folHlink"/>
  <p:sldLayoutIdLst>
    <p:sldLayoutId id="2147483700" r:id="rId1"/>
    <p:sldLayoutId id="2147483701" r:id="rId2"/>
    <p:sldLayoutId id="2147483702" r:id="rId3"/>
    <p:sldLayoutId id="2147483703" r:id="rId4"/>
    <p:sldLayoutId id="2147483704" r:id="rId5"/>
    <p:sldLayoutId id="2147483705" r:id="rId6"/>
    <p:sldLayoutId id="2147483706" r:id="rId7"/>
    <p:sldLayoutId id="2147483707" r:id="rId8"/>
    <p:sldLayoutId id="2147483708" r:id="rId9"/>
    <p:sldLayoutId id="2147483709" r:id="rId10"/>
    <p:sldLayoutId id="2147483710" r:id="rId11"/>
    <p:sldLayoutId id="2147483711" r:id="rId12"/>
    <p:sldLayoutId id="2147483712"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copyright">
            <a:extLst>
              <a:ext uri="{FF2B5EF4-FFF2-40B4-BE49-F238E27FC236}">
                <a16:creationId xmlns:a16="http://schemas.microsoft.com/office/drawing/2014/main" id="{8DEAF7F0-ADBE-DA4B-80DE-727BD0E615AA}"/>
              </a:ext>
            </a:extLst>
          </p:cNvPr>
          <p:cNvSpPr txBox="1"/>
          <p:nvPr/>
        </p:nvSpPr>
        <p:spPr>
          <a:xfrm>
            <a:off x="9031909" y="6429853"/>
            <a:ext cx="2398092"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GB" sz="800">
                <a:solidFill>
                  <a:schemeClr val="tx1">
                    <a:lumMod val="50000"/>
                    <a:lumOff val="50000"/>
                    <a:alpha val="75000"/>
                  </a:schemeClr>
                </a:solidFill>
                <a:latin typeface="Graphik" panose="020B0503030202060203" pitchFamily="34" charset="77"/>
              </a:rPr>
              <a:t>Copyright © 2025 Accenture. All rights reserved.</a:t>
            </a:r>
            <a:endParaRPr lang="en-US" sz="1351" noProof="0">
              <a:solidFill>
                <a:schemeClr val="tx1">
                  <a:lumMod val="50000"/>
                  <a:lumOff val="50000"/>
                  <a:alpha val="75000"/>
                </a:schemeClr>
              </a:solidFill>
              <a:latin typeface="Graphik" panose="020B0503030202060203" pitchFamily="34" charset="77"/>
            </a:endParaRPr>
          </a:p>
        </p:txBody>
      </p:sp>
      <p:sp>
        <p:nvSpPr>
          <p:cNvPr id="26" name="slide number automatic">
            <a:extLst>
              <a:ext uri="{FF2B5EF4-FFF2-40B4-BE49-F238E27FC236}">
                <a16:creationId xmlns:a16="http://schemas.microsoft.com/office/drawing/2014/main" id="{A54DE5B9-F305-CC4E-9A6A-0DC78956D275}"/>
              </a:ext>
            </a:extLst>
          </p:cNvPr>
          <p:cNvSpPr txBox="1"/>
          <p:nvPr/>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tx1">
                    <a:lumMod val="50000"/>
                    <a:lumOff val="50000"/>
                    <a:alpha val="75000"/>
                  </a:schemeClr>
                </a:solidFill>
                <a:latin typeface="+mj-lt"/>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a:solidFill>
                <a:schemeClr val="tx1">
                  <a:lumMod val="50000"/>
                  <a:lumOff val="50000"/>
                  <a:alpha val="75000"/>
                </a:schemeClr>
              </a:solidFill>
              <a:latin typeface="+mj-lt"/>
            </a:endParaRPr>
          </a:p>
        </p:txBody>
      </p:sp>
      <p:sp>
        <p:nvSpPr>
          <p:cNvPr id="2" name="Title Placeholder 1">
            <a:extLst>
              <a:ext uri="{FF2B5EF4-FFF2-40B4-BE49-F238E27FC236}">
                <a16:creationId xmlns:a16="http://schemas.microsoft.com/office/drawing/2014/main" id="{567A189F-CDB6-4881-855E-11E780CE46B1}"/>
              </a:ext>
            </a:extLst>
          </p:cNvPr>
          <p:cNvSpPr>
            <a:spLocks noGrp="1"/>
          </p:cNvSpPr>
          <p:nvPr>
            <p:ph type="title"/>
          </p:nvPr>
        </p:nvSpPr>
        <p:spPr>
          <a:xfrm>
            <a:off x="565460" y="558086"/>
            <a:ext cx="11357865" cy="393954"/>
          </a:xfrm>
          <a:prstGeom prst="rect">
            <a:avLst/>
          </a:prstGeom>
        </p:spPr>
        <p:txBody>
          <a:bodyPr vert="horz" wrap="square" lIns="0" tIns="0" rIns="0" bIns="0" rtlCol="0" anchor="t">
            <a:spAutoFit/>
          </a:bodyPr>
          <a:lstStyle/>
          <a:p>
            <a:r>
              <a:rPr lang="en-US" b="1" i="0">
                <a:latin typeface="Graphik Semibold" panose="020B0503030202060203" pitchFamily="34" charset="77"/>
              </a:rPr>
              <a:t>Place headline here in </a:t>
            </a:r>
            <a:r>
              <a:rPr lang="en-US" b="1" i="0" err="1">
                <a:latin typeface="Graphik Semibold" panose="020B0503030202060203" pitchFamily="34" charset="77"/>
              </a:rPr>
              <a:t>Graphik</a:t>
            </a:r>
            <a:r>
              <a:rPr lang="en-US" b="1" i="0">
                <a:latin typeface="Graphik Semibold" panose="020B0503030202060203" pitchFamily="34" charset="77"/>
              </a:rPr>
              <a:t> Semibold</a:t>
            </a:r>
            <a:endParaRPr lang="en-US"/>
          </a:p>
        </p:txBody>
      </p:sp>
      <p:sp>
        <p:nvSpPr>
          <p:cNvPr id="3" name="Text Placeholder 2">
            <a:extLst>
              <a:ext uri="{FF2B5EF4-FFF2-40B4-BE49-F238E27FC236}">
                <a16:creationId xmlns:a16="http://schemas.microsoft.com/office/drawing/2014/main" id="{6D78F67F-4953-4937-B393-889106DBC906}"/>
              </a:ext>
            </a:extLst>
          </p:cNvPr>
          <p:cNvSpPr>
            <a:spLocks noGrp="1"/>
          </p:cNvSpPr>
          <p:nvPr>
            <p:ph type="body" idx="1"/>
          </p:nvPr>
        </p:nvSpPr>
        <p:spPr>
          <a:xfrm>
            <a:off x="565460" y="1371601"/>
            <a:ext cx="11357865" cy="4766863"/>
          </a:xfrm>
          <a:prstGeom prst="rect">
            <a:avLst/>
          </a:prstGeom>
          <a:ln>
            <a:noFill/>
          </a:ln>
        </p:spPr>
        <p:txBody>
          <a:bodyPr vert="horz" lIns="0" tIns="0" rIns="0" bIns="0" rtlCol="0">
            <a:noAutofit/>
          </a:bodyPr>
          <a:lstStyle/>
          <a:p>
            <a:pPr lvl="0"/>
            <a:r>
              <a:rPr lang="en-US"/>
              <a:t>First level (copy)</a:t>
            </a:r>
          </a:p>
          <a:p>
            <a:pPr lvl="1"/>
            <a:r>
              <a:rPr lang="en-US"/>
              <a:t>Second level (bullet)</a:t>
            </a:r>
          </a:p>
          <a:p>
            <a:pPr lvl="2"/>
            <a:r>
              <a:rPr lang="en-US"/>
              <a:t>Third level (bullet)</a:t>
            </a:r>
          </a:p>
          <a:p>
            <a:pPr lvl="3"/>
            <a:r>
              <a:rPr lang="en-US"/>
              <a:t>Fourth level (bullet)</a:t>
            </a:r>
          </a:p>
          <a:p>
            <a:pPr lvl="4"/>
            <a:r>
              <a:rPr lang="en-US"/>
              <a:t>Fifth level (bullet)</a:t>
            </a:r>
          </a:p>
          <a:p>
            <a:pPr lvl="5"/>
            <a:r>
              <a:rPr lang="en-US"/>
              <a:t>Sixth level (copy)</a:t>
            </a:r>
          </a:p>
          <a:p>
            <a:pPr lvl="6"/>
            <a:r>
              <a:rPr lang="en-US"/>
              <a:t>Seventh level (small copy)</a:t>
            </a:r>
          </a:p>
          <a:p>
            <a:pPr lvl="7"/>
            <a:r>
              <a:rPr lang="en-US"/>
              <a:t>EIGHT LEVEL (DESCRIPTOR)</a:t>
            </a:r>
          </a:p>
          <a:p>
            <a:pPr lvl="8"/>
            <a:r>
              <a:rPr lang="en-US"/>
              <a:t>Ninth level (footer)</a:t>
            </a:r>
          </a:p>
        </p:txBody>
      </p:sp>
      <p:sp>
        <p:nvSpPr>
          <p:cNvPr id="4" name="GTS_Purple">
            <a:extLst>
              <a:ext uri="{FF2B5EF4-FFF2-40B4-BE49-F238E27FC236}">
                <a16:creationId xmlns:a16="http://schemas.microsoft.com/office/drawing/2014/main" id="{43975608-6DA8-9707-7CBD-C871ED474F3A}"/>
              </a:ext>
              <a:ext uri="{C183D7F6-B498-43B3-948B-1728B52AA6E4}">
                <adec:decorative xmlns:adec="http://schemas.microsoft.com/office/drawing/2017/decorative" val="1"/>
              </a:ext>
            </a:extLst>
          </p:cNvPr>
          <p:cNvSpPr>
            <a:spLocks noChangeAspect="1"/>
          </p:cNvSpPr>
          <p:nvPr userDrawn="1"/>
        </p:nvSpPr>
        <p:spPr bwMode="auto">
          <a:xfrm>
            <a:off x="553175" y="6390824"/>
            <a:ext cx="183203"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A100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Tree>
    <p:extLst>
      <p:ext uri="{BB962C8B-B14F-4D97-AF65-F5344CB8AC3E}">
        <p14:creationId xmlns:p14="http://schemas.microsoft.com/office/powerpoint/2010/main" val="3462129405"/>
      </p:ext>
    </p:extLst>
  </p:cSld>
  <p:clrMap bg1="lt1" tx1="dk1" bg2="lt2" tx2="dk2" accent1="accent1" accent2="accent2" accent3="accent3" accent4="accent4" accent5="accent5" accent6="accent6" hlink="hlink" folHlink="folHlink"/>
  <p:sldLayoutIdLst>
    <p:sldLayoutId id="2147483714" r:id="rId1"/>
    <p:sldLayoutId id="2147483715" r:id="rId2"/>
    <p:sldLayoutId id="2147483716" r:id="rId3"/>
    <p:sldLayoutId id="2147483717" r:id="rId4"/>
    <p:sldLayoutId id="2147483718" r:id="rId5"/>
    <p:sldLayoutId id="2147483719" r:id="rId6"/>
    <p:sldLayoutId id="2147483720" r:id="rId7"/>
    <p:sldLayoutId id="2147483721" r:id="rId8"/>
    <p:sldLayoutId id="2147483722" r:id="rId9"/>
    <p:sldLayoutId id="2147483723" r:id="rId10"/>
    <p:sldLayoutId id="2147483724" r:id="rId11"/>
    <p:sldLayoutId id="2147483725" r:id="rId12"/>
    <p:sldLayoutId id="2147483726" r:id="rId13"/>
    <p:sldLayoutId id="2147483727" r:id="rId14"/>
    <p:sldLayoutId id="2147483728" r:id="rId15"/>
    <p:sldLayoutId id="2147483729" r:id="rId16"/>
    <p:sldLayoutId id="2147483730" r:id="rId17"/>
    <p:sldLayoutId id="2147483731" r:id="rId18"/>
    <p:sldLayoutId id="2147483732" r:id="rId19"/>
    <p:sldLayoutId id="2147483733" r:id="rId20"/>
    <p:sldLayoutId id="2147483734" r:id="rId21"/>
    <p:sldLayoutId id="2147483735" r:id="rId22"/>
    <p:sldLayoutId id="2147483736" r:id="rId23"/>
    <p:sldLayoutId id="2147483737" r:id="rId24"/>
    <p:sldLayoutId id="2147483738" r:id="rId25"/>
    <p:sldLayoutId id="2147483739" r:id="rId26"/>
    <p:sldLayoutId id="2147483740" r:id="rId27"/>
    <p:sldLayoutId id="2147483741" r:id="rId28"/>
    <p:sldLayoutId id="2147483742" r:id="rId29"/>
    <p:sldLayoutId id="2147483743" r:id="rId30"/>
    <p:sldLayoutId id="2147483744" r:id="rId31"/>
    <p:sldLayoutId id="2147483745" r:id="rId32"/>
    <p:sldLayoutId id="2147483746" r:id="rId33"/>
    <p:sldLayoutId id="2147483747" r:id="rId34"/>
    <p:sldLayoutId id="2147483748" r:id="rId35"/>
    <p:sldLayoutId id="2147483749" r:id="rId36"/>
    <p:sldLayoutId id="2147483750" r:id="rId37"/>
    <p:sldLayoutId id="2147483751" r:id="rId38"/>
    <p:sldLayoutId id="2147483752" r:id="rId39"/>
    <p:sldLayoutId id="2147483753" r:id="rId40"/>
    <p:sldLayoutId id="2147483754" r:id="rId41"/>
    <p:sldLayoutId id="2147483755" r:id="rId42"/>
    <p:sldLayoutId id="2147483756" r:id="rId43"/>
    <p:sldLayoutId id="2147483757" r:id="rId44"/>
    <p:sldLayoutId id="2147483758" r:id="rId45"/>
    <p:sldLayoutId id="2147483759" r:id="rId46"/>
    <p:sldLayoutId id="2147483760" r:id="rId47"/>
    <p:sldLayoutId id="2147483761" r:id="rId48"/>
    <p:sldLayoutId id="2147483762" r:id="rId49"/>
    <p:sldLayoutId id="2147483763" r:id="rId50"/>
    <p:sldLayoutId id="2147483764" r:id="rId51"/>
    <p:sldLayoutId id="2147483765" r:id="rId52"/>
    <p:sldLayoutId id="2147483766" r:id="rId53"/>
    <p:sldLayoutId id="2147483767" r:id="rId54"/>
    <p:sldLayoutId id="2147483768" r:id="rId55"/>
    <p:sldLayoutId id="2147483769" r:id="rId56"/>
    <p:sldLayoutId id="2147483770" r:id="rId57"/>
  </p:sldLayoutIdLst>
  <p:hf sldNum="0" hdr="0" ftr="0" dt="0"/>
  <p:txStyles>
    <p:titleStyle>
      <a:lvl1pPr algn="l" defTabSz="914377" rtl="0" eaLnBrk="1" latinLnBrk="0" hangingPunct="1">
        <a:lnSpc>
          <a:spcPct val="80000"/>
        </a:lnSpc>
        <a:spcBef>
          <a:spcPct val="0"/>
        </a:spcBef>
        <a:buNone/>
        <a:defRPr sz="3200" b="0" i="0" kern="1200">
          <a:solidFill>
            <a:schemeClr val="tx1"/>
          </a:solidFill>
          <a:latin typeface="Graphik Semibold" panose="020B0503030202060203" pitchFamily="34" charset="77"/>
          <a:ea typeface="+mj-ea"/>
          <a:cs typeface="+mj-cs"/>
        </a:defRPr>
      </a:lvl1pPr>
    </p:titleStyle>
    <p:bodyStyle>
      <a:lvl1pPr marL="0" indent="0" algn="l" defTabSz="228594" rtl="0" eaLnBrk="1" latinLnBrk="0" hangingPunct="1">
        <a:lnSpc>
          <a:spcPct val="100000"/>
        </a:lnSpc>
        <a:spcBef>
          <a:spcPts val="0"/>
        </a:spcBef>
        <a:spcAft>
          <a:spcPts val="1200"/>
        </a:spcAft>
        <a:buFont typeface="Arial" panose="020B0604020202020204" pitchFamily="34" charset="0"/>
        <a:buNone/>
        <a:defRPr sz="1400" b="0" kern="1200">
          <a:solidFill>
            <a:schemeClr val="tx1"/>
          </a:solidFill>
          <a:latin typeface="+mn-lt"/>
          <a:ea typeface="+mn-ea"/>
          <a:cs typeface="+mn-cs"/>
        </a:defRPr>
      </a:lvl1pPr>
      <a:lvl2pPr marL="228594" indent="-228594" algn="l" defTabSz="228594" rtl="0" eaLnBrk="1" latinLnBrk="0" hangingPunct="1">
        <a:lnSpc>
          <a:spcPct val="100000"/>
        </a:lnSpc>
        <a:spcBef>
          <a:spcPts val="0"/>
        </a:spcBef>
        <a:spcAft>
          <a:spcPts val="1200"/>
        </a:spcAft>
        <a:buClrTx/>
        <a:buFont typeface="Arial" panose="020B0604020202020204" pitchFamily="34" charset="0"/>
        <a:buChar char="•"/>
        <a:defRPr sz="1200" kern="1200">
          <a:solidFill>
            <a:schemeClr val="tx1"/>
          </a:solidFill>
          <a:latin typeface="+mn-lt"/>
          <a:ea typeface="+mn-ea"/>
          <a:cs typeface="+mn-cs"/>
        </a:defRPr>
      </a:lvl2pPr>
      <a:lvl3pPr marL="457189" indent="-228594" algn="l" defTabSz="228594" rtl="0" eaLnBrk="1" latinLnBrk="0" hangingPunct="1">
        <a:lnSpc>
          <a:spcPct val="100000"/>
        </a:lnSpc>
        <a:spcBef>
          <a:spcPts val="0"/>
        </a:spcBef>
        <a:spcAft>
          <a:spcPts val="1200"/>
        </a:spcAft>
        <a:buFont typeface="System Font"/>
        <a:buChar char="–"/>
        <a:defRPr sz="1200" kern="1200">
          <a:solidFill>
            <a:schemeClr val="tx1"/>
          </a:solidFill>
          <a:latin typeface="+mn-lt"/>
          <a:ea typeface="+mn-ea"/>
          <a:cs typeface="+mn-cs"/>
        </a:defRPr>
      </a:lvl3pPr>
      <a:lvl4pPr marL="685783" indent="-228594" algn="l" defTabSz="228594" rtl="0" eaLnBrk="1" latinLnBrk="0" hangingPunct="1">
        <a:lnSpc>
          <a:spcPct val="100000"/>
        </a:lnSpc>
        <a:spcBef>
          <a:spcPts val="0"/>
        </a:spcBef>
        <a:spcAft>
          <a:spcPts val="1200"/>
        </a:spcAft>
        <a:buFont typeface="Arial" panose="020B0604020202020204" pitchFamily="34" charset="0"/>
        <a:buChar char="•"/>
        <a:defRPr sz="1100" kern="1200">
          <a:solidFill>
            <a:schemeClr val="tx1"/>
          </a:solidFill>
          <a:latin typeface="+mn-lt"/>
          <a:ea typeface="+mn-ea"/>
          <a:cs typeface="+mn-cs"/>
        </a:defRPr>
      </a:lvl4pPr>
      <a:lvl5pPr marL="914377" indent="-228594" algn="l" defTabSz="228594" rtl="0" eaLnBrk="1" latinLnBrk="0" hangingPunct="1">
        <a:lnSpc>
          <a:spcPct val="100000"/>
        </a:lnSpc>
        <a:spcBef>
          <a:spcPts val="0"/>
        </a:spcBef>
        <a:spcAft>
          <a:spcPts val="1200"/>
        </a:spcAft>
        <a:buFont typeface="System Font"/>
        <a:buChar char="–"/>
        <a:defRPr sz="1100" kern="1200">
          <a:solidFill>
            <a:schemeClr val="tx1"/>
          </a:solidFill>
          <a:latin typeface="+mn-lt"/>
          <a:ea typeface="+mn-ea"/>
          <a:cs typeface="+mn-cs"/>
        </a:defRPr>
      </a:lvl5pPr>
      <a:lvl6pPr marL="11113" indent="0" algn="l" defTabSz="228594" rtl="0" eaLnBrk="1" latinLnBrk="0" hangingPunct="1">
        <a:lnSpc>
          <a:spcPct val="90000"/>
        </a:lnSpc>
        <a:spcBef>
          <a:spcPts val="0"/>
        </a:spcBef>
        <a:spcAft>
          <a:spcPts val="1200"/>
        </a:spcAft>
        <a:buFont typeface="Graphik" panose="020B0503030202060203" pitchFamily="34" charset="0"/>
        <a:buNone/>
        <a:tabLst/>
        <a:defRPr sz="1200" kern="1200">
          <a:solidFill>
            <a:schemeClr val="tx1"/>
          </a:solidFill>
          <a:latin typeface="+mn-lt"/>
          <a:ea typeface="+mn-ea"/>
          <a:cs typeface="+mn-cs"/>
        </a:defRPr>
      </a:lvl6pPr>
      <a:lvl7pPr marL="0" indent="0" algn="l" defTabSz="228594" rtl="0" eaLnBrk="1" latinLnBrk="0" hangingPunct="1">
        <a:lnSpc>
          <a:spcPct val="90000"/>
        </a:lnSpc>
        <a:spcBef>
          <a:spcPts val="0"/>
        </a:spcBef>
        <a:spcAft>
          <a:spcPts val="1200"/>
        </a:spcAft>
        <a:buFont typeface="Arial" panose="020B0604020202020204" pitchFamily="34" charset="0"/>
        <a:buNone/>
        <a:defRPr sz="1100" kern="1200">
          <a:solidFill>
            <a:schemeClr val="tx1"/>
          </a:solidFill>
          <a:latin typeface="+mn-lt"/>
          <a:ea typeface="+mn-ea"/>
          <a:cs typeface="+mn-cs"/>
        </a:defRPr>
      </a:lvl7pPr>
      <a:lvl8pPr marL="0" indent="0" algn="l" defTabSz="228594" rtl="0" eaLnBrk="1" latinLnBrk="0" hangingPunct="1">
        <a:lnSpc>
          <a:spcPct val="90000"/>
        </a:lnSpc>
        <a:spcBef>
          <a:spcPts val="0"/>
        </a:spcBef>
        <a:spcAft>
          <a:spcPts val="1200"/>
        </a:spcAft>
        <a:buFont typeface="Arial" panose="020B0604020202020204" pitchFamily="34" charset="0"/>
        <a:buNone/>
        <a:defRPr sz="900" b="1" kern="1200">
          <a:solidFill>
            <a:schemeClr val="tx1"/>
          </a:solidFill>
          <a:latin typeface="+mn-lt"/>
          <a:ea typeface="+mn-ea"/>
          <a:cs typeface="+mn-cs"/>
        </a:defRPr>
      </a:lvl8pPr>
      <a:lvl9pPr marL="0" indent="0" algn="l" defTabSz="228594" rtl="0" eaLnBrk="1" latinLnBrk="0" hangingPunct="1">
        <a:lnSpc>
          <a:spcPct val="90000"/>
        </a:lnSpc>
        <a:spcBef>
          <a:spcPts val="0"/>
        </a:spcBef>
        <a:spcAft>
          <a:spcPts val="1200"/>
        </a:spcAft>
        <a:buFont typeface="Arial" panose="020B0604020202020204" pitchFamily="34" charset="0"/>
        <a:buNone/>
        <a:defRPr sz="700" kern="1200">
          <a:solidFill>
            <a:schemeClr val="tx2"/>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4">
          <p15:clr>
            <a:srgbClr val="5ACBF0"/>
          </p15:clr>
        </p15:guide>
        <p15:guide id="8" pos="347">
          <p15:clr>
            <a:srgbClr val="9FCC3B"/>
          </p15:clr>
        </p15:guide>
        <p15:guide id="9" pos="733">
          <p15:clr>
            <a:srgbClr val="C35EA4"/>
          </p15:clr>
        </p15:guide>
        <p15:guide id="10" pos="7514">
          <p15:clr>
            <a:srgbClr val="5ACBF0"/>
          </p15:clr>
        </p15:guide>
        <p15:guide id="11" pos="166">
          <p15:clr>
            <a:srgbClr val="5ACBF0"/>
          </p15:clr>
        </p15:guide>
        <p15:guide id="12" orient="horz" pos="4156">
          <p15:clr>
            <a:srgbClr val="5ACBF0"/>
          </p15:clr>
        </p15:guide>
        <p15:guide id="13" pos="7333">
          <p15:clr>
            <a:srgbClr val="9FCC3B"/>
          </p15:clr>
        </p15:guide>
        <p15:guide id="14" orient="horz" pos="346">
          <p15:clr>
            <a:srgbClr val="9FCC3B"/>
          </p15:clr>
        </p15:guide>
        <p15:guide id="15" orient="horz" pos="3974">
          <p15:clr>
            <a:srgbClr val="9FCC3B"/>
          </p15:clr>
        </p15:guide>
        <p15:guide id="16" orient="horz" pos="845">
          <p15:clr>
            <a:srgbClr val="A4A3A4"/>
          </p15:clr>
        </p15:guide>
        <p15:guide id="17" orient="horz" pos="3861">
          <p15:clr>
            <a:srgbClr val="A4A3A4"/>
          </p15:clr>
        </p15:guide>
        <p15:guide id="18" pos="6924">
          <p15:clr>
            <a:srgbClr val="C35EA4"/>
          </p15:clr>
        </p15:guide>
        <p15:guide id="19" orient="horz" pos="1162">
          <p15:clr>
            <a:srgbClr val="FDE53C"/>
          </p15:clr>
        </p15:guide>
        <p15:guide id="20" pos="7015">
          <p15:clr>
            <a:srgbClr val="F26B43"/>
          </p15:clr>
        </p15:guide>
        <p15:guide id="21" pos="665">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8.jpg"/><Relationship Id="rId2" Type="http://schemas.openxmlformats.org/officeDocument/2006/relationships/notesSlide" Target="../notesSlides/notesSlide1.xml"/><Relationship Id="rId1" Type="http://schemas.openxmlformats.org/officeDocument/2006/relationships/slideLayout" Target="../slideLayouts/slideLayout46.xml"/><Relationship Id="rId4" Type="http://schemas.openxmlformats.org/officeDocument/2006/relationships/image" Target="../media/image29.png"/></Relationships>
</file>

<file path=ppt/slides/_rels/slide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xml"/><Relationship Id="rId1" Type="http://schemas.openxmlformats.org/officeDocument/2006/relationships/slideLayout" Target="../slideLayouts/slideLayout31.xml"/><Relationship Id="rId5" Type="http://schemas.openxmlformats.org/officeDocument/2006/relationships/image" Target="../media/image32.jpg"/><Relationship Id="rId4" Type="http://schemas.openxmlformats.org/officeDocument/2006/relationships/image" Target="../media/image3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4F81C1D7-25E7-2AEA-5B9C-B4934B416F14}"/>
              </a:ext>
            </a:extLst>
          </p:cNvPr>
          <p:cNvPicPr>
            <a:picLocks noChangeAspect="1"/>
          </p:cNvPicPr>
          <p:nvPr/>
        </p:nvPicPr>
        <p:blipFill>
          <a:blip r:embed="rId3"/>
          <a:srcRect b="3035"/>
          <a:stretch>
            <a:fillRect/>
          </a:stretch>
        </p:blipFill>
        <p:spPr>
          <a:xfrm>
            <a:off x="20" y="1282"/>
            <a:ext cx="12191980" cy="6856718"/>
          </a:xfrm>
          <a:prstGeom prst="rect">
            <a:avLst/>
          </a:prstGeom>
        </p:spPr>
      </p:pic>
      <p:sp>
        <p:nvSpPr>
          <p:cNvPr id="17" name="TextBox 16">
            <a:extLst>
              <a:ext uri="{FF2B5EF4-FFF2-40B4-BE49-F238E27FC236}">
                <a16:creationId xmlns:a16="http://schemas.microsoft.com/office/drawing/2014/main" id="{7935BF95-9260-FF3E-8BA1-F61D8AD0F5C6}"/>
              </a:ext>
            </a:extLst>
          </p:cNvPr>
          <p:cNvSpPr txBox="1"/>
          <p:nvPr/>
        </p:nvSpPr>
        <p:spPr>
          <a:xfrm>
            <a:off x="2989992" y="5411118"/>
            <a:ext cx="6212017" cy="566822"/>
          </a:xfrm>
          <a:prstGeom prst="rect">
            <a:avLst/>
          </a:prstGeom>
          <a:noFill/>
        </p:spPr>
        <p:txBody>
          <a:bodyPr wrap="square" rtlCol="0">
            <a:spAutoFit/>
          </a:bodyPr>
          <a:lstStyle/>
          <a:p>
            <a:pPr marL="0" marR="0" lvl="0" indent="0" algn="ctr" defTabSz="914377" rtl="0" eaLnBrk="1" fontAlgn="auto" latinLnBrk="0" hangingPunct="1">
              <a:lnSpc>
                <a:spcPts val="3720"/>
              </a:lnSpc>
              <a:spcBef>
                <a:spcPts val="0"/>
              </a:spcBef>
              <a:spcAft>
                <a:spcPts val="0"/>
              </a:spcAft>
              <a:buClrTx/>
              <a:buSzTx/>
              <a:buFontTx/>
              <a:buNone/>
              <a:tabLst/>
              <a:defRPr/>
            </a:pPr>
            <a:r>
              <a:rPr kumimoji="0" lang="en-US" sz="4000" b="1" i="0" u="none" strike="noStrike" kern="1200" cap="none" spc="-150" normalizeH="0" baseline="0" noProof="0" dirty="0">
                <a:ln>
                  <a:noFill/>
                </a:ln>
                <a:solidFill>
                  <a:srgbClr val="FFFFFF"/>
                </a:solidFill>
                <a:effectLst/>
                <a:uLnTx/>
                <a:uFillTx/>
                <a:latin typeface="Graphik Semibold" panose="020B0503030202060203" pitchFamily="34" charset="77"/>
                <a:ea typeface="+mn-ea"/>
                <a:cs typeface="+mn-cs"/>
              </a:rPr>
              <a:t>AI reinvention made real</a:t>
            </a:r>
          </a:p>
        </p:txBody>
      </p:sp>
      <p:sp>
        <p:nvSpPr>
          <p:cNvPr id="18" name="Rectangle 17">
            <a:extLst>
              <a:ext uri="{FF2B5EF4-FFF2-40B4-BE49-F238E27FC236}">
                <a16:creationId xmlns:a16="http://schemas.microsoft.com/office/drawing/2014/main" id="{9ED2B6F5-4632-A6A7-D235-C4D1E256BD27}"/>
              </a:ext>
            </a:extLst>
          </p:cNvPr>
          <p:cNvSpPr/>
          <p:nvPr/>
        </p:nvSpPr>
        <p:spPr>
          <a:xfrm>
            <a:off x="3858744" y="5990476"/>
            <a:ext cx="4474512" cy="352647"/>
          </a:xfrm>
          <a:prstGeom prst="rect">
            <a:avLst/>
          </a:prstGeom>
          <a:solidFill>
            <a:srgbClr val="A100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raphik Regular"/>
              <a:ea typeface="+mn-ea"/>
              <a:cs typeface="+mn-cs"/>
            </a:endParaRPr>
          </a:p>
        </p:txBody>
      </p:sp>
      <p:sp>
        <p:nvSpPr>
          <p:cNvPr id="19" name="TextBox 18">
            <a:extLst>
              <a:ext uri="{FF2B5EF4-FFF2-40B4-BE49-F238E27FC236}">
                <a16:creationId xmlns:a16="http://schemas.microsoft.com/office/drawing/2014/main" id="{8548F6C9-FCFE-86D4-8670-F533A4CE4650}"/>
              </a:ext>
            </a:extLst>
          </p:cNvPr>
          <p:cNvSpPr txBox="1"/>
          <p:nvPr/>
        </p:nvSpPr>
        <p:spPr>
          <a:xfrm>
            <a:off x="3858744" y="5972549"/>
            <a:ext cx="4474512" cy="369332"/>
          </a:xfrm>
          <a:prstGeom prst="rect">
            <a:avLst/>
          </a:prstGeom>
          <a:noFill/>
        </p:spPr>
        <p:txBody>
          <a:bodyPr wrap="square" rtlCol="0">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FFFF"/>
                </a:solidFill>
                <a:effectLst/>
                <a:uLnTx/>
                <a:uFillTx/>
                <a:latin typeface="Graphik" panose="020B0503030202060203" pitchFamily="34" charset="77"/>
                <a:ea typeface="+mn-ea"/>
                <a:cs typeface="+mn-cs"/>
              </a:rPr>
              <a:t>Accenture Innovation Challenge 2026</a:t>
            </a:r>
          </a:p>
        </p:txBody>
      </p:sp>
      <p:pic>
        <p:nvPicPr>
          <p:cNvPr id="20" name="Picture 19">
            <a:extLst>
              <a:ext uri="{FF2B5EF4-FFF2-40B4-BE49-F238E27FC236}">
                <a16:creationId xmlns:a16="http://schemas.microsoft.com/office/drawing/2014/main" id="{40F1EFF8-B673-136C-4910-73D1BC9075D6}"/>
              </a:ext>
            </a:extLst>
          </p:cNvPr>
          <p:cNvPicPr>
            <a:picLocks noChangeAspect="1"/>
          </p:cNvPicPr>
          <p:nvPr/>
        </p:nvPicPr>
        <p:blipFill>
          <a:blip r:embed="rId4"/>
          <a:stretch>
            <a:fillRect/>
          </a:stretch>
        </p:blipFill>
        <p:spPr>
          <a:xfrm>
            <a:off x="676893" y="667062"/>
            <a:ext cx="1251231" cy="330466"/>
          </a:xfrm>
          <a:prstGeom prst="rect">
            <a:avLst/>
          </a:prstGeom>
        </p:spPr>
      </p:pic>
    </p:spTree>
    <p:extLst>
      <p:ext uri="{BB962C8B-B14F-4D97-AF65-F5344CB8AC3E}">
        <p14:creationId xmlns:p14="http://schemas.microsoft.com/office/powerpoint/2010/main" val="42291615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77"/>
        <p:cNvGrpSpPr/>
        <p:nvPr/>
      </p:nvGrpSpPr>
      <p:grpSpPr>
        <a:xfrm>
          <a:off x="0" y="0"/>
          <a:ext cx="0" cy="0"/>
          <a:chOff x="0" y="0"/>
          <a:chExt cx="0" cy="0"/>
        </a:xfrm>
      </p:grpSpPr>
      <p:sp>
        <p:nvSpPr>
          <p:cNvPr id="378" name="Google Shape;378;p55"/>
          <p:cNvSpPr/>
          <p:nvPr/>
        </p:nvSpPr>
        <p:spPr>
          <a:xfrm>
            <a:off x="6577874" y="2464336"/>
            <a:ext cx="1443600" cy="14712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rgbClr val="FFFFFF"/>
              </a:solidFill>
              <a:latin typeface="Arial"/>
              <a:ea typeface="Arial"/>
              <a:cs typeface="Arial"/>
              <a:sym typeface="Arial"/>
            </a:endParaRPr>
          </a:p>
        </p:txBody>
      </p:sp>
      <p:sp>
        <p:nvSpPr>
          <p:cNvPr id="379" name="Google Shape;379;p55"/>
          <p:cNvSpPr txBox="1">
            <a:spLocks noGrp="1"/>
          </p:cNvSpPr>
          <p:nvPr>
            <p:ph type="title"/>
          </p:nvPr>
        </p:nvSpPr>
        <p:spPr>
          <a:xfrm>
            <a:off x="461913" y="525056"/>
            <a:ext cx="11430000" cy="726439"/>
          </a:xfrm>
          <a:prstGeom prst="rect">
            <a:avLst/>
          </a:prstGeom>
          <a:noFill/>
          <a:ln>
            <a:noFill/>
          </a:ln>
        </p:spPr>
        <p:txBody>
          <a:bodyPr spcFirstLastPara="1" wrap="square" lIns="0" tIns="45700" rIns="0" bIns="0" anchor="t" anchorCtr="0">
            <a:normAutofit/>
          </a:bodyPr>
          <a:lstStyle/>
          <a:p>
            <a:pPr marL="0" lvl="0" indent="0" algn="l" rtl="0">
              <a:lnSpc>
                <a:spcPct val="80000"/>
              </a:lnSpc>
              <a:spcBef>
                <a:spcPts val="0"/>
              </a:spcBef>
              <a:spcAft>
                <a:spcPts val="0"/>
              </a:spcAft>
              <a:buClr>
                <a:schemeClr val="dk1"/>
              </a:buClr>
              <a:buSzPts val="3600"/>
              <a:buFont typeface="Arial"/>
              <a:buNone/>
            </a:pPr>
            <a:r>
              <a:rPr lang="en-US"/>
              <a:t>Team details</a:t>
            </a:r>
            <a:endParaRPr/>
          </a:p>
        </p:txBody>
      </p:sp>
      <p:sp>
        <p:nvSpPr>
          <p:cNvPr id="380" name="Google Shape;380;p55"/>
          <p:cNvSpPr txBox="1">
            <a:spLocks noGrp="1"/>
          </p:cNvSpPr>
          <p:nvPr>
            <p:ph type="sldNum" idx="4294967295"/>
          </p:nvPr>
        </p:nvSpPr>
        <p:spPr>
          <a:xfrm>
            <a:off x="11506202" y="6519009"/>
            <a:ext cx="385711" cy="20637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800"/>
              <a:buFont typeface="Arial"/>
              <a:buNone/>
            </a:pPr>
            <a:fld id="{00000000-1234-1234-1234-123412341234}" type="slidenum">
              <a:rPr lang="en-US" sz="800" b="0" i="0" u="none" strike="noStrike" cap="none">
                <a:solidFill>
                  <a:srgbClr val="000000"/>
                </a:solidFill>
                <a:latin typeface="Arial"/>
                <a:ea typeface="Arial"/>
                <a:cs typeface="Arial"/>
                <a:sym typeface="Arial"/>
              </a:rPr>
              <a:t>2</a:t>
            </a:fld>
            <a:endParaRPr sz="800" b="0" i="0" u="none" strike="noStrike" cap="none">
              <a:solidFill>
                <a:srgbClr val="000000"/>
              </a:solidFill>
              <a:latin typeface="Arial"/>
              <a:ea typeface="Arial"/>
              <a:cs typeface="Arial"/>
              <a:sym typeface="Arial"/>
            </a:endParaRPr>
          </a:p>
        </p:txBody>
      </p:sp>
      <p:sp>
        <p:nvSpPr>
          <p:cNvPr id="381" name="Google Shape;381;p55"/>
          <p:cNvSpPr txBox="1"/>
          <p:nvPr/>
        </p:nvSpPr>
        <p:spPr>
          <a:xfrm>
            <a:off x="2637616" y="2098914"/>
            <a:ext cx="3177007" cy="811161"/>
          </a:xfrm>
          <a:prstGeom prst="rect">
            <a:avLst/>
          </a:prstGeom>
          <a:noFill/>
          <a:ln>
            <a:noFill/>
          </a:ln>
        </p:spPr>
        <p:txBody>
          <a:bodyPr spcFirstLastPara="1" wrap="square" lIns="0" tIns="0" rIns="0" bIns="0" anchor="b" anchorCtr="0">
            <a:normAutofit/>
          </a:bodyPr>
          <a:lstStyle/>
          <a:p>
            <a:pPr marL="0" marR="0" lvl="0" indent="0" algn="l" rtl="0">
              <a:lnSpc>
                <a:spcPct val="90000"/>
              </a:lnSpc>
              <a:spcBef>
                <a:spcPts val="0"/>
              </a:spcBef>
              <a:spcAft>
                <a:spcPts val="0"/>
              </a:spcAft>
              <a:buClr>
                <a:srgbClr val="A000FF"/>
              </a:buClr>
              <a:buSzPct val="100000"/>
              <a:buFont typeface="Arial"/>
              <a:buNone/>
            </a:pPr>
            <a:r>
              <a:rPr lang="en-US" sz="1800" b="1" i="0" u="none" strike="noStrike" cap="none">
                <a:solidFill>
                  <a:srgbClr val="A000FF"/>
                </a:solidFill>
                <a:latin typeface="Arial"/>
                <a:ea typeface="Arial"/>
                <a:cs typeface="Arial"/>
                <a:sym typeface="Arial"/>
              </a:rPr>
              <a:t>Ishan Kamboj (Team Leader)</a:t>
            </a:r>
            <a:endParaRPr/>
          </a:p>
        </p:txBody>
      </p:sp>
      <p:cxnSp>
        <p:nvCxnSpPr>
          <p:cNvPr id="382" name="Google Shape;382;p55"/>
          <p:cNvCxnSpPr/>
          <p:nvPr/>
        </p:nvCxnSpPr>
        <p:spPr>
          <a:xfrm>
            <a:off x="6096000" y="1521230"/>
            <a:ext cx="0" cy="4523725"/>
          </a:xfrm>
          <a:prstGeom prst="straightConnector1">
            <a:avLst/>
          </a:prstGeom>
          <a:noFill/>
          <a:ln w="9525" cap="flat" cmpd="sng">
            <a:solidFill>
              <a:srgbClr val="A212FE"/>
            </a:solidFill>
            <a:prstDash val="solid"/>
            <a:miter lim="8000"/>
            <a:headEnd type="none" w="sm" len="sm"/>
            <a:tailEnd type="none" w="sm" len="sm"/>
          </a:ln>
        </p:spPr>
      </p:cxnSp>
      <p:cxnSp>
        <p:nvCxnSpPr>
          <p:cNvPr id="383" name="Google Shape;383;p55"/>
          <p:cNvCxnSpPr/>
          <p:nvPr/>
        </p:nvCxnSpPr>
        <p:spPr>
          <a:xfrm>
            <a:off x="2623232" y="3010298"/>
            <a:ext cx="1718008" cy="0"/>
          </a:xfrm>
          <a:prstGeom prst="straightConnector1">
            <a:avLst/>
          </a:prstGeom>
          <a:noFill/>
          <a:ln w="9525" cap="flat" cmpd="sng">
            <a:solidFill>
              <a:srgbClr val="A212FE"/>
            </a:solidFill>
            <a:prstDash val="solid"/>
            <a:miter lim="8000"/>
            <a:headEnd type="none" w="sm" len="sm"/>
            <a:tailEnd type="none" w="sm" len="sm"/>
          </a:ln>
        </p:spPr>
      </p:cxnSp>
      <p:sp>
        <p:nvSpPr>
          <p:cNvPr id="384" name="Google Shape;384;p55"/>
          <p:cNvSpPr txBox="1"/>
          <p:nvPr/>
        </p:nvSpPr>
        <p:spPr>
          <a:xfrm>
            <a:off x="2751413" y="4203349"/>
            <a:ext cx="1474707" cy="811161"/>
          </a:xfrm>
          <a:prstGeom prst="rect">
            <a:avLst/>
          </a:prstGeom>
          <a:noFill/>
          <a:ln>
            <a:noFill/>
          </a:ln>
        </p:spPr>
        <p:txBody>
          <a:bodyPr spcFirstLastPara="1" wrap="square" lIns="0" tIns="0" rIns="0" bIns="0" anchor="b" anchorCtr="0">
            <a:normAutofit/>
          </a:bodyPr>
          <a:lstStyle/>
          <a:p>
            <a:pPr marL="0" marR="0" lvl="0" indent="0" algn="l" rtl="0">
              <a:lnSpc>
                <a:spcPct val="90000"/>
              </a:lnSpc>
              <a:spcBef>
                <a:spcPts val="0"/>
              </a:spcBef>
              <a:spcAft>
                <a:spcPts val="0"/>
              </a:spcAft>
              <a:buClr>
                <a:srgbClr val="A000FF"/>
              </a:buClr>
              <a:buSzPts val="1800"/>
              <a:buFont typeface="Arial"/>
              <a:buNone/>
            </a:pPr>
            <a:r>
              <a:rPr lang="en-US" sz="1800" b="1">
                <a:solidFill>
                  <a:srgbClr val="A000FF"/>
                </a:solidFill>
              </a:rPr>
              <a:t>Aditi Arya</a:t>
            </a:r>
            <a:endParaRPr/>
          </a:p>
        </p:txBody>
      </p:sp>
      <p:cxnSp>
        <p:nvCxnSpPr>
          <p:cNvPr id="385" name="Google Shape;385;p55"/>
          <p:cNvCxnSpPr/>
          <p:nvPr/>
        </p:nvCxnSpPr>
        <p:spPr>
          <a:xfrm>
            <a:off x="2751413" y="5101825"/>
            <a:ext cx="1718008" cy="0"/>
          </a:xfrm>
          <a:prstGeom prst="straightConnector1">
            <a:avLst/>
          </a:prstGeom>
          <a:noFill/>
          <a:ln w="9525" cap="flat" cmpd="sng">
            <a:solidFill>
              <a:srgbClr val="A212FE"/>
            </a:solidFill>
            <a:prstDash val="solid"/>
            <a:miter lim="8000"/>
            <a:headEnd type="none" w="sm" len="sm"/>
            <a:tailEnd type="none" w="sm" len="sm"/>
          </a:ln>
        </p:spPr>
      </p:cxnSp>
      <p:sp>
        <p:nvSpPr>
          <p:cNvPr id="386" name="Google Shape;386;p55"/>
          <p:cNvSpPr txBox="1"/>
          <p:nvPr/>
        </p:nvSpPr>
        <p:spPr>
          <a:xfrm>
            <a:off x="8358168" y="2058089"/>
            <a:ext cx="1437300" cy="811200"/>
          </a:xfrm>
          <a:prstGeom prst="rect">
            <a:avLst/>
          </a:prstGeom>
          <a:noFill/>
          <a:ln>
            <a:noFill/>
          </a:ln>
        </p:spPr>
        <p:txBody>
          <a:bodyPr spcFirstLastPara="1" wrap="square" lIns="0" tIns="0" rIns="0" bIns="0" anchor="b" anchorCtr="0">
            <a:normAutofit/>
          </a:bodyPr>
          <a:lstStyle/>
          <a:p>
            <a:pPr marL="0" marR="0" lvl="0" indent="0" algn="l" rtl="0">
              <a:lnSpc>
                <a:spcPct val="90000"/>
              </a:lnSpc>
              <a:spcBef>
                <a:spcPts val="0"/>
              </a:spcBef>
              <a:spcAft>
                <a:spcPts val="0"/>
              </a:spcAft>
              <a:buClr>
                <a:srgbClr val="A000FF"/>
              </a:buClr>
              <a:buSzPts val="1800"/>
              <a:buFont typeface="Arial"/>
              <a:buNone/>
            </a:pPr>
            <a:r>
              <a:rPr lang="en-US" sz="1800" b="1">
                <a:solidFill>
                  <a:srgbClr val="A000FF"/>
                </a:solidFill>
              </a:rPr>
              <a:t>Ayush Gaud</a:t>
            </a:r>
            <a:endParaRPr/>
          </a:p>
        </p:txBody>
      </p:sp>
      <p:cxnSp>
        <p:nvCxnSpPr>
          <p:cNvPr id="387" name="Google Shape;387;p55"/>
          <p:cNvCxnSpPr/>
          <p:nvPr/>
        </p:nvCxnSpPr>
        <p:spPr>
          <a:xfrm>
            <a:off x="8343784" y="2969473"/>
            <a:ext cx="1718100" cy="0"/>
          </a:xfrm>
          <a:prstGeom prst="straightConnector1">
            <a:avLst/>
          </a:prstGeom>
          <a:noFill/>
          <a:ln w="9525" cap="flat" cmpd="sng">
            <a:solidFill>
              <a:srgbClr val="A212FE"/>
            </a:solidFill>
            <a:prstDash val="solid"/>
            <a:miter lim="8000"/>
            <a:headEnd type="none" w="sm" len="sm"/>
            <a:tailEnd type="none" w="sm" len="sm"/>
          </a:ln>
        </p:spPr>
      </p:cxnSp>
      <p:graphicFrame>
        <p:nvGraphicFramePr>
          <p:cNvPr id="388" name="Google Shape;388;p55"/>
          <p:cNvGraphicFramePr/>
          <p:nvPr/>
        </p:nvGraphicFramePr>
        <p:xfrm>
          <a:off x="461913" y="1173024"/>
          <a:ext cx="11617725" cy="378450"/>
        </p:xfrm>
        <a:graphic>
          <a:graphicData uri="http://schemas.openxmlformats.org/drawingml/2006/table">
            <a:tbl>
              <a:tblPr firstRow="1" bandRow="1">
                <a:noFill/>
              </a:tblPr>
              <a:tblGrid>
                <a:gridCol w="4382350">
                  <a:extLst>
                    <a:ext uri="{9D8B030D-6E8A-4147-A177-3AD203B41FA5}">
                      <a16:colId xmlns:a16="http://schemas.microsoft.com/office/drawing/2014/main" val="20000"/>
                    </a:ext>
                  </a:extLst>
                </a:gridCol>
                <a:gridCol w="7235375">
                  <a:extLst>
                    <a:ext uri="{9D8B030D-6E8A-4147-A177-3AD203B41FA5}">
                      <a16:colId xmlns:a16="http://schemas.microsoft.com/office/drawing/2014/main" val="20001"/>
                    </a:ext>
                  </a:extLst>
                </a:gridCol>
              </a:tblGrid>
              <a:tr h="378450">
                <a:tc>
                  <a:txBody>
                    <a:bodyPr/>
                    <a:lstStyle/>
                    <a:p>
                      <a:pPr marL="0" marR="0" lvl="0" indent="0" algn="l" rtl="0">
                        <a:spcBef>
                          <a:spcPts val="0"/>
                        </a:spcBef>
                        <a:spcAft>
                          <a:spcPts val="0"/>
                        </a:spcAft>
                        <a:buNone/>
                      </a:pPr>
                      <a:r>
                        <a:rPr lang="en-US" sz="1400" u="none" strike="noStrike" cap="none">
                          <a:solidFill>
                            <a:srgbClr val="A100FF"/>
                          </a:solidFill>
                        </a:rPr>
                        <a:t>TEAM NAME:</a:t>
                      </a:r>
                      <a:endParaRPr/>
                    </a:p>
                  </a:txBody>
                  <a:tcPr marL="91450" marR="91450" marT="45725" marB="45725">
                    <a:lnL w="9525" cap="flat" cmpd="sng">
                      <a:solidFill>
                        <a:srgbClr val="E5BFFF"/>
                      </a:solidFill>
                      <a:prstDash val="solid"/>
                      <a:round/>
                      <a:headEnd type="none" w="sm" len="sm"/>
                      <a:tailEnd type="none" w="sm" len="sm"/>
                    </a:lnL>
                    <a:lnR w="9525" cap="flat" cmpd="sng">
                      <a:solidFill>
                        <a:srgbClr val="EBCCFE"/>
                      </a:solidFill>
                      <a:prstDash val="solid"/>
                      <a:round/>
                      <a:headEnd type="none" w="sm" len="sm"/>
                      <a:tailEnd type="none" w="sm" len="sm"/>
                    </a:lnR>
                    <a:lnT w="9525" cap="flat" cmpd="sng">
                      <a:solidFill>
                        <a:srgbClr val="E5BFFF"/>
                      </a:solidFill>
                      <a:prstDash val="solid"/>
                      <a:round/>
                      <a:headEnd type="none" w="sm" len="sm"/>
                      <a:tailEnd type="none" w="sm" len="sm"/>
                    </a:lnT>
                    <a:lnB w="9525" cap="flat" cmpd="sng">
                      <a:solidFill>
                        <a:srgbClr val="EBCCFE"/>
                      </a:solidFill>
                      <a:prstDash val="solid"/>
                      <a:round/>
                      <a:headEnd type="none" w="sm" len="sm"/>
                      <a:tailEnd type="none" w="sm" len="sm"/>
                    </a:lnB>
                    <a:solidFill>
                      <a:srgbClr val="EAEAEA"/>
                    </a:solidFill>
                  </a:tcPr>
                </a:tc>
                <a:tc>
                  <a:txBody>
                    <a:bodyPr/>
                    <a:lstStyle/>
                    <a:p>
                      <a:pPr marL="0" marR="0" lvl="0" indent="0" algn="l" rtl="0">
                        <a:spcBef>
                          <a:spcPts val="0"/>
                        </a:spcBef>
                        <a:spcAft>
                          <a:spcPts val="0"/>
                        </a:spcAft>
                        <a:buNone/>
                      </a:pPr>
                      <a:r>
                        <a:rPr lang="en-US" sz="1500" b="1" i="0">
                          <a:solidFill>
                            <a:srgbClr val="450073"/>
                          </a:solidFill>
                          <a:latin typeface="Arial"/>
                          <a:ea typeface="Arial"/>
                          <a:cs typeface="Arial"/>
                          <a:sym typeface="Arial"/>
                        </a:rPr>
                        <a:t>Sentinel</a:t>
                      </a:r>
                      <a:endParaRPr/>
                    </a:p>
                  </a:txBody>
                  <a:tcPr marL="91450" marR="91450" marT="45725" marB="45725">
                    <a:lnL w="9525" cap="flat" cmpd="sng">
                      <a:solidFill>
                        <a:srgbClr val="EBCCFE"/>
                      </a:solidFill>
                      <a:prstDash val="solid"/>
                      <a:round/>
                      <a:headEnd type="none" w="sm" len="sm"/>
                      <a:tailEnd type="none" w="sm" len="sm"/>
                    </a:lnL>
                    <a:lnR w="9525" cap="flat" cmpd="sng">
                      <a:solidFill>
                        <a:srgbClr val="E5BFFF"/>
                      </a:solidFill>
                      <a:prstDash val="solid"/>
                      <a:round/>
                      <a:headEnd type="none" w="sm" len="sm"/>
                      <a:tailEnd type="none" w="sm" len="sm"/>
                    </a:lnR>
                    <a:lnT w="9525" cap="flat" cmpd="sng">
                      <a:solidFill>
                        <a:srgbClr val="E5BFFF"/>
                      </a:solidFill>
                      <a:prstDash val="solid"/>
                      <a:round/>
                      <a:headEnd type="none" w="sm" len="sm"/>
                      <a:tailEnd type="none" w="sm" len="sm"/>
                    </a:lnT>
                    <a:lnB w="9525" cap="flat" cmpd="sng">
                      <a:solidFill>
                        <a:srgbClr val="D4D4D4"/>
                      </a:solidFill>
                      <a:prstDash val="solid"/>
                      <a:round/>
                      <a:headEnd type="none" w="sm" len="sm"/>
                      <a:tailEnd type="none" w="sm" len="sm"/>
                    </a:lnB>
                    <a:solidFill>
                      <a:srgbClr val="EAEAEA"/>
                    </a:solidFill>
                  </a:tcPr>
                </a:tc>
                <a:extLst>
                  <a:ext uri="{0D108BD9-81ED-4DB2-BD59-A6C34878D82A}">
                    <a16:rowId xmlns:a16="http://schemas.microsoft.com/office/drawing/2014/main" val="10000"/>
                  </a:ext>
                </a:extLst>
              </a:tr>
            </a:tbl>
          </a:graphicData>
        </a:graphic>
      </p:graphicFrame>
      <p:sp>
        <p:nvSpPr>
          <p:cNvPr id="389" name="Google Shape;389;p55"/>
          <p:cNvSpPr txBox="1"/>
          <p:nvPr/>
        </p:nvSpPr>
        <p:spPr>
          <a:xfrm>
            <a:off x="2570726" y="3141425"/>
            <a:ext cx="3525300" cy="6465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a:solidFill>
                  <a:srgbClr val="000000"/>
                </a:solidFill>
                <a:latin typeface="Arial"/>
                <a:ea typeface="Arial"/>
                <a:cs typeface="Arial"/>
                <a:sym typeface="Arial"/>
              </a:rPr>
              <a:t>College: </a:t>
            </a:r>
            <a:r>
              <a:rPr lang="en-US" sz="1200"/>
              <a:t>IIT Kanpur</a:t>
            </a:r>
            <a:endParaRPr/>
          </a:p>
          <a:p>
            <a:pPr marL="0" marR="0" lvl="0" indent="0" algn="l" rtl="0">
              <a:lnSpc>
                <a:spcPct val="100000"/>
              </a:lnSpc>
              <a:spcBef>
                <a:spcPts val="0"/>
              </a:spcBef>
              <a:spcAft>
                <a:spcPts val="0"/>
              </a:spcAft>
              <a:buClr>
                <a:srgbClr val="000000"/>
              </a:buClr>
              <a:buSzPts val="1200"/>
              <a:buFont typeface="Arial"/>
              <a:buNone/>
            </a:pPr>
            <a:r>
              <a:rPr lang="en-US" sz="1200" b="0" i="0" u="none" strike="noStrike" cap="none">
                <a:solidFill>
                  <a:srgbClr val="000000"/>
                </a:solidFill>
                <a:latin typeface="Arial"/>
                <a:ea typeface="Arial"/>
                <a:cs typeface="Arial"/>
                <a:sym typeface="Arial"/>
              </a:rPr>
              <a:t>Stream: </a:t>
            </a:r>
            <a:r>
              <a:rPr lang="en-US" sz="1200"/>
              <a:t>Aerospace Engineering</a:t>
            </a:r>
            <a:endParaRPr/>
          </a:p>
          <a:p>
            <a:pPr marL="0" marR="0" lvl="0" indent="0" algn="l" rtl="0">
              <a:lnSpc>
                <a:spcPct val="100000"/>
              </a:lnSpc>
              <a:spcBef>
                <a:spcPts val="0"/>
              </a:spcBef>
              <a:spcAft>
                <a:spcPts val="0"/>
              </a:spcAft>
              <a:buClr>
                <a:srgbClr val="000000"/>
              </a:buClr>
              <a:buSzPts val="1200"/>
              <a:buFont typeface="Arial"/>
              <a:buNone/>
            </a:pPr>
            <a:r>
              <a:rPr lang="en-US" sz="1200" b="0" i="0" u="none" strike="noStrike" cap="none">
                <a:solidFill>
                  <a:srgbClr val="000000"/>
                </a:solidFill>
                <a:latin typeface="Arial"/>
                <a:ea typeface="Arial"/>
                <a:cs typeface="Arial"/>
                <a:sym typeface="Arial"/>
              </a:rPr>
              <a:t>Year of graduation: 2027</a:t>
            </a:r>
            <a:endParaRPr/>
          </a:p>
        </p:txBody>
      </p:sp>
      <p:sp>
        <p:nvSpPr>
          <p:cNvPr id="390" name="Google Shape;390;p55"/>
          <p:cNvSpPr txBox="1"/>
          <p:nvPr/>
        </p:nvSpPr>
        <p:spPr>
          <a:xfrm>
            <a:off x="2637625" y="5236050"/>
            <a:ext cx="3458400" cy="1046700"/>
          </a:xfrm>
          <a:prstGeom prst="rect">
            <a:avLst/>
          </a:prstGeom>
          <a:noFill/>
          <a:ln>
            <a:noFill/>
          </a:ln>
        </p:spPr>
        <p:txBody>
          <a:bodyPr spcFirstLastPara="1" wrap="square" lIns="91425" tIns="45700" rIns="91425" bIns="45700" anchor="t" anchorCtr="0">
            <a:spAutoFit/>
          </a:bodyPr>
          <a:lstStyle/>
          <a:p>
            <a:pPr marL="0" lvl="0" indent="0" algn="l" rtl="0">
              <a:spcBef>
                <a:spcPts val="0"/>
              </a:spcBef>
              <a:spcAft>
                <a:spcPts val="0"/>
              </a:spcAft>
              <a:buClr>
                <a:schemeClr val="dk1"/>
              </a:buClr>
              <a:buSzPts val="1200"/>
              <a:buFont typeface="Arial"/>
              <a:buNone/>
            </a:pPr>
            <a:r>
              <a:rPr lang="en-US" sz="1200">
                <a:solidFill>
                  <a:schemeClr val="dk1"/>
                </a:solidFill>
              </a:rPr>
              <a:t>College: IIT Kanpur</a:t>
            </a:r>
            <a:endParaRPr>
              <a:solidFill>
                <a:schemeClr val="dk1"/>
              </a:solidFill>
            </a:endParaRPr>
          </a:p>
          <a:p>
            <a:pPr marL="0" lvl="0" indent="0" algn="l" rtl="0">
              <a:spcBef>
                <a:spcPts val="0"/>
              </a:spcBef>
              <a:spcAft>
                <a:spcPts val="0"/>
              </a:spcAft>
              <a:buClr>
                <a:schemeClr val="dk1"/>
              </a:buClr>
              <a:buSzPts val="1200"/>
              <a:buFont typeface="Arial"/>
              <a:buNone/>
            </a:pPr>
            <a:r>
              <a:rPr lang="en-US" sz="1200">
                <a:solidFill>
                  <a:schemeClr val="dk1"/>
                </a:solidFill>
              </a:rPr>
              <a:t>Stream: Civil Engineering</a:t>
            </a:r>
            <a:endParaRPr sz="1200">
              <a:solidFill>
                <a:schemeClr val="dk1"/>
              </a:solidFill>
            </a:endParaRPr>
          </a:p>
          <a:p>
            <a:pPr marL="0" lvl="0" indent="0" algn="l" rtl="0">
              <a:spcBef>
                <a:spcPts val="0"/>
              </a:spcBef>
              <a:spcAft>
                <a:spcPts val="0"/>
              </a:spcAft>
              <a:buClr>
                <a:schemeClr val="dk1"/>
              </a:buClr>
              <a:buSzPts val="1200"/>
              <a:buFont typeface="Arial"/>
              <a:buNone/>
            </a:pPr>
            <a:r>
              <a:rPr lang="en-US" sz="1200">
                <a:solidFill>
                  <a:schemeClr val="dk1"/>
                </a:solidFill>
              </a:rPr>
              <a:t>Year of graduation: 2027</a:t>
            </a:r>
            <a:endParaRPr>
              <a:solidFill>
                <a:schemeClr val="dk1"/>
              </a:solidFill>
            </a:endParaRPr>
          </a:p>
          <a:p>
            <a:pPr marL="0" lvl="0" indent="0" algn="l" rtl="0">
              <a:spcBef>
                <a:spcPts val="0"/>
              </a:spcBef>
              <a:spcAft>
                <a:spcPts val="0"/>
              </a:spcAft>
              <a:buClr>
                <a:schemeClr val="dk1"/>
              </a:buClr>
              <a:buSzPts val="1200"/>
              <a:buFont typeface="Arial"/>
              <a:buNone/>
            </a:pPr>
            <a:endParaRPr>
              <a:solidFill>
                <a:schemeClr val="dk1"/>
              </a:solidFill>
            </a:endParaRPr>
          </a:p>
          <a:p>
            <a:pPr marL="0" marR="0" lvl="0" indent="0" algn="l" rtl="0">
              <a:lnSpc>
                <a:spcPct val="100000"/>
              </a:lnSpc>
              <a:spcBef>
                <a:spcPts val="0"/>
              </a:spcBef>
              <a:spcAft>
                <a:spcPts val="0"/>
              </a:spcAft>
              <a:buClr>
                <a:srgbClr val="000000"/>
              </a:buClr>
              <a:buSzPts val="1200"/>
              <a:buFont typeface="Arial"/>
              <a:buNone/>
            </a:pPr>
            <a:endParaRPr sz="1200"/>
          </a:p>
        </p:txBody>
      </p:sp>
      <p:sp>
        <p:nvSpPr>
          <p:cNvPr id="391" name="Google Shape;391;p55"/>
          <p:cNvSpPr txBox="1"/>
          <p:nvPr/>
        </p:nvSpPr>
        <p:spPr>
          <a:xfrm>
            <a:off x="8291575" y="3100600"/>
            <a:ext cx="3525300" cy="861900"/>
          </a:xfrm>
          <a:prstGeom prst="rect">
            <a:avLst/>
          </a:prstGeom>
          <a:noFill/>
          <a:ln>
            <a:noFill/>
          </a:ln>
        </p:spPr>
        <p:txBody>
          <a:bodyPr spcFirstLastPara="1" wrap="square" lIns="91425" tIns="45700" rIns="91425" bIns="45700" anchor="t" anchorCtr="0">
            <a:spAutoFit/>
          </a:bodyPr>
          <a:lstStyle/>
          <a:p>
            <a:pPr marL="0" lvl="0" indent="0" algn="l" rtl="0">
              <a:spcBef>
                <a:spcPts val="0"/>
              </a:spcBef>
              <a:spcAft>
                <a:spcPts val="0"/>
              </a:spcAft>
              <a:buClr>
                <a:schemeClr val="dk1"/>
              </a:buClr>
              <a:buSzPts val="1200"/>
              <a:buFont typeface="Arial"/>
              <a:buNone/>
            </a:pPr>
            <a:r>
              <a:rPr lang="en-US" sz="1200">
                <a:solidFill>
                  <a:schemeClr val="dk1"/>
                </a:solidFill>
              </a:rPr>
              <a:t>College: IIT Kanpur</a:t>
            </a:r>
            <a:endParaRPr>
              <a:solidFill>
                <a:schemeClr val="dk1"/>
              </a:solidFill>
            </a:endParaRPr>
          </a:p>
          <a:p>
            <a:pPr marL="0" lvl="0" indent="0" algn="l" rtl="0">
              <a:spcBef>
                <a:spcPts val="0"/>
              </a:spcBef>
              <a:spcAft>
                <a:spcPts val="0"/>
              </a:spcAft>
              <a:buClr>
                <a:schemeClr val="dk1"/>
              </a:buClr>
              <a:buSzPts val="1200"/>
              <a:buFont typeface="Arial"/>
              <a:buNone/>
            </a:pPr>
            <a:r>
              <a:rPr lang="en-US" sz="1200">
                <a:solidFill>
                  <a:schemeClr val="dk1"/>
                </a:solidFill>
              </a:rPr>
              <a:t>Stream: Aerospace Engineering</a:t>
            </a:r>
            <a:endParaRPr>
              <a:solidFill>
                <a:schemeClr val="dk1"/>
              </a:solidFill>
            </a:endParaRPr>
          </a:p>
          <a:p>
            <a:pPr marL="0" lvl="0" indent="0" algn="l" rtl="0">
              <a:spcBef>
                <a:spcPts val="0"/>
              </a:spcBef>
              <a:spcAft>
                <a:spcPts val="0"/>
              </a:spcAft>
              <a:buClr>
                <a:schemeClr val="dk1"/>
              </a:buClr>
              <a:buSzPts val="1200"/>
              <a:buFont typeface="Arial"/>
              <a:buNone/>
            </a:pPr>
            <a:r>
              <a:rPr lang="en-US" sz="1200">
                <a:solidFill>
                  <a:schemeClr val="dk1"/>
                </a:solidFill>
              </a:rPr>
              <a:t>Year of graduation: 2027</a:t>
            </a:r>
            <a:endParaRPr>
              <a:solidFill>
                <a:schemeClr val="dk1"/>
              </a:solidFill>
            </a:endParaRPr>
          </a:p>
          <a:p>
            <a:pPr marL="0" marR="0" lvl="0" indent="0" algn="l" rtl="0">
              <a:lnSpc>
                <a:spcPct val="100000"/>
              </a:lnSpc>
              <a:spcBef>
                <a:spcPts val="0"/>
              </a:spcBef>
              <a:spcAft>
                <a:spcPts val="0"/>
              </a:spcAft>
              <a:buClr>
                <a:srgbClr val="000000"/>
              </a:buClr>
              <a:buSzPts val="1200"/>
              <a:buFont typeface="Arial"/>
              <a:buNone/>
            </a:pPr>
            <a:endParaRPr/>
          </a:p>
        </p:txBody>
      </p:sp>
      <p:pic>
        <p:nvPicPr>
          <p:cNvPr id="392" name="Google Shape;392;p55" title="1751640114791.png"/>
          <p:cNvPicPr preferRelativeResize="0"/>
          <p:nvPr/>
        </p:nvPicPr>
        <p:blipFill>
          <a:blip r:embed="rId3">
            <a:alphaModFix/>
          </a:blip>
          <a:stretch>
            <a:fillRect/>
          </a:stretch>
        </p:blipFill>
        <p:spPr>
          <a:xfrm>
            <a:off x="742113" y="4513750"/>
            <a:ext cx="1664876" cy="1664876"/>
          </a:xfrm>
          <a:prstGeom prst="rect">
            <a:avLst/>
          </a:prstGeom>
          <a:noFill/>
          <a:ln>
            <a:noFill/>
          </a:ln>
        </p:spPr>
      </p:pic>
      <p:pic>
        <p:nvPicPr>
          <p:cNvPr id="393" name="Google Shape;393;p55" title="WhatsApp Image 2026-08-16 at 17.57.45.jpeg"/>
          <p:cNvPicPr preferRelativeResize="0"/>
          <p:nvPr/>
        </p:nvPicPr>
        <p:blipFill>
          <a:blip r:embed="rId4">
            <a:alphaModFix/>
          </a:blip>
          <a:stretch>
            <a:fillRect/>
          </a:stretch>
        </p:blipFill>
        <p:spPr>
          <a:xfrm>
            <a:off x="6577875" y="2461825"/>
            <a:ext cx="1474700" cy="1721625"/>
          </a:xfrm>
          <a:prstGeom prst="rect">
            <a:avLst/>
          </a:prstGeom>
          <a:noFill/>
          <a:ln>
            <a:noFill/>
          </a:ln>
        </p:spPr>
      </p:pic>
      <p:pic>
        <p:nvPicPr>
          <p:cNvPr id="394" name="Google Shape;394;p55" title="1767802341906.jpg"/>
          <p:cNvPicPr preferRelativeResize="0"/>
          <p:nvPr/>
        </p:nvPicPr>
        <p:blipFill>
          <a:blip r:embed="rId5">
            <a:alphaModFix/>
          </a:blip>
          <a:stretch>
            <a:fillRect/>
          </a:stretch>
        </p:blipFill>
        <p:spPr>
          <a:xfrm>
            <a:off x="742125" y="2490198"/>
            <a:ext cx="1664875" cy="16648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20040"/>
            <a:ext cx="11247120" cy="502920"/>
          </a:xfrm>
          <a:prstGeom prst="rect">
            <a:avLst/>
          </a:prstGeom>
          <a:noFill/>
        </p:spPr>
        <p:txBody>
          <a:bodyPr wrap="none">
            <a:spAutoFit/>
          </a:bodyPr>
          <a:lstStyle/>
          <a:p>
            <a:r>
              <a:rPr sz="2600" b="1">
                <a:solidFill>
                  <a:srgbClr val="1A1A2E"/>
                </a:solidFill>
                <a:latin typeface="Arial"/>
              </a:rPr>
              <a:t>1. Problem framing</a:t>
            </a:r>
          </a:p>
        </p:txBody>
      </p:sp>
      <p:sp>
        <p:nvSpPr>
          <p:cNvPr id="4" name="Rectangle 3"/>
          <p:cNvSpPr/>
          <p:nvPr/>
        </p:nvSpPr>
        <p:spPr>
          <a:xfrm>
            <a:off x="502920" y="841248"/>
            <a:ext cx="1234440" cy="54864"/>
          </a:xfrm>
          <a:prstGeom prst="rect">
            <a:avLst/>
          </a:prstGeom>
          <a:solidFill>
            <a:srgbClr val="A10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960120"/>
            <a:ext cx="11155680" cy="457200"/>
          </a:xfrm>
          <a:prstGeom prst="rect">
            <a:avLst/>
          </a:prstGeom>
          <a:noFill/>
        </p:spPr>
        <p:txBody>
          <a:bodyPr wrap="square">
            <a:spAutoFit/>
          </a:bodyPr>
          <a:lstStyle/>
          <a:p>
            <a:pPr>
              <a:lnSpc>
                <a:spcPct val="112000"/>
              </a:lnSpc>
            </a:pPr>
            <a:r>
              <a:rPr sz="1500">
                <a:solidFill>
                  <a:srgbClr val="1A1A2E"/>
                </a:solidFill>
                <a:latin typeface="Arial"/>
              </a:rPr>
              <a:t>Emergency triage is a two-minute call, made on thin data, while more patients keep arriving. It is not a clean ranking problem.</a:t>
            </a:r>
          </a:p>
        </p:txBody>
      </p:sp>
      <p:sp>
        <p:nvSpPr>
          <p:cNvPr id="6" name="Rounded Rectangle 5"/>
          <p:cNvSpPr/>
          <p:nvPr/>
        </p:nvSpPr>
        <p:spPr>
          <a:xfrm>
            <a:off x="502920" y="1600200"/>
            <a:ext cx="5440679" cy="1572768"/>
          </a:xfrm>
          <a:prstGeom prst="roundRect">
            <a:avLst>
              <a:gd name="adj" fmla="val 9000"/>
            </a:avLst>
          </a:prstGeom>
          <a:solidFill>
            <a:srgbClr val="F7F5FB"/>
          </a:solidFill>
          <a:ln w="12700">
            <a:solidFill>
              <a:srgbClr val="E6E6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04088" y="1764792"/>
            <a:ext cx="5038343" cy="1280160"/>
          </a:xfrm>
          <a:prstGeom prst="rect">
            <a:avLst/>
          </a:prstGeom>
          <a:noFill/>
        </p:spPr>
        <p:txBody>
          <a:bodyPr wrap="square" anchor="t">
            <a:spAutoFit/>
          </a:bodyPr>
          <a:lstStyle/>
          <a:p>
            <a:r>
              <a:rPr sz="1400" b="1">
                <a:solidFill>
                  <a:srgbClr val="A100FF"/>
                </a:solidFill>
                <a:latin typeface="Arial"/>
              </a:rPr>
              <a:t>Age changes every number</a:t>
            </a:r>
          </a:p>
          <a:p>
            <a:pPr>
              <a:lnSpc>
                <a:spcPct val="110000"/>
              </a:lnSpc>
              <a:spcBef>
                <a:spcPts val="900"/>
              </a:spcBef>
            </a:pPr>
            <a:r>
              <a:rPr sz="1200">
                <a:solidFill>
                  <a:srgbClr val="1A1A2E"/>
                </a:solidFill>
                <a:latin typeface="Arial"/>
              </a:rPr>
              <a:t>A heart rate of 150 is an emergency in a calm adult and almost normal in a distressed toddler.</a:t>
            </a:r>
          </a:p>
          <a:p>
            <a:pPr>
              <a:lnSpc>
                <a:spcPct val="110000"/>
              </a:lnSpc>
              <a:spcBef>
                <a:spcPts val="500"/>
              </a:spcBef>
            </a:pPr>
            <a:r>
              <a:rPr sz="1200">
                <a:solidFill>
                  <a:srgbClr val="1A1A2E"/>
                </a:solidFill>
                <a:latin typeface="Arial"/>
              </a:rPr>
              <a:t>One adult-calibrated scale silently misreads children and the elderly.</a:t>
            </a:r>
          </a:p>
        </p:txBody>
      </p:sp>
      <p:sp>
        <p:nvSpPr>
          <p:cNvPr id="8" name="Rounded Rectangle 7"/>
          <p:cNvSpPr/>
          <p:nvPr/>
        </p:nvSpPr>
        <p:spPr>
          <a:xfrm>
            <a:off x="6217919" y="1600200"/>
            <a:ext cx="5440679" cy="1572768"/>
          </a:xfrm>
          <a:prstGeom prst="roundRect">
            <a:avLst>
              <a:gd name="adj" fmla="val 9000"/>
            </a:avLst>
          </a:prstGeom>
          <a:solidFill>
            <a:srgbClr val="F7F5FB"/>
          </a:solidFill>
          <a:ln w="12700">
            <a:solidFill>
              <a:srgbClr val="E6E6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19087" y="1764792"/>
            <a:ext cx="5038343" cy="1280160"/>
          </a:xfrm>
          <a:prstGeom prst="rect">
            <a:avLst/>
          </a:prstGeom>
          <a:noFill/>
        </p:spPr>
        <p:txBody>
          <a:bodyPr wrap="square" anchor="t">
            <a:spAutoFit/>
          </a:bodyPr>
          <a:lstStyle/>
          <a:p>
            <a:r>
              <a:rPr sz="1400" b="1">
                <a:solidFill>
                  <a:srgbClr val="A100FF"/>
                </a:solidFill>
                <a:latin typeface="Arial"/>
              </a:rPr>
              <a:t>Intake data is uneven</a:t>
            </a:r>
          </a:p>
          <a:p>
            <a:pPr>
              <a:lnSpc>
                <a:spcPct val="110000"/>
              </a:lnSpc>
              <a:spcBef>
                <a:spcPts val="900"/>
              </a:spcBef>
            </a:pPr>
            <a:r>
              <a:rPr sz="1200">
                <a:solidFill>
                  <a:srgbClr val="1A1A2E"/>
                </a:solidFill>
                <a:latin typeface="Arial"/>
              </a:rPr>
              <a:t>About half of arrivals have useful history on file; the other half are effectively strangers.</a:t>
            </a:r>
          </a:p>
          <a:p>
            <a:pPr>
              <a:lnSpc>
                <a:spcPct val="110000"/>
              </a:lnSpc>
              <a:spcBef>
                <a:spcPts val="500"/>
              </a:spcBef>
            </a:pPr>
            <a:r>
              <a:rPr sz="1200">
                <a:solidFill>
                  <a:srgbClr val="1A1A2E"/>
                </a:solidFill>
                <a:latin typeface="Arial"/>
              </a:rPr>
              <a:t>Tools that assume rich records fail worst on the people they know least.</a:t>
            </a:r>
          </a:p>
        </p:txBody>
      </p:sp>
      <p:sp>
        <p:nvSpPr>
          <p:cNvPr id="10" name="Rounded Rectangle 9"/>
          <p:cNvSpPr/>
          <p:nvPr/>
        </p:nvSpPr>
        <p:spPr>
          <a:xfrm>
            <a:off x="502920" y="3319272"/>
            <a:ext cx="5440679" cy="1572768"/>
          </a:xfrm>
          <a:prstGeom prst="roundRect">
            <a:avLst>
              <a:gd name="adj" fmla="val 9000"/>
            </a:avLst>
          </a:prstGeom>
          <a:solidFill>
            <a:srgbClr val="F7F5FB"/>
          </a:solidFill>
          <a:ln w="12700">
            <a:solidFill>
              <a:srgbClr val="E6E6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04088" y="3483864"/>
            <a:ext cx="5038343" cy="1280160"/>
          </a:xfrm>
          <a:prstGeom prst="rect">
            <a:avLst/>
          </a:prstGeom>
          <a:noFill/>
        </p:spPr>
        <p:txBody>
          <a:bodyPr wrap="square" anchor="t">
            <a:spAutoFit/>
          </a:bodyPr>
          <a:lstStyle/>
          <a:p>
            <a:r>
              <a:rPr sz="1400" b="1">
                <a:solidFill>
                  <a:srgbClr val="A100FF"/>
                </a:solidFill>
                <a:latin typeface="Arial"/>
              </a:rPr>
              <a:t>Under-triage can kill</a:t>
            </a:r>
          </a:p>
          <a:p>
            <a:pPr>
              <a:lnSpc>
                <a:spcPct val="110000"/>
              </a:lnSpc>
              <a:spcBef>
                <a:spcPts val="900"/>
              </a:spcBef>
            </a:pPr>
            <a:r>
              <a:rPr sz="1200">
                <a:solidFill>
                  <a:srgbClr val="1A1A2E"/>
                </a:solidFill>
                <a:latin typeface="Arial"/>
              </a:rPr>
              <a:t>Over-triage only wastes some capacity, but missing a critical patient can be fatal.</a:t>
            </a:r>
          </a:p>
          <a:p>
            <a:pPr>
              <a:lnSpc>
                <a:spcPct val="110000"/>
              </a:lnSpc>
              <a:spcBef>
                <a:spcPts val="500"/>
              </a:spcBef>
            </a:pPr>
            <a:r>
              <a:rPr sz="1200">
                <a:solidFill>
                  <a:srgbClr val="1A1A2E"/>
                </a:solidFill>
                <a:latin typeface="Arial"/>
              </a:rPr>
              <a:t>Stroke, STEMI, and sepsis have treatment windows measured in minutes.</a:t>
            </a:r>
          </a:p>
        </p:txBody>
      </p:sp>
      <p:sp>
        <p:nvSpPr>
          <p:cNvPr id="12" name="Rounded Rectangle 11"/>
          <p:cNvSpPr/>
          <p:nvPr/>
        </p:nvSpPr>
        <p:spPr>
          <a:xfrm>
            <a:off x="6217919" y="3319272"/>
            <a:ext cx="5440679" cy="1572768"/>
          </a:xfrm>
          <a:prstGeom prst="roundRect">
            <a:avLst>
              <a:gd name="adj" fmla="val 9000"/>
            </a:avLst>
          </a:prstGeom>
          <a:solidFill>
            <a:srgbClr val="F7F5FB"/>
          </a:solidFill>
          <a:ln w="12700">
            <a:solidFill>
              <a:srgbClr val="E6E6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19087" y="3483864"/>
            <a:ext cx="5038343" cy="1280160"/>
          </a:xfrm>
          <a:prstGeom prst="rect">
            <a:avLst/>
          </a:prstGeom>
          <a:noFill/>
        </p:spPr>
        <p:txBody>
          <a:bodyPr wrap="square" anchor="t">
            <a:spAutoFit/>
          </a:bodyPr>
          <a:lstStyle/>
          <a:p>
            <a:r>
              <a:rPr sz="1400" b="1">
                <a:solidFill>
                  <a:srgbClr val="A100FF"/>
                </a:solidFill>
                <a:latin typeface="Arial"/>
              </a:rPr>
              <a:t>It does not end at the desk</a:t>
            </a:r>
          </a:p>
          <a:p>
            <a:pPr>
              <a:lnSpc>
                <a:spcPct val="110000"/>
              </a:lnSpc>
              <a:spcBef>
                <a:spcPts val="900"/>
              </a:spcBef>
            </a:pPr>
            <a:r>
              <a:rPr sz="1200">
                <a:solidFill>
                  <a:srgbClr val="1A1A2E"/>
                </a:solidFill>
                <a:latin typeface="Arial"/>
              </a:rPr>
              <a:t>Patients keep deteriorating in the waiting room, exactly when the department is busiest.</a:t>
            </a:r>
          </a:p>
          <a:p>
            <a:pPr>
              <a:lnSpc>
                <a:spcPct val="110000"/>
              </a:lnSpc>
              <a:spcBef>
                <a:spcPts val="500"/>
              </a:spcBef>
            </a:pPr>
            <a:r>
              <a:rPr sz="1200">
                <a:solidFill>
                  <a:srgbClr val="1A1A2E"/>
                </a:solidFill>
                <a:latin typeface="Arial"/>
              </a:rPr>
              <a:t>A score-once tool forgets them, so someone has to keep watching.</a:t>
            </a:r>
          </a:p>
        </p:txBody>
      </p:sp>
      <p:sp>
        <p:nvSpPr>
          <p:cNvPr id="14" name="Rounded Rectangle 13"/>
          <p:cNvSpPr/>
          <p:nvPr/>
        </p:nvSpPr>
        <p:spPr>
          <a:xfrm>
            <a:off x="502920" y="5074920"/>
            <a:ext cx="11155680" cy="914400"/>
          </a:xfrm>
          <a:prstGeom prst="roundRect">
            <a:avLst>
              <a:gd name="adj" fmla="val 14000"/>
            </a:avLst>
          </a:prstGeom>
          <a:solidFill>
            <a:srgbClr val="A10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22960" y="5074920"/>
            <a:ext cx="10515600" cy="914400"/>
          </a:xfrm>
          <a:prstGeom prst="rect">
            <a:avLst/>
          </a:prstGeom>
          <a:noFill/>
        </p:spPr>
        <p:txBody>
          <a:bodyPr wrap="square" anchor="ctr">
            <a:spAutoFit/>
          </a:bodyPr>
          <a:lstStyle/>
          <a:p>
            <a:pPr>
              <a:lnSpc>
                <a:spcPct val="112000"/>
              </a:lnSpc>
            </a:pPr>
            <a:r>
              <a:rPr sz="1400" b="1">
                <a:solidFill>
                  <a:srgbClr val="FFFFFF"/>
                </a:solidFill>
                <a:latin typeface="Arial"/>
              </a:rPr>
              <a:t>The real job is not average accuracy. It is to stay safe under sparse data and time pressure, keep watching the people who are waiting, and leave the final call to a clinician.</a:t>
            </a:r>
          </a:p>
        </p:txBody>
      </p:sp>
      <p:sp>
        <p:nvSpPr>
          <p:cNvPr id="16" name="TextBox 15"/>
          <p:cNvSpPr txBox="1"/>
          <p:nvPr/>
        </p:nvSpPr>
        <p:spPr>
          <a:xfrm>
            <a:off x="502920" y="6446520"/>
            <a:ext cx="9144000" cy="274320"/>
          </a:xfrm>
          <a:prstGeom prst="rect">
            <a:avLst/>
          </a:prstGeom>
          <a:noFill/>
        </p:spPr>
        <p:txBody>
          <a:bodyPr wrap="none">
            <a:spAutoFit/>
          </a:bodyPr>
          <a:lstStyle/>
          <a:p>
            <a:r>
              <a:rPr sz="1000">
                <a:solidFill>
                  <a:srgbClr val="555566"/>
                </a:solidFill>
                <a:latin typeface="Arial"/>
              </a:rPr>
              <a:t>Team Sentinel  |  PatientTriage.ai  |  Accenture Innovation Challenge 2026</a:t>
            </a:r>
          </a:p>
        </p:txBody>
      </p:sp>
      <p:sp>
        <p:nvSpPr>
          <p:cNvPr id="17" name="TextBox 16"/>
          <p:cNvSpPr txBox="1"/>
          <p:nvPr/>
        </p:nvSpPr>
        <p:spPr>
          <a:xfrm>
            <a:off x="10698480" y="6446520"/>
            <a:ext cx="1005840" cy="274320"/>
          </a:xfrm>
          <a:prstGeom prst="rect">
            <a:avLst/>
          </a:prstGeom>
          <a:noFill/>
        </p:spPr>
        <p:txBody>
          <a:bodyPr wrap="none">
            <a:spAutoFit/>
          </a:bodyPr>
          <a:lstStyle/>
          <a:p>
            <a:pPr algn="r"/>
            <a:r>
              <a:rPr sz="1000">
                <a:solidFill>
                  <a:srgbClr val="555566"/>
                </a:solidFill>
                <a:latin typeface="Arial"/>
              </a:rPr>
              <a:t>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20040"/>
            <a:ext cx="11247120" cy="502920"/>
          </a:xfrm>
          <a:prstGeom prst="rect">
            <a:avLst/>
          </a:prstGeom>
          <a:noFill/>
        </p:spPr>
        <p:txBody>
          <a:bodyPr wrap="none">
            <a:spAutoFit/>
          </a:bodyPr>
          <a:lstStyle/>
          <a:p>
            <a:r>
              <a:rPr sz="2600" b="1">
                <a:solidFill>
                  <a:srgbClr val="1A1A2E"/>
                </a:solidFill>
                <a:latin typeface="Arial"/>
              </a:rPr>
              <a:t>2. Solution overview</a:t>
            </a:r>
          </a:p>
        </p:txBody>
      </p:sp>
      <p:sp>
        <p:nvSpPr>
          <p:cNvPr id="4" name="Rectangle 3"/>
          <p:cNvSpPr/>
          <p:nvPr/>
        </p:nvSpPr>
        <p:spPr>
          <a:xfrm>
            <a:off x="502920" y="841248"/>
            <a:ext cx="1234440" cy="54864"/>
          </a:xfrm>
          <a:prstGeom prst="rect">
            <a:avLst/>
          </a:prstGeom>
          <a:solidFill>
            <a:srgbClr val="A10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960120"/>
            <a:ext cx="11155680" cy="502920"/>
          </a:xfrm>
          <a:prstGeom prst="rect">
            <a:avLst/>
          </a:prstGeom>
          <a:noFill/>
        </p:spPr>
        <p:txBody>
          <a:bodyPr wrap="square">
            <a:spAutoFit/>
          </a:bodyPr>
          <a:lstStyle/>
          <a:p>
            <a:pPr>
              <a:lnSpc>
                <a:spcPct val="112000"/>
              </a:lnSpc>
            </a:pPr>
            <a:r>
              <a:rPr sz="1500">
                <a:solidFill>
                  <a:srgbClr val="1A1A2E"/>
                </a:solidFill>
                <a:latin typeface="Arial"/>
              </a:rPr>
              <a:t>Sentinel recommends urgency and placement. A Gemini agent reasons with tools. A clinician makes the final call. No diagnosis, treatment, or discharge.</a:t>
            </a:r>
          </a:p>
        </p:txBody>
      </p:sp>
      <p:sp>
        <p:nvSpPr>
          <p:cNvPr id="6" name="TextBox 5"/>
          <p:cNvSpPr txBox="1"/>
          <p:nvPr/>
        </p:nvSpPr>
        <p:spPr>
          <a:xfrm>
            <a:off x="502920" y="1536192"/>
            <a:ext cx="8229600" cy="274320"/>
          </a:xfrm>
          <a:prstGeom prst="rect">
            <a:avLst/>
          </a:prstGeom>
          <a:noFill/>
        </p:spPr>
        <p:txBody>
          <a:bodyPr wrap="none">
            <a:spAutoFit/>
          </a:bodyPr>
          <a:lstStyle/>
          <a:p>
            <a:r>
              <a:rPr sz="1200" b="1">
                <a:solidFill>
                  <a:srgbClr val="A100FF"/>
                </a:solidFill>
                <a:latin typeface="Arial"/>
              </a:rPr>
              <a:t>PRIMARY PATH</a:t>
            </a:r>
          </a:p>
        </p:txBody>
      </p:sp>
      <p:sp>
        <p:nvSpPr>
          <p:cNvPr id="7" name="Rounded Rectangle 6"/>
          <p:cNvSpPr/>
          <p:nvPr/>
        </p:nvSpPr>
        <p:spPr>
          <a:xfrm>
            <a:off x="502920" y="1828800"/>
            <a:ext cx="1997049" cy="896112"/>
          </a:xfrm>
          <a:prstGeom prst="roundRect">
            <a:avLst>
              <a:gd name="adj" fmla="val 18000"/>
            </a:avLst>
          </a:prstGeom>
          <a:solidFill>
            <a:srgbClr val="FFFFFF"/>
          </a:solidFill>
          <a:ln w="15875">
            <a:solidFill>
              <a:srgbClr val="E6E6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1382572" y="1920240"/>
            <a:ext cx="237744" cy="237744"/>
          </a:xfrm>
          <a:prstGeom prst="ellipse">
            <a:avLst/>
          </a:prstGeom>
          <a:solidFill>
            <a:srgbClr val="A10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382572" y="1929384"/>
            <a:ext cx="237744" cy="219456"/>
          </a:xfrm>
          <a:prstGeom prst="rect">
            <a:avLst/>
          </a:prstGeom>
          <a:noFill/>
        </p:spPr>
        <p:txBody>
          <a:bodyPr wrap="none">
            <a:spAutoFit/>
          </a:bodyPr>
          <a:lstStyle/>
          <a:p>
            <a:pPr algn="ctr"/>
            <a:r>
              <a:rPr sz="1000" b="1">
                <a:solidFill>
                  <a:srgbClr val="FFFFFF"/>
                </a:solidFill>
                <a:latin typeface="Arial"/>
              </a:rPr>
              <a:t>1</a:t>
            </a:r>
          </a:p>
        </p:txBody>
      </p:sp>
      <p:sp>
        <p:nvSpPr>
          <p:cNvPr id="10" name="TextBox 9"/>
          <p:cNvSpPr txBox="1"/>
          <p:nvPr/>
        </p:nvSpPr>
        <p:spPr>
          <a:xfrm>
            <a:off x="576072" y="2194560"/>
            <a:ext cx="1850745" cy="548640"/>
          </a:xfrm>
          <a:prstGeom prst="rect">
            <a:avLst/>
          </a:prstGeom>
          <a:noFill/>
        </p:spPr>
        <p:txBody>
          <a:bodyPr wrap="square">
            <a:spAutoFit/>
          </a:bodyPr>
          <a:lstStyle/>
          <a:p>
            <a:pPr algn="ctr"/>
            <a:r>
              <a:rPr sz="1200" b="1">
                <a:solidFill>
                  <a:srgbClr val="1A1A2E"/>
                </a:solidFill>
                <a:latin typeface="Arial"/>
              </a:rPr>
              <a:t>Intake</a:t>
            </a:r>
          </a:p>
          <a:p>
            <a:pPr algn="ctr">
              <a:spcBef>
                <a:spcPts val="100"/>
              </a:spcBef>
            </a:pPr>
            <a:r>
              <a:rPr sz="1000">
                <a:solidFill>
                  <a:srgbClr val="555566"/>
                </a:solidFill>
                <a:latin typeface="Arial"/>
              </a:rPr>
              <a:t>Note and vitals</a:t>
            </a:r>
          </a:p>
        </p:txBody>
      </p:sp>
      <p:sp>
        <p:nvSpPr>
          <p:cNvPr id="11" name="Right Arrow 10"/>
          <p:cNvSpPr/>
          <p:nvPr/>
        </p:nvSpPr>
        <p:spPr>
          <a:xfrm>
            <a:off x="2545689" y="2194560"/>
            <a:ext cx="201168" cy="164592"/>
          </a:xfrm>
          <a:prstGeom prst="rightArrow">
            <a:avLst/>
          </a:prstGeom>
          <a:solidFill>
            <a:srgbClr val="A10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2792577" y="1828800"/>
            <a:ext cx="1997049" cy="896112"/>
          </a:xfrm>
          <a:prstGeom prst="roundRect">
            <a:avLst>
              <a:gd name="adj" fmla="val 18000"/>
            </a:avLst>
          </a:prstGeom>
          <a:solidFill>
            <a:srgbClr val="FFFFFF"/>
          </a:solidFill>
          <a:ln w="15875">
            <a:solidFill>
              <a:srgbClr val="E6E6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3672230" y="1920240"/>
            <a:ext cx="237744" cy="237744"/>
          </a:xfrm>
          <a:prstGeom prst="ellipse">
            <a:avLst/>
          </a:prstGeom>
          <a:solidFill>
            <a:srgbClr val="A10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672230" y="1929384"/>
            <a:ext cx="237744" cy="219456"/>
          </a:xfrm>
          <a:prstGeom prst="rect">
            <a:avLst/>
          </a:prstGeom>
          <a:noFill/>
        </p:spPr>
        <p:txBody>
          <a:bodyPr wrap="none">
            <a:spAutoFit/>
          </a:bodyPr>
          <a:lstStyle/>
          <a:p>
            <a:pPr algn="ctr"/>
            <a:r>
              <a:rPr sz="1000" b="1">
                <a:solidFill>
                  <a:srgbClr val="FFFFFF"/>
                </a:solidFill>
                <a:latin typeface="Arial"/>
              </a:rPr>
              <a:t>2</a:t>
            </a:r>
          </a:p>
        </p:txBody>
      </p:sp>
      <p:sp>
        <p:nvSpPr>
          <p:cNvPr id="15" name="TextBox 14"/>
          <p:cNvSpPr txBox="1"/>
          <p:nvPr/>
        </p:nvSpPr>
        <p:spPr>
          <a:xfrm>
            <a:off x="2865729" y="2194560"/>
            <a:ext cx="1850745" cy="548640"/>
          </a:xfrm>
          <a:prstGeom prst="rect">
            <a:avLst/>
          </a:prstGeom>
          <a:noFill/>
        </p:spPr>
        <p:txBody>
          <a:bodyPr wrap="square">
            <a:spAutoFit/>
          </a:bodyPr>
          <a:lstStyle/>
          <a:p>
            <a:pPr algn="ctr"/>
            <a:r>
              <a:rPr sz="1200" b="1">
                <a:solidFill>
                  <a:srgbClr val="1A1A2E"/>
                </a:solidFill>
                <a:latin typeface="Arial"/>
              </a:rPr>
              <a:t>Agent state</a:t>
            </a:r>
          </a:p>
          <a:p>
            <a:pPr algn="ctr">
              <a:spcBef>
                <a:spcPts val="100"/>
              </a:spcBef>
            </a:pPr>
            <a:r>
              <a:rPr sz="1000">
                <a:solidFill>
                  <a:srgbClr val="555566"/>
                </a:solidFill>
                <a:latin typeface="Arial"/>
              </a:rPr>
              <a:t>Case memory</a:t>
            </a:r>
          </a:p>
        </p:txBody>
      </p:sp>
      <p:sp>
        <p:nvSpPr>
          <p:cNvPr id="16" name="Right Arrow 15"/>
          <p:cNvSpPr/>
          <p:nvPr/>
        </p:nvSpPr>
        <p:spPr>
          <a:xfrm>
            <a:off x="4835347" y="2194560"/>
            <a:ext cx="201168" cy="164592"/>
          </a:xfrm>
          <a:prstGeom prst="rightArrow">
            <a:avLst/>
          </a:prstGeom>
          <a:solidFill>
            <a:srgbClr val="A10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5082235" y="1828800"/>
            <a:ext cx="1997049" cy="896112"/>
          </a:xfrm>
          <a:prstGeom prst="roundRect">
            <a:avLst>
              <a:gd name="adj" fmla="val 18000"/>
            </a:avLst>
          </a:prstGeom>
          <a:solidFill>
            <a:srgbClr val="FFFFFF"/>
          </a:solidFill>
          <a:ln w="15875">
            <a:solidFill>
              <a:srgbClr val="E6E6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5961888" y="1920240"/>
            <a:ext cx="237744" cy="237744"/>
          </a:xfrm>
          <a:prstGeom prst="ellipse">
            <a:avLst/>
          </a:prstGeom>
          <a:solidFill>
            <a:srgbClr val="A10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961888" y="1929384"/>
            <a:ext cx="237744" cy="219456"/>
          </a:xfrm>
          <a:prstGeom prst="rect">
            <a:avLst/>
          </a:prstGeom>
          <a:noFill/>
        </p:spPr>
        <p:txBody>
          <a:bodyPr wrap="none">
            <a:spAutoFit/>
          </a:bodyPr>
          <a:lstStyle/>
          <a:p>
            <a:pPr algn="ctr"/>
            <a:r>
              <a:rPr sz="1000" b="1">
                <a:solidFill>
                  <a:srgbClr val="FFFFFF"/>
                </a:solidFill>
                <a:latin typeface="Arial"/>
              </a:rPr>
              <a:t>3</a:t>
            </a:r>
          </a:p>
        </p:txBody>
      </p:sp>
      <p:sp>
        <p:nvSpPr>
          <p:cNvPr id="20" name="TextBox 19"/>
          <p:cNvSpPr txBox="1"/>
          <p:nvPr/>
        </p:nvSpPr>
        <p:spPr>
          <a:xfrm>
            <a:off x="5155387" y="2194560"/>
            <a:ext cx="1850745" cy="548640"/>
          </a:xfrm>
          <a:prstGeom prst="rect">
            <a:avLst/>
          </a:prstGeom>
          <a:noFill/>
        </p:spPr>
        <p:txBody>
          <a:bodyPr wrap="square">
            <a:spAutoFit/>
          </a:bodyPr>
          <a:lstStyle/>
          <a:p>
            <a:pPr algn="ctr"/>
            <a:r>
              <a:rPr sz="1200" b="1">
                <a:solidFill>
                  <a:srgbClr val="1A1A2E"/>
                </a:solidFill>
                <a:latin typeface="Arial"/>
              </a:rPr>
              <a:t>Gemini agent</a:t>
            </a:r>
          </a:p>
          <a:p>
            <a:pPr algn="ctr">
              <a:spcBef>
                <a:spcPts val="100"/>
              </a:spcBef>
            </a:pPr>
            <a:r>
              <a:rPr sz="1000">
                <a:solidFill>
                  <a:srgbClr val="555566"/>
                </a:solidFill>
                <a:latin typeface="Arial"/>
              </a:rPr>
              <a:t>Reasons + tools</a:t>
            </a:r>
          </a:p>
        </p:txBody>
      </p:sp>
      <p:sp>
        <p:nvSpPr>
          <p:cNvPr id="21" name="Right Arrow 20"/>
          <p:cNvSpPr/>
          <p:nvPr/>
        </p:nvSpPr>
        <p:spPr>
          <a:xfrm>
            <a:off x="7125004" y="2194560"/>
            <a:ext cx="201168" cy="164592"/>
          </a:xfrm>
          <a:prstGeom prst="rightArrow">
            <a:avLst/>
          </a:prstGeom>
          <a:solidFill>
            <a:srgbClr val="A10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7371892" y="1828800"/>
            <a:ext cx="1997049" cy="896112"/>
          </a:xfrm>
          <a:prstGeom prst="roundRect">
            <a:avLst>
              <a:gd name="adj" fmla="val 18000"/>
            </a:avLst>
          </a:prstGeom>
          <a:solidFill>
            <a:srgbClr val="FFFFFF"/>
          </a:solidFill>
          <a:ln w="15875">
            <a:solidFill>
              <a:srgbClr val="E6E6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8251545" y="1920240"/>
            <a:ext cx="237744" cy="237744"/>
          </a:xfrm>
          <a:prstGeom prst="ellipse">
            <a:avLst/>
          </a:prstGeom>
          <a:solidFill>
            <a:srgbClr val="A10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251545" y="1929384"/>
            <a:ext cx="237744" cy="219456"/>
          </a:xfrm>
          <a:prstGeom prst="rect">
            <a:avLst/>
          </a:prstGeom>
          <a:noFill/>
        </p:spPr>
        <p:txBody>
          <a:bodyPr wrap="none">
            <a:spAutoFit/>
          </a:bodyPr>
          <a:lstStyle/>
          <a:p>
            <a:pPr algn="ctr"/>
            <a:r>
              <a:rPr sz="1000" b="1">
                <a:solidFill>
                  <a:srgbClr val="FFFFFF"/>
                </a:solidFill>
                <a:latin typeface="Arial"/>
              </a:rPr>
              <a:t>4</a:t>
            </a:r>
          </a:p>
        </p:txBody>
      </p:sp>
      <p:sp>
        <p:nvSpPr>
          <p:cNvPr id="25" name="TextBox 24"/>
          <p:cNvSpPr txBox="1"/>
          <p:nvPr/>
        </p:nvSpPr>
        <p:spPr>
          <a:xfrm>
            <a:off x="7445044" y="2194560"/>
            <a:ext cx="1850745" cy="548640"/>
          </a:xfrm>
          <a:prstGeom prst="rect">
            <a:avLst/>
          </a:prstGeom>
          <a:noFill/>
        </p:spPr>
        <p:txBody>
          <a:bodyPr wrap="square">
            <a:spAutoFit/>
          </a:bodyPr>
          <a:lstStyle/>
          <a:p>
            <a:pPr algn="ctr"/>
            <a:r>
              <a:rPr sz="1200" b="1">
                <a:solidFill>
                  <a:srgbClr val="1A1A2E"/>
                </a:solidFill>
                <a:latin typeface="Arial"/>
              </a:rPr>
              <a:t>Recommend</a:t>
            </a:r>
          </a:p>
          <a:p>
            <a:pPr algn="ctr">
              <a:spcBef>
                <a:spcPts val="100"/>
              </a:spcBef>
            </a:pPr>
            <a:r>
              <a:rPr sz="1000">
                <a:solidFill>
                  <a:srgbClr val="555566"/>
                </a:solidFill>
                <a:latin typeface="Arial"/>
              </a:rPr>
              <a:t>ESI 1 to 5</a:t>
            </a:r>
          </a:p>
        </p:txBody>
      </p:sp>
      <p:sp>
        <p:nvSpPr>
          <p:cNvPr id="26" name="Right Arrow 25"/>
          <p:cNvSpPr/>
          <p:nvPr/>
        </p:nvSpPr>
        <p:spPr>
          <a:xfrm>
            <a:off x="9414662" y="2194560"/>
            <a:ext cx="201168" cy="164592"/>
          </a:xfrm>
          <a:prstGeom prst="rightArrow">
            <a:avLst/>
          </a:prstGeom>
          <a:solidFill>
            <a:srgbClr val="A10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ounded Rectangle 26"/>
          <p:cNvSpPr/>
          <p:nvPr/>
        </p:nvSpPr>
        <p:spPr>
          <a:xfrm>
            <a:off x="9661550" y="1828800"/>
            <a:ext cx="1997049" cy="896112"/>
          </a:xfrm>
          <a:prstGeom prst="roundRect">
            <a:avLst>
              <a:gd name="adj" fmla="val 18000"/>
            </a:avLst>
          </a:prstGeom>
          <a:solidFill>
            <a:srgbClr val="A100FF"/>
          </a:solidFill>
          <a:ln w="15875">
            <a:solidFill>
              <a:srgbClr val="A100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val 27"/>
          <p:cNvSpPr/>
          <p:nvPr/>
        </p:nvSpPr>
        <p:spPr>
          <a:xfrm>
            <a:off x="10541203" y="1920240"/>
            <a:ext cx="237744" cy="23774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10541203" y="1929384"/>
            <a:ext cx="237744" cy="219456"/>
          </a:xfrm>
          <a:prstGeom prst="rect">
            <a:avLst/>
          </a:prstGeom>
          <a:noFill/>
        </p:spPr>
        <p:txBody>
          <a:bodyPr wrap="none">
            <a:spAutoFit/>
          </a:bodyPr>
          <a:lstStyle/>
          <a:p>
            <a:pPr algn="ctr"/>
            <a:r>
              <a:rPr sz="1000" b="1">
                <a:solidFill>
                  <a:srgbClr val="A100FF"/>
                </a:solidFill>
                <a:latin typeface="Arial"/>
              </a:rPr>
              <a:t>5</a:t>
            </a:r>
          </a:p>
        </p:txBody>
      </p:sp>
      <p:sp>
        <p:nvSpPr>
          <p:cNvPr id="30" name="TextBox 29"/>
          <p:cNvSpPr txBox="1"/>
          <p:nvPr/>
        </p:nvSpPr>
        <p:spPr>
          <a:xfrm>
            <a:off x="9734702" y="2194560"/>
            <a:ext cx="1850745" cy="548640"/>
          </a:xfrm>
          <a:prstGeom prst="rect">
            <a:avLst/>
          </a:prstGeom>
          <a:noFill/>
        </p:spPr>
        <p:txBody>
          <a:bodyPr wrap="square">
            <a:spAutoFit/>
          </a:bodyPr>
          <a:lstStyle/>
          <a:p>
            <a:pPr algn="ctr"/>
            <a:r>
              <a:rPr sz="1200" b="1">
                <a:solidFill>
                  <a:srgbClr val="FFFFFF"/>
                </a:solidFill>
                <a:latin typeface="Arial"/>
              </a:rPr>
              <a:t>Clinician</a:t>
            </a:r>
          </a:p>
          <a:p>
            <a:pPr algn="ctr">
              <a:spcBef>
                <a:spcPts val="100"/>
              </a:spcBef>
            </a:pPr>
            <a:r>
              <a:rPr sz="1000">
                <a:solidFill>
                  <a:srgbClr val="FFFFFF"/>
                </a:solidFill>
                <a:latin typeface="Arial"/>
              </a:rPr>
              <a:t>Final authority</a:t>
            </a:r>
          </a:p>
        </p:txBody>
      </p:sp>
      <p:sp>
        <p:nvSpPr>
          <p:cNvPr id="31" name="TextBox 30"/>
          <p:cNvSpPr txBox="1"/>
          <p:nvPr/>
        </p:nvSpPr>
        <p:spPr>
          <a:xfrm>
            <a:off x="502920" y="2880360"/>
            <a:ext cx="8229600" cy="274320"/>
          </a:xfrm>
          <a:prstGeom prst="rect">
            <a:avLst/>
          </a:prstGeom>
          <a:noFill/>
        </p:spPr>
        <p:txBody>
          <a:bodyPr wrap="none">
            <a:spAutoFit/>
          </a:bodyPr>
          <a:lstStyle/>
          <a:p>
            <a:r>
              <a:rPr sz="1200" b="1">
                <a:solidFill>
                  <a:srgbClr val="A100FF"/>
                </a:solidFill>
                <a:latin typeface="Arial"/>
              </a:rPr>
              <a:t>HOW IT STAYS SAFE</a:t>
            </a:r>
          </a:p>
        </p:txBody>
      </p:sp>
      <p:sp>
        <p:nvSpPr>
          <p:cNvPr id="32" name="Rounded Rectangle 31"/>
          <p:cNvSpPr/>
          <p:nvPr/>
        </p:nvSpPr>
        <p:spPr>
          <a:xfrm>
            <a:off x="502920" y="3182112"/>
            <a:ext cx="3584448" cy="2148840"/>
          </a:xfrm>
          <a:prstGeom prst="roundRect">
            <a:avLst>
              <a:gd name="adj" fmla="val 10000"/>
            </a:avLst>
          </a:prstGeom>
          <a:solidFill>
            <a:srgbClr val="F7F5FB"/>
          </a:solidFill>
          <a:ln w="12700">
            <a:solidFill>
              <a:srgbClr val="E6E6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722376" y="3383280"/>
            <a:ext cx="3145536" cy="1783080"/>
          </a:xfrm>
          <a:prstGeom prst="rect">
            <a:avLst/>
          </a:prstGeom>
          <a:noFill/>
        </p:spPr>
        <p:txBody>
          <a:bodyPr wrap="square">
            <a:spAutoFit/>
          </a:bodyPr>
          <a:lstStyle/>
          <a:p>
            <a:r>
              <a:rPr sz="1400" b="1">
                <a:solidFill>
                  <a:srgbClr val="A100FF"/>
                </a:solidFill>
                <a:latin typeface="Arial"/>
              </a:rPr>
              <a:t>Agent reasons</a:t>
            </a:r>
          </a:p>
          <a:p>
            <a:pPr>
              <a:lnSpc>
                <a:spcPct val="112000"/>
              </a:lnSpc>
              <a:spcBef>
                <a:spcPts val="1200"/>
              </a:spcBef>
            </a:pPr>
            <a:r>
              <a:rPr sz="1200">
                <a:solidFill>
                  <a:srgbClr val="1A1A2E"/>
                </a:solidFill>
                <a:latin typeface="Arial"/>
              </a:rPr>
              <a:t>•  Observes, picks tools, then recommends</a:t>
            </a:r>
          </a:p>
          <a:p>
            <a:pPr>
              <a:lnSpc>
                <a:spcPct val="112000"/>
              </a:lnSpc>
              <a:spcBef>
                <a:spcPts val="700"/>
              </a:spcBef>
            </a:pPr>
            <a:r>
              <a:rPr sz="1200">
                <a:solidFill>
                  <a:srgbClr val="1A1A2E"/>
                </a:solidFill>
                <a:latin typeface="Arial"/>
              </a:rPr>
              <a:t>•  Can ask for more info or escalate</a:t>
            </a:r>
          </a:p>
          <a:p>
            <a:pPr>
              <a:lnSpc>
                <a:spcPct val="112000"/>
              </a:lnSpc>
              <a:spcBef>
                <a:spcPts val="700"/>
              </a:spcBef>
            </a:pPr>
            <a:r>
              <a:rPr sz="1200">
                <a:solidFill>
                  <a:srgbClr val="1A1A2E"/>
                </a:solidFill>
                <a:latin typeface="Arial"/>
              </a:rPr>
              <a:t>•  Never invents missing data</a:t>
            </a:r>
          </a:p>
        </p:txBody>
      </p:sp>
      <p:sp>
        <p:nvSpPr>
          <p:cNvPr id="34" name="Rounded Rectangle 33"/>
          <p:cNvSpPr/>
          <p:nvPr/>
        </p:nvSpPr>
        <p:spPr>
          <a:xfrm>
            <a:off x="4288536" y="3182112"/>
            <a:ext cx="3584448" cy="2148840"/>
          </a:xfrm>
          <a:prstGeom prst="roundRect">
            <a:avLst>
              <a:gd name="adj" fmla="val 10000"/>
            </a:avLst>
          </a:prstGeom>
          <a:solidFill>
            <a:srgbClr val="F7F5FB"/>
          </a:solidFill>
          <a:ln w="12700">
            <a:solidFill>
              <a:srgbClr val="E6E6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4507992" y="3383280"/>
            <a:ext cx="3145536" cy="1783080"/>
          </a:xfrm>
          <a:prstGeom prst="rect">
            <a:avLst/>
          </a:prstGeom>
          <a:noFill/>
        </p:spPr>
        <p:txBody>
          <a:bodyPr wrap="square">
            <a:spAutoFit/>
          </a:bodyPr>
          <a:lstStyle/>
          <a:p>
            <a:r>
              <a:rPr sz="1400" b="1">
                <a:solidFill>
                  <a:srgbClr val="A100FF"/>
                </a:solidFill>
                <a:latin typeface="Arial"/>
              </a:rPr>
              <a:t>Watcher keeps watch</a:t>
            </a:r>
          </a:p>
          <a:p>
            <a:pPr>
              <a:lnSpc>
                <a:spcPct val="112000"/>
              </a:lnSpc>
              <a:spcBef>
                <a:spcPts val="1200"/>
              </a:spcBef>
            </a:pPr>
            <a:r>
              <a:rPr sz="1200">
                <a:solidFill>
                  <a:srgbClr val="1A1A2E"/>
                </a:solidFill>
                <a:latin typeface="Arial"/>
              </a:rPr>
              <a:t>•  Monitors patients still waiting</a:t>
            </a:r>
          </a:p>
          <a:p>
            <a:pPr>
              <a:lnSpc>
                <a:spcPct val="112000"/>
              </a:lnSpc>
              <a:spcBef>
                <a:spcPts val="700"/>
              </a:spcBef>
            </a:pPr>
            <a:r>
              <a:rPr sz="1200">
                <a:solidFill>
                  <a:srgbClr val="1A1A2E"/>
                </a:solidFill>
                <a:latin typeface="Arial"/>
              </a:rPr>
              <a:t>•  Wakes reassess on unsafe wait or worse vitals</a:t>
            </a:r>
          </a:p>
          <a:p>
            <a:pPr>
              <a:lnSpc>
                <a:spcPct val="112000"/>
              </a:lnSpc>
              <a:spcBef>
                <a:spcPts val="700"/>
              </a:spcBef>
            </a:pPr>
            <a:r>
              <a:rPr sz="1200">
                <a:solidFill>
                  <a:srgbClr val="1A1A2E"/>
                </a:solidFill>
                <a:latin typeface="Arial"/>
              </a:rPr>
              <a:t>•  Never owns the final clinical call</a:t>
            </a:r>
          </a:p>
        </p:txBody>
      </p:sp>
      <p:sp>
        <p:nvSpPr>
          <p:cNvPr id="36" name="Rounded Rectangle 35"/>
          <p:cNvSpPr/>
          <p:nvPr/>
        </p:nvSpPr>
        <p:spPr>
          <a:xfrm>
            <a:off x="8074152" y="3182112"/>
            <a:ext cx="3584448" cy="2148840"/>
          </a:xfrm>
          <a:prstGeom prst="roundRect">
            <a:avLst>
              <a:gd name="adj" fmla="val 10000"/>
            </a:avLst>
          </a:prstGeom>
          <a:solidFill>
            <a:srgbClr val="F7F5FB"/>
          </a:solidFill>
          <a:ln w="12700">
            <a:solidFill>
              <a:srgbClr val="E6E6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8293608" y="3383280"/>
            <a:ext cx="3145536" cy="1783080"/>
          </a:xfrm>
          <a:prstGeom prst="rect">
            <a:avLst/>
          </a:prstGeom>
          <a:noFill/>
        </p:spPr>
        <p:txBody>
          <a:bodyPr wrap="square">
            <a:spAutoFit/>
          </a:bodyPr>
          <a:lstStyle/>
          <a:p>
            <a:r>
              <a:rPr sz="1400" b="1">
                <a:solidFill>
                  <a:srgbClr val="A100FF"/>
                </a:solidFill>
                <a:latin typeface="Arial"/>
              </a:rPr>
              <a:t>Uncertainty stays visible</a:t>
            </a:r>
          </a:p>
          <a:p>
            <a:pPr>
              <a:lnSpc>
                <a:spcPct val="112000"/>
              </a:lnSpc>
              <a:spcBef>
                <a:spcPts val="1200"/>
              </a:spcBef>
            </a:pPr>
            <a:r>
              <a:rPr sz="1200">
                <a:solidFill>
                  <a:srgbClr val="1A1A2E"/>
                </a:solidFill>
                <a:latin typeface="Arial"/>
              </a:rPr>
              <a:t>•  Escalate when unsure; under-triage is worse</a:t>
            </a:r>
          </a:p>
          <a:p>
            <a:pPr>
              <a:lnSpc>
                <a:spcPct val="112000"/>
              </a:lnSpc>
              <a:spcBef>
                <a:spcPts val="700"/>
              </a:spcBef>
            </a:pPr>
            <a:r>
              <a:rPr sz="1200">
                <a:solidFill>
                  <a:srgbClr val="1A1A2E"/>
                </a:solidFill>
                <a:latin typeface="Arial"/>
              </a:rPr>
              <a:t>•  Low confidence routes to nurse review</a:t>
            </a:r>
          </a:p>
          <a:p>
            <a:pPr>
              <a:lnSpc>
                <a:spcPct val="112000"/>
              </a:lnSpc>
              <a:spcBef>
                <a:spcPts val="700"/>
              </a:spcBef>
            </a:pPr>
            <a:r>
              <a:rPr sz="1200">
                <a:solidFill>
                  <a:srgbClr val="1A1A2E"/>
                </a:solidFill>
                <a:latin typeface="Arial"/>
              </a:rPr>
              <a:t>•  Sparse notes can refuse a firm score</a:t>
            </a:r>
          </a:p>
        </p:txBody>
      </p:sp>
      <p:sp>
        <p:nvSpPr>
          <p:cNvPr id="38" name="Rounded Rectangle 37"/>
          <p:cNvSpPr/>
          <p:nvPr/>
        </p:nvSpPr>
        <p:spPr>
          <a:xfrm>
            <a:off x="502920" y="5486400"/>
            <a:ext cx="11155680" cy="658368"/>
          </a:xfrm>
          <a:prstGeom prst="roundRect">
            <a:avLst>
              <a:gd name="adj" fmla="val 15000"/>
            </a:avLst>
          </a:prstGeom>
          <a:solidFill>
            <a:srgbClr val="FFFFFF"/>
          </a:solidFill>
          <a:ln w="12700">
            <a:solidFill>
              <a:srgbClr val="E6E6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ounded Rectangle 38"/>
          <p:cNvSpPr/>
          <p:nvPr/>
        </p:nvSpPr>
        <p:spPr>
          <a:xfrm>
            <a:off x="649224" y="5669280"/>
            <a:ext cx="1554480" cy="292608"/>
          </a:xfrm>
          <a:prstGeom prst="roundRect">
            <a:avLst>
              <a:gd name="adj" fmla="val 40000"/>
            </a:avLst>
          </a:prstGeom>
          <a:solidFill>
            <a:srgbClr val="F7F5FB"/>
          </a:solidFill>
          <a:ln>
            <a:solidFill>
              <a:srgbClr val="E6E6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649224" y="5687568"/>
            <a:ext cx="1554480" cy="256032"/>
          </a:xfrm>
          <a:prstGeom prst="rect">
            <a:avLst/>
          </a:prstGeom>
          <a:noFill/>
        </p:spPr>
        <p:txBody>
          <a:bodyPr wrap="none">
            <a:spAutoFit/>
          </a:bodyPr>
          <a:lstStyle/>
          <a:p>
            <a:pPr algn="ctr"/>
            <a:r>
              <a:rPr sz="1100" b="1">
                <a:solidFill>
                  <a:srgbClr val="A100FF"/>
                </a:solidFill>
                <a:latin typeface="Arial"/>
              </a:rPr>
              <a:t>Fallback only</a:t>
            </a:r>
          </a:p>
        </p:txBody>
      </p:sp>
      <p:sp>
        <p:nvSpPr>
          <p:cNvPr id="41" name="TextBox 40"/>
          <p:cNvSpPr txBox="1"/>
          <p:nvPr/>
        </p:nvSpPr>
        <p:spPr>
          <a:xfrm>
            <a:off x="2377439" y="5614416"/>
            <a:ext cx="9098280" cy="438912"/>
          </a:xfrm>
          <a:prstGeom prst="rect">
            <a:avLst/>
          </a:prstGeom>
          <a:noFill/>
        </p:spPr>
        <p:txBody>
          <a:bodyPr wrap="square" anchor="ctr">
            <a:spAutoFit/>
          </a:bodyPr>
          <a:lstStyle/>
          <a:p>
            <a:r>
              <a:rPr sz="1200">
                <a:solidFill>
                  <a:srgbClr val="555566"/>
                </a:solidFill>
                <a:latin typeface="Arial"/>
              </a:rPr>
              <a:t>If the agent fails or times out, age-banded rules cover baseline and offline continuity. They never overwrite a valid agent recommendation.</a:t>
            </a:r>
          </a:p>
        </p:txBody>
      </p:sp>
      <p:sp>
        <p:nvSpPr>
          <p:cNvPr id="42" name="TextBox 41"/>
          <p:cNvSpPr txBox="1"/>
          <p:nvPr/>
        </p:nvSpPr>
        <p:spPr>
          <a:xfrm>
            <a:off x="502920" y="6446520"/>
            <a:ext cx="9144000" cy="274320"/>
          </a:xfrm>
          <a:prstGeom prst="rect">
            <a:avLst/>
          </a:prstGeom>
          <a:noFill/>
        </p:spPr>
        <p:txBody>
          <a:bodyPr wrap="none">
            <a:spAutoFit/>
          </a:bodyPr>
          <a:lstStyle/>
          <a:p>
            <a:r>
              <a:rPr sz="1000">
                <a:solidFill>
                  <a:srgbClr val="555566"/>
                </a:solidFill>
                <a:latin typeface="Arial"/>
              </a:rPr>
              <a:t>Team Sentinel  |  PatientTriage.ai  |  Accenture Innovation Challenge 2026</a:t>
            </a:r>
          </a:p>
        </p:txBody>
      </p:sp>
      <p:sp>
        <p:nvSpPr>
          <p:cNvPr id="43" name="TextBox 42"/>
          <p:cNvSpPr txBox="1"/>
          <p:nvPr/>
        </p:nvSpPr>
        <p:spPr>
          <a:xfrm>
            <a:off x="10698480" y="6446520"/>
            <a:ext cx="1005840" cy="274320"/>
          </a:xfrm>
          <a:prstGeom prst="rect">
            <a:avLst/>
          </a:prstGeom>
          <a:noFill/>
        </p:spPr>
        <p:txBody>
          <a:bodyPr wrap="none">
            <a:spAutoFit/>
          </a:bodyPr>
          <a:lstStyle/>
          <a:p>
            <a:pPr algn="r"/>
            <a:r>
              <a:rPr sz="1000">
                <a:solidFill>
                  <a:srgbClr val="555566"/>
                </a:solidFill>
                <a:latin typeface="Arial"/>
              </a:rPr>
              <a:t>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20040"/>
            <a:ext cx="11247120" cy="502920"/>
          </a:xfrm>
          <a:prstGeom prst="rect">
            <a:avLst/>
          </a:prstGeom>
          <a:noFill/>
        </p:spPr>
        <p:txBody>
          <a:bodyPr wrap="none">
            <a:spAutoFit/>
          </a:bodyPr>
          <a:lstStyle/>
          <a:p>
            <a:r>
              <a:rPr sz="2600" b="1">
                <a:solidFill>
                  <a:srgbClr val="1A1A2E"/>
                </a:solidFill>
                <a:latin typeface="Arial"/>
              </a:rPr>
              <a:t>3. Data strategy and decision model</a:t>
            </a:r>
          </a:p>
        </p:txBody>
      </p:sp>
      <p:sp>
        <p:nvSpPr>
          <p:cNvPr id="4" name="Rectangle 3"/>
          <p:cNvSpPr/>
          <p:nvPr/>
        </p:nvSpPr>
        <p:spPr>
          <a:xfrm>
            <a:off x="502920" y="841248"/>
            <a:ext cx="1234440" cy="54864"/>
          </a:xfrm>
          <a:prstGeom prst="rect">
            <a:avLst/>
          </a:prstGeom>
          <a:solidFill>
            <a:srgbClr val="A10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960120"/>
            <a:ext cx="11155680" cy="457200"/>
          </a:xfrm>
          <a:prstGeom prst="rect">
            <a:avLst/>
          </a:prstGeom>
          <a:noFill/>
        </p:spPr>
        <p:txBody>
          <a:bodyPr wrap="square">
            <a:spAutoFit/>
          </a:bodyPr>
          <a:lstStyle/>
          <a:p>
            <a:pPr>
              <a:lnSpc>
                <a:spcPct val="112000"/>
              </a:lnSpc>
            </a:pPr>
            <a:r>
              <a:rPr sz="1500">
                <a:solidFill>
                  <a:srgbClr val="1A1A2E"/>
                </a:solidFill>
                <a:latin typeface="Arial"/>
              </a:rPr>
              <a:t>Built for incomplete intake, not the average chart. The Gemini agent decides; rules support, never silently override.</a:t>
            </a:r>
          </a:p>
        </p:txBody>
      </p:sp>
      <p:sp>
        <p:nvSpPr>
          <p:cNvPr id="6" name="Rounded Rectangle 5"/>
          <p:cNvSpPr/>
          <p:nvPr/>
        </p:nvSpPr>
        <p:spPr>
          <a:xfrm>
            <a:off x="502920" y="1554480"/>
            <a:ext cx="5449824" cy="3749039"/>
          </a:xfrm>
          <a:prstGeom prst="roundRect">
            <a:avLst>
              <a:gd name="adj" fmla="val 8000"/>
            </a:avLst>
          </a:prstGeom>
          <a:solidFill>
            <a:srgbClr val="F7F5FB"/>
          </a:solidFill>
          <a:ln w="12700">
            <a:solidFill>
              <a:srgbClr val="E6E6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22376" y="1737360"/>
            <a:ext cx="5010912" cy="3419856"/>
          </a:xfrm>
          <a:prstGeom prst="rect">
            <a:avLst/>
          </a:prstGeom>
          <a:noFill/>
        </p:spPr>
        <p:txBody>
          <a:bodyPr wrap="square">
            <a:spAutoFit/>
          </a:bodyPr>
          <a:lstStyle/>
          <a:p>
            <a:r>
              <a:rPr sz="1500" b="1">
                <a:solidFill>
                  <a:srgbClr val="A100FF"/>
                </a:solidFill>
                <a:latin typeface="Arial"/>
              </a:rPr>
              <a:t>Data strategy</a:t>
            </a:r>
          </a:p>
          <a:p>
            <a:pPr>
              <a:lnSpc>
                <a:spcPct val="112000"/>
              </a:lnSpc>
              <a:spcBef>
                <a:spcPts val="1100"/>
              </a:spcBef>
            </a:pPr>
            <a:r>
              <a:rPr sz="1250">
                <a:solidFill>
                  <a:srgbClr val="1A1A2E"/>
                </a:solidFill>
                <a:latin typeface="Arial"/>
              </a:rPr>
              <a:t>•  Design for sparse arrivals. Missing fields lower confidence; they are never invented.</a:t>
            </a:r>
          </a:p>
          <a:p>
            <a:pPr>
              <a:lnSpc>
                <a:spcPct val="112000"/>
              </a:lnSpc>
              <a:spcBef>
                <a:spcPts val="800"/>
              </a:spcBef>
            </a:pPr>
            <a:r>
              <a:rPr sz="1250">
                <a:solidFill>
                  <a:srgbClr val="1A1A2E"/>
                </a:solidFill>
                <a:latin typeface="Arial"/>
              </a:rPr>
              <a:t>•  When present: age, sex, arrival, complaint, pain, AVPU, vitals, onset, history, meds, allergies, prior-record flag.</a:t>
            </a:r>
          </a:p>
          <a:p>
            <a:pPr>
              <a:lnSpc>
                <a:spcPct val="112000"/>
              </a:lnSpc>
              <a:spcBef>
                <a:spcPts val="800"/>
              </a:spcBef>
            </a:pPr>
            <a:r>
              <a:rPr sz="1250">
                <a:solidFill>
                  <a:srgbClr val="1A1A2E"/>
                </a:solidFill>
                <a:latin typeface="Arial"/>
              </a:rPr>
              <a:t>•  Weigh life-threat and age-banded danger-zone vitals first. Stroke, STEMI, and sepsis open clocks.</a:t>
            </a:r>
          </a:p>
          <a:p>
            <a:pPr>
              <a:lnSpc>
                <a:spcPct val="112000"/>
              </a:lnSpc>
              <a:spcBef>
                <a:spcPts val="800"/>
              </a:spcBef>
            </a:pPr>
            <a:r>
              <a:rPr sz="1250">
                <a:solidFill>
                  <a:srgbClr val="1A1A2E"/>
                </a:solidFill>
                <a:latin typeface="Arial"/>
              </a:rPr>
              <a:t>•  About half the cohort has prior history, half does not. Zero-history walk-ins go to nurse review.</a:t>
            </a:r>
          </a:p>
          <a:p>
            <a:pPr>
              <a:lnSpc>
                <a:spcPct val="112000"/>
              </a:lnSpc>
              <a:spcBef>
                <a:spcPts val="800"/>
              </a:spcBef>
            </a:pPr>
            <a:r>
              <a:rPr sz="1250">
                <a:solidFill>
                  <a:srgbClr val="1A1A2E"/>
                </a:solidFill>
                <a:latin typeface="Arial"/>
              </a:rPr>
              <a:t>•  Notes parse to structure. If the model is off or wrong, a rule parser keeps the desk moving.</a:t>
            </a:r>
          </a:p>
        </p:txBody>
      </p:sp>
      <p:sp>
        <p:nvSpPr>
          <p:cNvPr id="8" name="Rounded Rectangle 7"/>
          <p:cNvSpPr/>
          <p:nvPr/>
        </p:nvSpPr>
        <p:spPr>
          <a:xfrm>
            <a:off x="6208776" y="1554480"/>
            <a:ext cx="5449824" cy="3749039"/>
          </a:xfrm>
          <a:prstGeom prst="roundRect">
            <a:avLst>
              <a:gd name="adj" fmla="val 8000"/>
            </a:avLst>
          </a:prstGeom>
          <a:solidFill>
            <a:srgbClr val="F7F5FB"/>
          </a:solidFill>
          <a:ln w="12700">
            <a:solidFill>
              <a:srgbClr val="E6E6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28232" y="1737360"/>
            <a:ext cx="5010912" cy="3419856"/>
          </a:xfrm>
          <a:prstGeom prst="rect">
            <a:avLst/>
          </a:prstGeom>
          <a:noFill/>
        </p:spPr>
        <p:txBody>
          <a:bodyPr wrap="square">
            <a:spAutoFit/>
          </a:bodyPr>
          <a:lstStyle/>
          <a:p>
            <a:r>
              <a:rPr sz="1500" b="1">
                <a:solidFill>
                  <a:srgbClr val="A100FF"/>
                </a:solidFill>
                <a:latin typeface="Arial"/>
              </a:rPr>
              <a:t>Decision model</a:t>
            </a:r>
          </a:p>
          <a:p>
            <a:pPr>
              <a:lnSpc>
                <a:spcPct val="112000"/>
              </a:lnSpc>
              <a:spcBef>
                <a:spcPts val="1100"/>
              </a:spcBef>
            </a:pPr>
            <a:r>
              <a:rPr sz="1250">
                <a:solidFill>
                  <a:srgbClr val="1A1A2E"/>
                </a:solidFill>
                <a:latin typeface="Arial"/>
              </a:rPr>
              <a:t>•  Gemini agent is primary: tools, priority 1 to 5, confidence, and evidence.</a:t>
            </a:r>
          </a:p>
          <a:p>
            <a:pPr>
              <a:lnSpc>
                <a:spcPct val="112000"/>
              </a:lnSpc>
              <a:spcBef>
                <a:spcPts val="800"/>
              </a:spcBef>
            </a:pPr>
            <a:r>
              <a:rPr sz="1250">
                <a:solidFill>
                  <a:srgbClr val="1A1A2E"/>
                </a:solidFill>
                <a:latin typeface="Arial"/>
              </a:rPr>
              <a:t>•  May request more information or escalate instead of guessing mid acuity.</a:t>
            </a:r>
          </a:p>
          <a:p>
            <a:pPr>
              <a:lnSpc>
                <a:spcPct val="112000"/>
              </a:lnSpc>
              <a:spcBef>
                <a:spcPts val="800"/>
              </a:spcBef>
            </a:pPr>
            <a:r>
              <a:rPr sz="1250">
                <a:solidFill>
                  <a:srgbClr val="1A1A2E"/>
                </a:solidFill>
                <a:latin typeface="Arial"/>
              </a:rPr>
              <a:t>•  Rules are fallback only: baseline, offline continuity, auto-use on failure or timeout.</a:t>
            </a:r>
          </a:p>
          <a:p>
            <a:pPr>
              <a:lnSpc>
                <a:spcPct val="112000"/>
              </a:lnSpc>
              <a:spcBef>
                <a:spcPts val="800"/>
              </a:spcBef>
            </a:pPr>
            <a:r>
              <a:rPr sz="1250">
                <a:solidFill>
                  <a:srgbClr val="1A1A2E"/>
                </a:solidFill>
                <a:latin typeface="Arial"/>
              </a:rPr>
              <a:t>•  A valid agent recommendation is never overwritten by the rules layer.</a:t>
            </a:r>
          </a:p>
          <a:p>
            <a:pPr>
              <a:lnSpc>
                <a:spcPct val="112000"/>
              </a:lnSpc>
              <a:spcBef>
                <a:spcPts val="800"/>
              </a:spcBef>
            </a:pPr>
            <a:r>
              <a:rPr sz="1250">
                <a:solidFill>
                  <a:srgbClr val="1A1A2E"/>
                </a:solidFill>
                <a:latin typeface="Arial"/>
              </a:rPr>
              <a:t>•  Uncertainty stays visible. Thin mild notes can refuse a firm score. Eval compares agent, baseline, and clinician.</a:t>
            </a:r>
          </a:p>
        </p:txBody>
      </p:sp>
      <p:sp>
        <p:nvSpPr>
          <p:cNvPr id="10" name="Rounded Rectangle 9"/>
          <p:cNvSpPr/>
          <p:nvPr/>
        </p:nvSpPr>
        <p:spPr>
          <a:xfrm>
            <a:off x="502920" y="5486400"/>
            <a:ext cx="11155680" cy="658368"/>
          </a:xfrm>
          <a:prstGeom prst="roundRect">
            <a:avLst>
              <a:gd name="adj" fmla="val 15000"/>
            </a:avLst>
          </a:prstGeom>
          <a:solidFill>
            <a:srgbClr val="FFFFFF"/>
          </a:solidFill>
          <a:ln w="12700">
            <a:solidFill>
              <a:srgbClr val="E6E6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649224" y="5669280"/>
            <a:ext cx="1417320" cy="292608"/>
          </a:xfrm>
          <a:prstGeom prst="roundRect">
            <a:avLst>
              <a:gd name="adj" fmla="val 40000"/>
            </a:avLst>
          </a:prstGeom>
          <a:solidFill>
            <a:srgbClr val="F7F5FB"/>
          </a:solidFill>
          <a:ln>
            <a:solidFill>
              <a:srgbClr val="E6E6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9224" y="5687568"/>
            <a:ext cx="1417320" cy="256032"/>
          </a:xfrm>
          <a:prstGeom prst="rect">
            <a:avLst/>
          </a:prstGeom>
          <a:noFill/>
        </p:spPr>
        <p:txBody>
          <a:bodyPr wrap="none">
            <a:spAutoFit/>
          </a:bodyPr>
          <a:lstStyle/>
          <a:p>
            <a:pPr algn="ctr"/>
            <a:r>
              <a:rPr sz="1100" b="1">
                <a:solidFill>
                  <a:srgbClr val="A100FF"/>
                </a:solidFill>
                <a:latin typeface="Arial"/>
              </a:rPr>
              <a:t>Invariants</a:t>
            </a:r>
          </a:p>
        </p:txBody>
      </p:sp>
      <p:sp>
        <p:nvSpPr>
          <p:cNvPr id="13" name="TextBox 12"/>
          <p:cNvSpPr txBox="1"/>
          <p:nvPr/>
        </p:nvSpPr>
        <p:spPr>
          <a:xfrm>
            <a:off x="2240280" y="5614416"/>
            <a:ext cx="9235440" cy="438912"/>
          </a:xfrm>
          <a:prstGeom prst="rect">
            <a:avLst/>
          </a:prstGeom>
          <a:noFill/>
        </p:spPr>
        <p:txBody>
          <a:bodyPr wrap="square" anchor="ctr">
            <a:spAutoFit/>
          </a:bodyPr>
          <a:lstStyle/>
          <a:p>
            <a:r>
              <a:rPr sz="1200">
                <a:solidFill>
                  <a:srgbClr val="555566"/>
                </a:solidFill>
                <a:latin typeface="Arial"/>
              </a:rPr>
              <a:t>Danger-zone vitals only push urgency up  ·  Watcher never softens priority  ·  Override / modify needs a reason  ·  Original agent recommendation stays intact</a:t>
            </a:r>
          </a:p>
        </p:txBody>
      </p:sp>
      <p:sp>
        <p:nvSpPr>
          <p:cNvPr id="14" name="TextBox 13"/>
          <p:cNvSpPr txBox="1"/>
          <p:nvPr/>
        </p:nvSpPr>
        <p:spPr>
          <a:xfrm>
            <a:off x="502920" y="6446520"/>
            <a:ext cx="9144000" cy="274320"/>
          </a:xfrm>
          <a:prstGeom prst="rect">
            <a:avLst/>
          </a:prstGeom>
          <a:noFill/>
        </p:spPr>
        <p:txBody>
          <a:bodyPr wrap="none">
            <a:spAutoFit/>
          </a:bodyPr>
          <a:lstStyle/>
          <a:p>
            <a:r>
              <a:rPr sz="1000">
                <a:solidFill>
                  <a:srgbClr val="555566"/>
                </a:solidFill>
                <a:latin typeface="Arial"/>
              </a:rPr>
              <a:t>Team Sentinel  |  PatientTriage.ai  |  Accenture Innovation Challenge 2026</a:t>
            </a:r>
          </a:p>
        </p:txBody>
      </p:sp>
      <p:sp>
        <p:nvSpPr>
          <p:cNvPr id="15" name="TextBox 14"/>
          <p:cNvSpPr txBox="1"/>
          <p:nvPr/>
        </p:nvSpPr>
        <p:spPr>
          <a:xfrm>
            <a:off x="10698480" y="6446520"/>
            <a:ext cx="1005840" cy="274320"/>
          </a:xfrm>
          <a:prstGeom prst="rect">
            <a:avLst/>
          </a:prstGeom>
          <a:noFill/>
        </p:spPr>
        <p:txBody>
          <a:bodyPr wrap="none">
            <a:spAutoFit/>
          </a:bodyPr>
          <a:lstStyle/>
          <a:p>
            <a:pPr algn="r"/>
            <a:r>
              <a:rPr sz="1000">
                <a:solidFill>
                  <a:srgbClr val="555566"/>
                </a:solidFill>
                <a:latin typeface="Arial"/>
              </a:rPr>
              <a:t>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20040"/>
            <a:ext cx="11247120" cy="502920"/>
          </a:xfrm>
          <a:prstGeom prst="rect">
            <a:avLst/>
          </a:prstGeom>
          <a:noFill/>
        </p:spPr>
        <p:txBody>
          <a:bodyPr wrap="none">
            <a:spAutoFit/>
          </a:bodyPr>
          <a:lstStyle/>
          <a:p>
            <a:r>
              <a:rPr sz="2600" b="1">
                <a:solidFill>
                  <a:srgbClr val="1A1A2E"/>
                </a:solidFill>
                <a:latin typeface="Arial"/>
              </a:rPr>
              <a:t>4. Workflow and safety-first design</a:t>
            </a:r>
          </a:p>
        </p:txBody>
      </p:sp>
      <p:sp>
        <p:nvSpPr>
          <p:cNvPr id="4" name="Rectangle 3"/>
          <p:cNvSpPr/>
          <p:nvPr/>
        </p:nvSpPr>
        <p:spPr>
          <a:xfrm>
            <a:off x="502920" y="841248"/>
            <a:ext cx="1234440" cy="54864"/>
          </a:xfrm>
          <a:prstGeom prst="rect">
            <a:avLst/>
          </a:prstGeom>
          <a:solidFill>
            <a:srgbClr val="A10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960120"/>
            <a:ext cx="8229600" cy="274320"/>
          </a:xfrm>
          <a:prstGeom prst="rect">
            <a:avLst/>
          </a:prstGeom>
          <a:noFill/>
        </p:spPr>
        <p:txBody>
          <a:bodyPr wrap="none">
            <a:spAutoFit/>
          </a:bodyPr>
          <a:lstStyle/>
          <a:p>
            <a:r>
              <a:rPr sz="1200" b="1">
                <a:solidFill>
                  <a:srgbClr val="A100FF"/>
                </a:solidFill>
                <a:latin typeface="Arial"/>
              </a:rPr>
              <a:t>WORKFLOW</a:t>
            </a:r>
          </a:p>
        </p:txBody>
      </p:sp>
      <p:sp>
        <p:nvSpPr>
          <p:cNvPr id="6" name="Rounded Rectangle 5"/>
          <p:cNvSpPr/>
          <p:nvPr/>
        </p:nvSpPr>
        <p:spPr>
          <a:xfrm>
            <a:off x="502920" y="1325880"/>
            <a:ext cx="3547871" cy="2743200"/>
          </a:xfrm>
          <a:prstGeom prst="roundRect">
            <a:avLst>
              <a:gd name="adj" fmla="val 9000"/>
            </a:avLst>
          </a:prstGeom>
          <a:solidFill>
            <a:srgbClr val="F7F5FB"/>
          </a:solidFill>
          <a:ln w="12700">
            <a:solidFill>
              <a:srgbClr val="E6E6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04088" y="1490472"/>
            <a:ext cx="3145535" cy="2450592"/>
          </a:xfrm>
          <a:prstGeom prst="rect">
            <a:avLst/>
          </a:prstGeom>
          <a:noFill/>
        </p:spPr>
        <p:txBody>
          <a:bodyPr wrap="square" anchor="t">
            <a:spAutoFit/>
          </a:bodyPr>
          <a:lstStyle/>
          <a:p>
            <a:r>
              <a:rPr sz="1400" b="1">
                <a:solidFill>
                  <a:srgbClr val="A100FF"/>
                </a:solidFill>
                <a:latin typeface="Arial"/>
              </a:rPr>
              <a:t>At the desk</a:t>
            </a:r>
          </a:p>
          <a:p>
            <a:pPr>
              <a:lnSpc>
                <a:spcPct val="110000"/>
              </a:lnSpc>
              <a:spcBef>
                <a:spcPts val="900"/>
              </a:spcBef>
            </a:pPr>
            <a:r>
              <a:rPr sz="1200">
                <a:solidFill>
                  <a:srgbClr val="1A1A2E"/>
                </a:solidFill>
                <a:latin typeface="Arial"/>
              </a:rPr>
              <a:t>The live board lists everyone waiting, most urgent first, with confidence and flags.</a:t>
            </a:r>
          </a:p>
          <a:p>
            <a:pPr>
              <a:lnSpc>
                <a:spcPct val="110000"/>
              </a:lnSpc>
              <a:spcBef>
                <a:spcPts val="500"/>
              </a:spcBef>
            </a:pPr>
            <a:r>
              <a:rPr sz="1200">
                <a:solidFill>
                  <a:srgbClr val="1A1A2E"/>
                </a:solidFill>
                <a:latin typeface="Arial"/>
              </a:rPr>
              <a:t>Open a patient to see evidence, gaps, and the baseline comparison.</a:t>
            </a:r>
          </a:p>
          <a:p>
            <a:pPr>
              <a:lnSpc>
                <a:spcPct val="110000"/>
              </a:lnSpc>
              <a:spcBef>
                <a:spcPts val="500"/>
              </a:spcBef>
            </a:pPr>
            <a:r>
              <a:rPr sz="1200">
                <a:solidFill>
                  <a:srgbClr val="1A1A2E"/>
                </a:solidFill>
                <a:latin typeface="Arial"/>
              </a:rPr>
              <a:t>Act in seconds: accept, modify, override, request more, or escalate.</a:t>
            </a:r>
          </a:p>
        </p:txBody>
      </p:sp>
      <p:sp>
        <p:nvSpPr>
          <p:cNvPr id="8" name="Rounded Rectangle 7"/>
          <p:cNvSpPr/>
          <p:nvPr/>
        </p:nvSpPr>
        <p:spPr>
          <a:xfrm>
            <a:off x="4306823" y="1325880"/>
            <a:ext cx="3547871" cy="2743200"/>
          </a:xfrm>
          <a:prstGeom prst="roundRect">
            <a:avLst>
              <a:gd name="adj" fmla="val 9000"/>
            </a:avLst>
          </a:prstGeom>
          <a:solidFill>
            <a:srgbClr val="F7F5FB"/>
          </a:solidFill>
          <a:ln w="12700">
            <a:solidFill>
              <a:srgbClr val="E6E6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507991" y="1490472"/>
            <a:ext cx="3145535" cy="2450592"/>
          </a:xfrm>
          <a:prstGeom prst="rect">
            <a:avLst/>
          </a:prstGeom>
          <a:noFill/>
        </p:spPr>
        <p:txBody>
          <a:bodyPr wrap="square" anchor="t">
            <a:spAutoFit/>
          </a:bodyPr>
          <a:lstStyle/>
          <a:p>
            <a:r>
              <a:rPr sz="1400" b="1">
                <a:solidFill>
                  <a:srgbClr val="A100FF"/>
                </a:solidFill>
                <a:latin typeface="Arial"/>
              </a:rPr>
              <a:t>Intake</a:t>
            </a:r>
          </a:p>
          <a:p>
            <a:pPr>
              <a:lnSpc>
                <a:spcPct val="110000"/>
              </a:lnSpc>
              <a:spcBef>
                <a:spcPts val="900"/>
              </a:spcBef>
            </a:pPr>
            <a:r>
              <a:rPr sz="1200">
                <a:solidFill>
                  <a:srgbClr val="1A1A2E"/>
                </a:solidFill>
                <a:latin typeface="Arial"/>
              </a:rPr>
              <a:t>A nurse pastes a short note with age, vitals, and a description.</a:t>
            </a:r>
          </a:p>
          <a:p>
            <a:pPr>
              <a:lnSpc>
                <a:spcPct val="110000"/>
              </a:lnSpc>
              <a:spcBef>
                <a:spcPts val="500"/>
              </a:spcBef>
            </a:pPr>
            <a:r>
              <a:rPr sz="1200">
                <a:solidFill>
                  <a:srgbClr val="1A1A2E"/>
                </a:solidFill>
                <a:latin typeface="Arial"/>
              </a:rPr>
              <a:t>One click parses it into structured fields and scores it.</a:t>
            </a:r>
          </a:p>
          <a:p>
            <a:pPr>
              <a:lnSpc>
                <a:spcPct val="110000"/>
              </a:lnSpc>
              <a:spcBef>
                <a:spcPts val="500"/>
              </a:spcBef>
            </a:pPr>
            <a:r>
              <a:rPr sz="1200">
                <a:solidFill>
                  <a:srgbClr val="1A1A2E"/>
                </a:solidFill>
                <a:latin typeface="Arial"/>
              </a:rPr>
              <a:t>Review the recommendation, or the needs-more gate, then add to the board.</a:t>
            </a:r>
          </a:p>
        </p:txBody>
      </p:sp>
      <p:sp>
        <p:nvSpPr>
          <p:cNvPr id="10" name="Rounded Rectangle 9"/>
          <p:cNvSpPr/>
          <p:nvPr/>
        </p:nvSpPr>
        <p:spPr>
          <a:xfrm>
            <a:off x="8110727" y="1325880"/>
            <a:ext cx="3547871" cy="2743200"/>
          </a:xfrm>
          <a:prstGeom prst="roundRect">
            <a:avLst>
              <a:gd name="adj" fmla="val 9000"/>
            </a:avLst>
          </a:prstGeom>
          <a:solidFill>
            <a:srgbClr val="F7F5FB"/>
          </a:solidFill>
          <a:ln w="12700">
            <a:solidFill>
              <a:srgbClr val="E6E6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311896" y="1490472"/>
            <a:ext cx="3145535" cy="2450592"/>
          </a:xfrm>
          <a:prstGeom prst="rect">
            <a:avLst/>
          </a:prstGeom>
          <a:noFill/>
        </p:spPr>
        <p:txBody>
          <a:bodyPr wrap="square" anchor="t">
            <a:spAutoFit/>
          </a:bodyPr>
          <a:lstStyle/>
          <a:p>
            <a:r>
              <a:rPr sz="1400" b="1">
                <a:solidFill>
                  <a:srgbClr val="A100FF"/>
                </a:solidFill>
                <a:latin typeface="Arial"/>
              </a:rPr>
              <a:t>Waiting room</a:t>
            </a:r>
          </a:p>
          <a:p>
            <a:pPr>
              <a:lnSpc>
                <a:spcPct val="110000"/>
              </a:lnSpc>
              <a:spcBef>
                <a:spcPts val="900"/>
              </a:spcBef>
            </a:pPr>
            <a:r>
              <a:rPr sz="1200">
                <a:solidFill>
                  <a:srgbClr val="1A1A2E"/>
                </a:solidFill>
                <a:latin typeface="Arial"/>
              </a:rPr>
              <a:t>The Watcher keeps scanning everyone who is still waiting.</a:t>
            </a:r>
          </a:p>
          <a:p>
            <a:pPr>
              <a:lnSpc>
                <a:spcPct val="110000"/>
              </a:lnSpc>
              <a:spcBef>
                <a:spcPts val="500"/>
              </a:spcBef>
            </a:pPr>
            <a:r>
              <a:rPr sz="1200">
                <a:solidFill>
                  <a:srgbClr val="1A1A2E"/>
                </a:solidFill>
                <a:latin typeface="Arial"/>
              </a:rPr>
              <a:t>It wakes a reassessment on unsafe wait time or worsening vitals.</a:t>
            </a:r>
          </a:p>
          <a:p>
            <a:pPr>
              <a:lnSpc>
                <a:spcPct val="110000"/>
              </a:lnSpc>
              <a:spcBef>
                <a:spcPts val="500"/>
              </a:spcBef>
            </a:pPr>
            <a:r>
              <a:rPr sz="1200">
                <a:solidFill>
                  <a:srgbClr val="1A1A2E"/>
                </a:solidFill>
                <a:latin typeface="Arial"/>
              </a:rPr>
              <a:t>It only escalates, and never softens priority because the floor got busy.</a:t>
            </a:r>
          </a:p>
        </p:txBody>
      </p:sp>
      <p:sp>
        <p:nvSpPr>
          <p:cNvPr id="12" name="TextBox 11"/>
          <p:cNvSpPr txBox="1"/>
          <p:nvPr/>
        </p:nvSpPr>
        <p:spPr>
          <a:xfrm>
            <a:off x="502920" y="4206240"/>
            <a:ext cx="8229600" cy="274320"/>
          </a:xfrm>
          <a:prstGeom prst="rect">
            <a:avLst/>
          </a:prstGeom>
          <a:noFill/>
        </p:spPr>
        <p:txBody>
          <a:bodyPr wrap="none">
            <a:spAutoFit/>
          </a:bodyPr>
          <a:lstStyle/>
          <a:p>
            <a:r>
              <a:rPr sz="1200" b="1">
                <a:solidFill>
                  <a:srgbClr val="A100FF"/>
                </a:solidFill>
                <a:latin typeface="Arial"/>
              </a:rPr>
              <a:t>SAFETY RULES</a:t>
            </a:r>
          </a:p>
        </p:txBody>
      </p:sp>
      <p:sp>
        <p:nvSpPr>
          <p:cNvPr id="13" name="Rounded Rectangle 12"/>
          <p:cNvSpPr/>
          <p:nvPr/>
        </p:nvSpPr>
        <p:spPr>
          <a:xfrm>
            <a:off x="502920" y="4572000"/>
            <a:ext cx="2651760" cy="566928"/>
          </a:xfrm>
          <a:prstGeom prst="roundRect">
            <a:avLst>
              <a:gd name="adj" fmla="val 50000"/>
            </a:avLst>
          </a:prstGeom>
          <a:solidFill>
            <a:srgbClr val="F7F5FB"/>
          </a:solidFill>
          <a:ln w="12700">
            <a:solidFill>
              <a:srgbClr val="E6E6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30936" y="4572000"/>
            <a:ext cx="2395728" cy="566928"/>
          </a:xfrm>
          <a:prstGeom prst="rect">
            <a:avLst/>
          </a:prstGeom>
          <a:noFill/>
        </p:spPr>
        <p:txBody>
          <a:bodyPr wrap="square" anchor="ctr">
            <a:spAutoFit/>
          </a:bodyPr>
          <a:lstStyle/>
          <a:p>
            <a:pPr algn="ctr">
              <a:lnSpc>
                <a:spcPct val="100000"/>
              </a:lnSpc>
            </a:pPr>
            <a:r>
              <a:rPr sz="1150" b="1">
                <a:solidFill>
                  <a:srgbClr val="1A1A2E"/>
                </a:solidFill>
                <a:latin typeface="Arial"/>
              </a:rPr>
              <a:t>Escalate when unsure</a:t>
            </a:r>
          </a:p>
        </p:txBody>
      </p:sp>
      <p:sp>
        <p:nvSpPr>
          <p:cNvPr id="15" name="Rounded Rectangle 14"/>
          <p:cNvSpPr/>
          <p:nvPr/>
        </p:nvSpPr>
        <p:spPr>
          <a:xfrm>
            <a:off x="3337560" y="4572000"/>
            <a:ext cx="2651760" cy="566928"/>
          </a:xfrm>
          <a:prstGeom prst="roundRect">
            <a:avLst>
              <a:gd name="adj" fmla="val 50000"/>
            </a:avLst>
          </a:prstGeom>
          <a:solidFill>
            <a:srgbClr val="F7F5FB"/>
          </a:solidFill>
          <a:ln w="12700">
            <a:solidFill>
              <a:srgbClr val="E6E6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465576" y="4572000"/>
            <a:ext cx="2395728" cy="566928"/>
          </a:xfrm>
          <a:prstGeom prst="rect">
            <a:avLst/>
          </a:prstGeom>
          <a:noFill/>
        </p:spPr>
        <p:txBody>
          <a:bodyPr wrap="square" anchor="ctr">
            <a:spAutoFit/>
          </a:bodyPr>
          <a:lstStyle/>
          <a:p>
            <a:pPr algn="ctr">
              <a:lnSpc>
                <a:spcPct val="100000"/>
              </a:lnSpc>
            </a:pPr>
            <a:r>
              <a:rPr sz="1150" b="1">
                <a:solidFill>
                  <a:srgbClr val="1A1A2E"/>
                </a:solidFill>
                <a:latin typeface="Arial"/>
              </a:rPr>
              <a:t>Upward-only ratchet</a:t>
            </a:r>
          </a:p>
        </p:txBody>
      </p:sp>
      <p:sp>
        <p:nvSpPr>
          <p:cNvPr id="17" name="Rounded Rectangle 16"/>
          <p:cNvSpPr/>
          <p:nvPr/>
        </p:nvSpPr>
        <p:spPr>
          <a:xfrm>
            <a:off x="6172200" y="4572000"/>
            <a:ext cx="2651760" cy="566928"/>
          </a:xfrm>
          <a:prstGeom prst="roundRect">
            <a:avLst>
              <a:gd name="adj" fmla="val 50000"/>
            </a:avLst>
          </a:prstGeom>
          <a:solidFill>
            <a:srgbClr val="F7F5FB"/>
          </a:solidFill>
          <a:ln w="12700">
            <a:solidFill>
              <a:srgbClr val="E6E6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300216" y="4572000"/>
            <a:ext cx="2395728" cy="566928"/>
          </a:xfrm>
          <a:prstGeom prst="rect">
            <a:avLst/>
          </a:prstGeom>
          <a:noFill/>
        </p:spPr>
        <p:txBody>
          <a:bodyPr wrap="square" anchor="ctr">
            <a:spAutoFit/>
          </a:bodyPr>
          <a:lstStyle/>
          <a:p>
            <a:pPr algn="ctr">
              <a:lnSpc>
                <a:spcPct val="100000"/>
              </a:lnSpc>
            </a:pPr>
            <a:r>
              <a:rPr sz="1150" b="1">
                <a:solidFill>
                  <a:srgbClr val="1A1A2E"/>
                </a:solidFill>
                <a:latin typeface="Arial"/>
              </a:rPr>
              <a:t>Clinician always final</a:t>
            </a:r>
          </a:p>
        </p:txBody>
      </p:sp>
      <p:sp>
        <p:nvSpPr>
          <p:cNvPr id="19" name="Rounded Rectangle 18"/>
          <p:cNvSpPr/>
          <p:nvPr/>
        </p:nvSpPr>
        <p:spPr>
          <a:xfrm>
            <a:off x="9006840" y="4572000"/>
            <a:ext cx="2651760" cy="566928"/>
          </a:xfrm>
          <a:prstGeom prst="roundRect">
            <a:avLst>
              <a:gd name="adj" fmla="val 50000"/>
            </a:avLst>
          </a:prstGeom>
          <a:solidFill>
            <a:srgbClr val="F7F5FB"/>
          </a:solidFill>
          <a:ln w="12700">
            <a:solidFill>
              <a:srgbClr val="E6E6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134856" y="4572000"/>
            <a:ext cx="2395728" cy="566928"/>
          </a:xfrm>
          <a:prstGeom prst="rect">
            <a:avLst/>
          </a:prstGeom>
          <a:noFill/>
        </p:spPr>
        <p:txBody>
          <a:bodyPr wrap="square" anchor="ctr">
            <a:spAutoFit/>
          </a:bodyPr>
          <a:lstStyle/>
          <a:p>
            <a:pPr algn="ctr">
              <a:lnSpc>
                <a:spcPct val="100000"/>
              </a:lnSpc>
            </a:pPr>
            <a:r>
              <a:rPr sz="1150" b="1">
                <a:solidFill>
                  <a:srgbClr val="1A1A2E"/>
                </a:solidFill>
                <a:latin typeface="Arial"/>
              </a:rPr>
              <a:t>Immutable audit trail</a:t>
            </a:r>
          </a:p>
        </p:txBody>
      </p:sp>
      <p:sp>
        <p:nvSpPr>
          <p:cNvPr id="21" name="TextBox 20"/>
          <p:cNvSpPr txBox="1"/>
          <p:nvPr/>
        </p:nvSpPr>
        <p:spPr>
          <a:xfrm>
            <a:off x="502920" y="6446520"/>
            <a:ext cx="9144000" cy="274320"/>
          </a:xfrm>
          <a:prstGeom prst="rect">
            <a:avLst/>
          </a:prstGeom>
          <a:noFill/>
        </p:spPr>
        <p:txBody>
          <a:bodyPr wrap="none">
            <a:spAutoFit/>
          </a:bodyPr>
          <a:lstStyle/>
          <a:p>
            <a:r>
              <a:rPr sz="1000">
                <a:solidFill>
                  <a:srgbClr val="555566"/>
                </a:solidFill>
                <a:latin typeface="Arial"/>
              </a:rPr>
              <a:t>Team Sentinel  |  PatientTriage.ai  |  Accenture Innovation Challenge 2026</a:t>
            </a:r>
          </a:p>
        </p:txBody>
      </p:sp>
      <p:sp>
        <p:nvSpPr>
          <p:cNvPr id="22" name="TextBox 21"/>
          <p:cNvSpPr txBox="1"/>
          <p:nvPr/>
        </p:nvSpPr>
        <p:spPr>
          <a:xfrm>
            <a:off x="10698480" y="6446520"/>
            <a:ext cx="1005840" cy="274320"/>
          </a:xfrm>
          <a:prstGeom prst="rect">
            <a:avLst/>
          </a:prstGeom>
          <a:noFill/>
        </p:spPr>
        <p:txBody>
          <a:bodyPr wrap="none">
            <a:spAutoFit/>
          </a:bodyPr>
          <a:lstStyle/>
          <a:p>
            <a:pPr algn="r"/>
            <a:r>
              <a:rPr sz="1000">
                <a:solidFill>
                  <a:srgbClr val="555566"/>
                </a:solidFill>
                <a:latin typeface="Arial"/>
              </a:rPr>
              <a:t>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20040"/>
            <a:ext cx="11247120" cy="502920"/>
          </a:xfrm>
          <a:prstGeom prst="rect">
            <a:avLst/>
          </a:prstGeom>
          <a:noFill/>
        </p:spPr>
        <p:txBody>
          <a:bodyPr wrap="none">
            <a:spAutoFit/>
          </a:bodyPr>
          <a:lstStyle/>
          <a:p>
            <a:r>
              <a:rPr sz="2600" b="1">
                <a:solidFill>
                  <a:srgbClr val="1A1A2E"/>
                </a:solidFill>
                <a:latin typeface="Arial"/>
              </a:rPr>
              <a:t>5. Prototype proof points</a:t>
            </a:r>
          </a:p>
        </p:txBody>
      </p:sp>
      <p:sp>
        <p:nvSpPr>
          <p:cNvPr id="4" name="Rectangle 3"/>
          <p:cNvSpPr/>
          <p:nvPr/>
        </p:nvSpPr>
        <p:spPr>
          <a:xfrm>
            <a:off x="502920" y="841248"/>
            <a:ext cx="1234440" cy="54864"/>
          </a:xfrm>
          <a:prstGeom prst="rect">
            <a:avLst/>
          </a:prstGeom>
          <a:solidFill>
            <a:srgbClr val="A10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960120"/>
            <a:ext cx="8229600" cy="274320"/>
          </a:xfrm>
          <a:prstGeom prst="rect">
            <a:avLst/>
          </a:prstGeom>
          <a:noFill/>
        </p:spPr>
        <p:txBody>
          <a:bodyPr wrap="none">
            <a:spAutoFit/>
          </a:bodyPr>
          <a:lstStyle/>
          <a:p>
            <a:r>
              <a:rPr sz="1200" b="1">
                <a:solidFill>
                  <a:srgbClr val="A100FF"/>
                </a:solidFill>
                <a:latin typeface="Arial"/>
              </a:rPr>
              <a:t>WHAT'S ALREADY BUILT</a:t>
            </a:r>
          </a:p>
        </p:txBody>
      </p:sp>
      <p:sp>
        <p:nvSpPr>
          <p:cNvPr id="6" name="TextBox 5"/>
          <p:cNvSpPr txBox="1"/>
          <p:nvPr/>
        </p:nvSpPr>
        <p:spPr>
          <a:xfrm>
            <a:off x="758952" y="932688"/>
            <a:ext cx="8229600" cy="310896"/>
          </a:xfrm>
          <a:prstGeom prst="rect">
            <a:avLst/>
          </a:prstGeom>
          <a:noFill/>
        </p:spPr>
        <p:txBody>
          <a:bodyPr wrap="none">
            <a:spAutoFit/>
          </a:bodyPr>
          <a:lstStyle/>
          <a:p>
            <a:pPr algn="r"/>
            <a:r>
              <a:rPr sz="1200" i="1">
                <a:solidFill>
                  <a:srgbClr val="555566"/>
                </a:solidFill>
                <a:latin typeface="Arial"/>
              </a:rPr>
              <a:t>Phase 0, working in this repo on simulated data</a:t>
            </a:r>
          </a:p>
        </p:txBody>
      </p:sp>
      <p:sp>
        <p:nvSpPr>
          <p:cNvPr id="7" name="Rounded Rectangle 6"/>
          <p:cNvSpPr/>
          <p:nvPr/>
        </p:nvSpPr>
        <p:spPr>
          <a:xfrm>
            <a:off x="502920" y="1508760"/>
            <a:ext cx="5440679" cy="1024128"/>
          </a:xfrm>
          <a:prstGeom prst="roundRect">
            <a:avLst>
              <a:gd name="adj" fmla="val 12000"/>
            </a:avLst>
          </a:prstGeom>
          <a:solidFill>
            <a:srgbClr val="F7F5FB"/>
          </a:solidFill>
          <a:ln w="12700">
            <a:solidFill>
              <a:srgbClr val="E6E6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722376" y="1865376"/>
            <a:ext cx="310896" cy="310896"/>
          </a:xfrm>
          <a:prstGeom prst="ellipse">
            <a:avLst/>
          </a:prstGeom>
          <a:solidFill>
            <a:srgbClr val="A10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22376" y="1847088"/>
            <a:ext cx="310896" cy="292608"/>
          </a:xfrm>
          <a:prstGeom prst="rect">
            <a:avLst/>
          </a:prstGeom>
          <a:noFill/>
        </p:spPr>
        <p:txBody>
          <a:bodyPr wrap="none">
            <a:spAutoFit/>
          </a:bodyPr>
          <a:lstStyle/>
          <a:p>
            <a:pPr algn="ctr"/>
            <a:r>
              <a:rPr sz="1500" b="1">
                <a:solidFill>
                  <a:srgbClr val="FFFFFF"/>
                </a:solidFill>
                <a:latin typeface="Arial"/>
              </a:rPr>
              <a:t>✓</a:t>
            </a:r>
          </a:p>
        </p:txBody>
      </p:sp>
      <p:sp>
        <p:nvSpPr>
          <p:cNvPr id="10" name="TextBox 9"/>
          <p:cNvSpPr txBox="1"/>
          <p:nvPr/>
        </p:nvSpPr>
        <p:spPr>
          <a:xfrm>
            <a:off x="1161288" y="1636776"/>
            <a:ext cx="4617719" cy="804672"/>
          </a:xfrm>
          <a:prstGeom prst="rect">
            <a:avLst/>
          </a:prstGeom>
          <a:noFill/>
        </p:spPr>
        <p:txBody>
          <a:bodyPr wrap="square" anchor="ctr">
            <a:spAutoFit/>
          </a:bodyPr>
          <a:lstStyle/>
          <a:p>
            <a:pPr>
              <a:lnSpc>
                <a:spcPct val="108000"/>
              </a:lnSpc>
            </a:pPr>
            <a:r>
              <a:rPr sz="1250">
                <a:solidFill>
                  <a:srgbClr val="1A1A2E"/>
                </a:solidFill>
                <a:latin typeface="Arial"/>
              </a:rPr>
              <a:t>25-patient synthetic board, most urgent first, live at the root URL.</a:t>
            </a:r>
          </a:p>
        </p:txBody>
      </p:sp>
      <p:sp>
        <p:nvSpPr>
          <p:cNvPr id="11" name="Rounded Rectangle 10"/>
          <p:cNvSpPr/>
          <p:nvPr/>
        </p:nvSpPr>
        <p:spPr>
          <a:xfrm>
            <a:off x="6217919" y="1508760"/>
            <a:ext cx="5440679" cy="1024128"/>
          </a:xfrm>
          <a:prstGeom prst="roundRect">
            <a:avLst>
              <a:gd name="adj" fmla="val 12000"/>
            </a:avLst>
          </a:prstGeom>
          <a:solidFill>
            <a:srgbClr val="F7F5FB"/>
          </a:solidFill>
          <a:ln w="12700">
            <a:solidFill>
              <a:srgbClr val="E6E6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6437375" y="1865376"/>
            <a:ext cx="310896" cy="310896"/>
          </a:xfrm>
          <a:prstGeom prst="ellipse">
            <a:avLst/>
          </a:prstGeom>
          <a:solidFill>
            <a:srgbClr val="A10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37375" y="1847088"/>
            <a:ext cx="310896" cy="292608"/>
          </a:xfrm>
          <a:prstGeom prst="rect">
            <a:avLst/>
          </a:prstGeom>
          <a:noFill/>
        </p:spPr>
        <p:txBody>
          <a:bodyPr wrap="none">
            <a:spAutoFit/>
          </a:bodyPr>
          <a:lstStyle/>
          <a:p>
            <a:pPr algn="ctr"/>
            <a:r>
              <a:rPr sz="1500" b="1">
                <a:solidFill>
                  <a:srgbClr val="FFFFFF"/>
                </a:solidFill>
                <a:latin typeface="Arial"/>
              </a:rPr>
              <a:t>✓</a:t>
            </a:r>
          </a:p>
        </p:txBody>
      </p:sp>
      <p:sp>
        <p:nvSpPr>
          <p:cNvPr id="14" name="TextBox 13"/>
          <p:cNvSpPr txBox="1"/>
          <p:nvPr/>
        </p:nvSpPr>
        <p:spPr>
          <a:xfrm>
            <a:off x="6876287" y="1636776"/>
            <a:ext cx="4617719" cy="804672"/>
          </a:xfrm>
          <a:prstGeom prst="rect">
            <a:avLst/>
          </a:prstGeom>
          <a:noFill/>
        </p:spPr>
        <p:txBody>
          <a:bodyPr wrap="square" anchor="ctr">
            <a:spAutoFit/>
          </a:bodyPr>
          <a:lstStyle/>
          <a:p>
            <a:pPr>
              <a:lnSpc>
                <a:spcPct val="108000"/>
              </a:lnSpc>
            </a:pPr>
            <a:r>
              <a:rPr sz="1250">
                <a:solidFill>
                  <a:srgbClr val="1A1A2E"/>
                </a:solidFill>
                <a:latin typeface="Arial"/>
              </a:rPr>
              <a:t>Hard cases covered: ambiguous elder, febrile toddler, atypical geriatric MI, zero-history walk-in.</a:t>
            </a:r>
          </a:p>
        </p:txBody>
      </p:sp>
      <p:sp>
        <p:nvSpPr>
          <p:cNvPr id="15" name="Rounded Rectangle 14"/>
          <p:cNvSpPr/>
          <p:nvPr/>
        </p:nvSpPr>
        <p:spPr>
          <a:xfrm>
            <a:off x="502920" y="2679191"/>
            <a:ext cx="5440679" cy="1024128"/>
          </a:xfrm>
          <a:prstGeom prst="roundRect">
            <a:avLst>
              <a:gd name="adj" fmla="val 12000"/>
            </a:avLst>
          </a:prstGeom>
          <a:solidFill>
            <a:srgbClr val="F7F5FB"/>
          </a:solidFill>
          <a:ln w="12700">
            <a:solidFill>
              <a:srgbClr val="E6E6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722376" y="3035808"/>
            <a:ext cx="310896" cy="310896"/>
          </a:xfrm>
          <a:prstGeom prst="ellipse">
            <a:avLst/>
          </a:prstGeom>
          <a:solidFill>
            <a:srgbClr val="A10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22376" y="3017520"/>
            <a:ext cx="310896" cy="292608"/>
          </a:xfrm>
          <a:prstGeom prst="rect">
            <a:avLst/>
          </a:prstGeom>
          <a:noFill/>
        </p:spPr>
        <p:txBody>
          <a:bodyPr wrap="none">
            <a:spAutoFit/>
          </a:bodyPr>
          <a:lstStyle/>
          <a:p>
            <a:pPr algn="ctr"/>
            <a:r>
              <a:rPr sz="1500" b="1">
                <a:solidFill>
                  <a:srgbClr val="FFFFFF"/>
                </a:solidFill>
                <a:latin typeface="Arial"/>
              </a:rPr>
              <a:t>✓</a:t>
            </a:r>
          </a:p>
        </p:txBody>
      </p:sp>
      <p:sp>
        <p:nvSpPr>
          <p:cNvPr id="18" name="TextBox 17"/>
          <p:cNvSpPr txBox="1"/>
          <p:nvPr/>
        </p:nvSpPr>
        <p:spPr>
          <a:xfrm>
            <a:off x="1161288" y="2807208"/>
            <a:ext cx="4617719" cy="804672"/>
          </a:xfrm>
          <a:prstGeom prst="rect">
            <a:avLst/>
          </a:prstGeom>
          <a:noFill/>
        </p:spPr>
        <p:txBody>
          <a:bodyPr wrap="square" anchor="ctr">
            <a:spAutoFit/>
          </a:bodyPr>
          <a:lstStyle/>
          <a:p>
            <a:pPr>
              <a:lnSpc>
                <a:spcPct val="108000"/>
              </a:lnSpc>
            </a:pPr>
            <a:r>
              <a:rPr sz="1250">
                <a:solidFill>
                  <a:srgbClr val="1A1A2E"/>
                </a:solidFill>
                <a:latin typeface="Arial"/>
              </a:rPr>
              <a:t>3x surge toggle plus a Watcher that catches a deteriorating waiter (P-011).</a:t>
            </a:r>
          </a:p>
        </p:txBody>
      </p:sp>
      <p:sp>
        <p:nvSpPr>
          <p:cNvPr id="19" name="Rounded Rectangle 18"/>
          <p:cNvSpPr/>
          <p:nvPr/>
        </p:nvSpPr>
        <p:spPr>
          <a:xfrm>
            <a:off x="6217919" y="2679191"/>
            <a:ext cx="5440679" cy="1024128"/>
          </a:xfrm>
          <a:prstGeom prst="roundRect">
            <a:avLst>
              <a:gd name="adj" fmla="val 12000"/>
            </a:avLst>
          </a:prstGeom>
          <a:solidFill>
            <a:srgbClr val="F7F5FB"/>
          </a:solidFill>
          <a:ln w="12700">
            <a:solidFill>
              <a:srgbClr val="E6E6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6437375" y="3035808"/>
            <a:ext cx="310896" cy="310896"/>
          </a:xfrm>
          <a:prstGeom prst="ellipse">
            <a:avLst/>
          </a:prstGeom>
          <a:solidFill>
            <a:srgbClr val="A10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437375" y="3017520"/>
            <a:ext cx="310896" cy="292608"/>
          </a:xfrm>
          <a:prstGeom prst="rect">
            <a:avLst/>
          </a:prstGeom>
          <a:noFill/>
        </p:spPr>
        <p:txBody>
          <a:bodyPr wrap="none">
            <a:spAutoFit/>
          </a:bodyPr>
          <a:lstStyle/>
          <a:p>
            <a:pPr algn="ctr"/>
            <a:r>
              <a:rPr sz="1500" b="1">
                <a:solidFill>
                  <a:srgbClr val="FFFFFF"/>
                </a:solidFill>
                <a:latin typeface="Arial"/>
              </a:rPr>
              <a:t>✓</a:t>
            </a:r>
          </a:p>
        </p:txBody>
      </p:sp>
      <p:sp>
        <p:nvSpPr>
          <p:cNvPr id="22" name="TextBox 21"/>
          <p:cNvSpPr txBox="1"/>
          <p:nvPr/>
        </p:nvSpPr>
        <p:spPr>
          <a:xfrm>
            <a:off x="6876287" y="2807208"/>
            <a:ext cx="4617719" cy="804672"/>
          </a:xfrm>
          <a:prstGeom prst="rect">
            <a:avLst/>
          </a:prstGeom>
          <a:noFill/>
        </p:spPr>
        <p:txBody>
          <a:bodyPr wrap="square" anchor="ctr">
            <a:spAutoFit/>
          </a:bodyPr>
          <a:lstStyle/>
          <a:p>
            <a:pPr>
              <a:lnSpc>
                <a:spcPct val="108000"/>
              </a:lnSpc>
            </a:pPr>
            <a:r>
              <a:rPr sz="1250">
                <a:solidFill>
                  <a:srgbClr val="1A1A2E"/>
                </a:solidFill>
                <a:latin typeface="Arial"/>
              </a:rPr>
              <a:t>Confidence on every score. Low confidence routes to a nurse; thin notes can abstain.</a:t>
            </a:r>
          </a:p>
        </p:txBody>
      </p:sp>
      <p:sp>
        <p:nvSpPr>
          <p:cNvPr id="23" name="Rounded Rectangle 22"/>
          <p:cNvSpPr/>
          <p:nvPr/>
        </p:nvSpPr>
        <p:spPr>
          <a:xfrm>
            <a:off x="502920" y="3849624"/>
            <a:ext cx="5440679" cy="1024128"/>
          </a:xfrm>
          <a:prstGeom prst="roundRect">
            <a:avLst>
              <a:gd name="adj" fmla="val 12000"/>
            </a:avLst>
          </a:prstGeom>
          <a:solidFill>
            <a:srgbClr val="F7F5FB"/>
          </a:solidFill>
          <a:ln w="12700">
            <a:solidFill>
              <a:srgbClr val="E6E6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722376" y="4206240"/>
            <a:ext cx="310896" cy="310896"/>
          </a:xfrm>
          <a:prstGeom prst="ellipse">
            <a:avLst/>
          </a:prstGeom>
          <a:solidFill>
            <a:srgbClr val="A10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22376" y="4187951"/>
            <a:ext cx="310896" cy="292608"/>
          </a:xfrm>
          <a:prstGeom prst="rect">
            <a:avLst/>
          </a:prstGeom>
          <a:noFill/>
        </p:spPr>
        <p:txBody>
          <a:bodyPr wrap="none">
            <a:spAutoFit/>
          </a:bodyPr>
          <a:lstStyle/>
          <a:p>
            <a:pPr algn="ctr"/>
            <a:r>
              <a:rPr sz="1500" b="1">
                <a:solidFill>
                  <a:srgbClr val="FFFFFF"/>
                </a:solidFill>
                <a:latin typeface="Arial"/>
              </a:rPr>
              <a:t>✓</a:t>
            </a:r>
          </a:p>
        </p:txBody>
      </p:sp>
      <p:sp>
        <p:nvSpPr>
          <p:cNvPr id="26" name="TextBox 25"/>
          <p:cNvSpPr txBox="1"/>
          <p:nvPr/>
        </p:nvSpPr>
        <p:spPr>
          <a:xfrm>
            <a:off x="1161288" y="3977639"/>
            <a:ext cx="4617719" cy="804672"/>
          </a:xfrm>
          <a:prstGeom prst="rect">
            <a:avLst/>
          </a:prstGeom>
          <a:noFill/>
        </p:spPr>
        <p:txBody>
          <a:bodyPr wrap="square" anchor="ctr">
            <a:spAutoFit/>
          </a:bodyPr>
          <a:lstStyle/>
          <a:p>
            <a:pPr>
              <a:lnSpc>
                <a:spcPct val="108000"/>
              </a:lnSpc>
            </a:pPr>
            <a:r>
              <a:rPr sz="1250">
                <a:solidFill>
                  <a:srgbClr val="1A1A2E"/>
                </a:solidFill>
                <a:latin typeface="Arial"/>
              </a:rPr>
              <a:t>Clinician override and modify with a required reason, on an append-only audit trail.</a:t>
            </a:r>
          </a:p>
        </p:txBody>
      </p:sp>
      <p:sp>
        <p:nvSpPr>
          <p:cNvPr id="27" name="Rounded Rectangle 26"/>
          <p:cNvSpPr/>
          <p:nvPr/>
        </p:nvSpPr>
        <p:spPr>
          <a:xfrm>
            <a:off x="6217919" y="3849624"/>
            <a:ext cx="5440679" cy="1024128"/>
          </a:xfrm>
          <a:prstGeom prst="roundRect">
            <a:avLst>
              <a:gd name="adj" fmla="val 12000"/>
            </a:avLst>
          </a:prstGeom>
          <a:solidFill>
            <a:srgbClr val="F7F5FB"/>
          </a:solidFill>
          <a:ln w="12700">
            <a:solidFill>
              <a:srgbClr val="E6E6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val 27"/>
          <p:cNvSpPr/>
          <p:nvPr/>
        </p:nvSpPr>
        <p:spPr>
          <a:xfrm>
            <a:off x="6437375" y="4206240"/>
            <a:ext cx="310896" cy="310896"/>
          </a:xfrm>
          <a:prstGeom prst="ellipse">
            <a:avLst/>
          </a:prstGeom>
          <a:solidFill>
            <a:srgbClr val="A10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437375" y="4187951"/>
            <a:ext cx="310896" cy="292608"/>
          </a:xfrm>
          <a:prstGeom prst="rect">
            <a:avLst/>
          </a:prstGeom>
          <a:noFill/>
        </p:spPr>
        <p:txBody>
          <a:bodyPr wrap="none">
            <a:spAutoFit/>
          </a:bodyPr>
          <a:lstStyle/>
          <a:p>
            <a:pPr algn="ctr"/>
            <a:r>
              <a:rPr sz="1500" b="1">
                <a:solidFill>
                  <a:srgbClr val="FFFFFF"/>
                </a:solidFill>
                <a:latin typeface="Arial"/>
              </a:rPr>
              <a:t>✓</a:t>
            </a:r>
          </a:p>
        </p:txBody>
      </p:sp>
      <p:sp>
        <p:nvSpPr>
          <p:cNvPr id="30" name="TextBox 29"/>
          <p:cNvSpPr txBox="1"/>
          <p:nvPr/>
        </p:nvSpPr>
        <p:spPr>
          <a:xfrm>
            <a:off x="6876287" y="3977639"/>
            <a:ext cx="4617719" cy="804672"/>
          </a:xfrm>
          <a:prstGeom prst="rect">
            <a:avLst/>
          </a:prstGeom>
          <a:noFill/>
        </p:spPr>
        <p:txBody>
          <a:bodyPr wrap="square" anchor="ctr">
            <a:spAutoFit/>
          </a:bodyPr>
          <a:lstStyle/>
          <a:p>
            <a:pPr>
              <a:lnSpc>
                <a:spcPct val="108000"/>
              </a:lnSpc>
            </a:pPr>
            <a:r>
              <a:rPr sz="1250">
                <a:solidFill>
                  <a:srgbClr val="1A1A2E"/>
                </a:solidFill>
                <a:latin typeface="Arial"/>
              </a:rPr>
              <a:t>Age-banded vital thresholds, shown against the patient's own age band.</a:t>
            </a:r>
          </a:p>
        </p:txBody>
      </p:sp>
      <p:sp>
        <p:nvSpPr>
          <p:cNvPr id="31" name="Rounded Rectangle 30"/>
          <p:cNvSpPr/>
          <p:nvPr/>
        </p:nvSpPr>
        <p:spPr>
          <a:xfrm>
            <a:off x="502920" y="5394960"/>
            <a:ext cx="11155680" cy="658368"/>
          </a:xfrm>
          <a:prstGeom prst="roundRect">
            <a:avLst>
              <a:gd name="adj" fmla="val 15000"/>
            </a:avLst>
          </a:prstGeom>
          <a:solidFill>
            <a:srgbClr val="FFFFFF"/>
          </a:solidFill>
          <a:ln w="12700">
            <a:solidFill>
              <a:srgbClr val="E6E6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ounded Rectangle 31"/>
          <p:cNvSpPr/>
          <p:nvPr/>
        </p:nvSpPr>
        <p:spPr>
          <a:xfrm>
            <a:off x="649224" y="5577840"/>
            <a:ext cx="1188720" cy="292608"/>
          </a:xfrm>
          <a:prstGeom prst="roundRect">
            <a:avLst>
              <a:gd name="adj" fmla="val 40000"/>
            </a:avLst>
          </a:prstGeom>
          <a:solidFill>
            <a:srgbClr val="F7F5FB"/>
          </a:solidFill>
          <a:ln w="12700">
            <a:solidFill>
              <a:srgbClr val="E6E6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49224" y="5586984"/>
            <a:ext cx="1188720" cy="274320"/>
          </a:xfrm>
          <a:prstGeom prst="rect">
            <a:avLst/>
          </a:prstGeom>
          <a:noFill/>
        </p:spPr>
        <p:txBody>
          <a:bodyPr wrap="none">
            <a:spAutoFit/>
          </a:bodyPr>
          <a:lstStyle/>
          <a:p>
            <a:pPr algn="ctr"/>
            <a:r>
              <a:rPr sz="1100" b="1">
                <a:solidFill>
                  <a:srgbClr val="A100FF"/>
                </a:solidFill>
                <a:latin typeface="Arial"/>
              </a:rPr>
              <a:t>Posture</a:t>
            </a:r>
          </a:p>
        </p:txBody>
      </p:sp>
      <p:sp>
        <p:nvSpPr>
          <p:cNvPr id="34" name="TextBox 33"/>
          <p:cNvSpPr txBox="1"/>
          <p:nvPr/>
        </p:nvSpPr>
        <p:spPr>
          <a:xfrm>
            <a:off x="2039112" y="5394960"/>
            <a:ext cx="9326880" cy="658368"/>
          </a:xfrm>
          <a:prstGeom prst="rect">
            <a:avLst/>
          </a:prstGeom>
          <a:noFill/>
        </p:spPr>
        <p:txBody>
          <a:bodyPr wrap="square" anchor="ctr">
            <a:spAutoFit/>
          </a:bodyPr>
          <a:lstStyle/>
          <a:p>
            <a:pPr>
              <a:lnSpc>
                <a:spcPct val="108000"/>
              </a:lnSpc>
            </a:pPr>
            <a:r>
              <a:rPr sz="1200">
                <a:solidFill>
                  <a:srgbClr val="555566"/>
                </a:solidFill>
                <a:latin typeface="Arial"/>
              </a:rPr>
              <a:t>HIPAA (US) assumed. Non-Device Clinical Decision Support: it recommends, it does not command.</a:t>
            </a:r>
          </a:p>
        </p:txBody>
      </p:sp>
      <p:sp>
        <p:nvSpPr>
          <p:cNvPr id="35" name="TextBox 34"/>
          <p:cNvSpPr txBox="1"/>
          <p:nvPr/>
        </p:nvSpPr>
        <p:spPr>
          <a:xfrm>
            <a:off x="502920" y="6446520"/>
            <a:ext cx="9144000" cy="274320"/>
          </a:xfrm>
          <a:prstGeom prst="rect">
            <a:avLst/>
          </a:prstGeom>
          <a:noFill/>
        </p:spPr>
        <p:txBody>
          <a:bodyPr wrap="none">
            <a:spAutoFit/>
          </a:bodyPr>
          <a:lstStyle/>
          <a:p>
            <a:r>
              <a:rPr sz="1000">
                <a:solidFill>
                  <a:srgbClr val="555566"/>
                </a:solidFill>
                <a:latin typeface="Arial"/>
              </a:rPr>
              <a:t>Team Sentinel  |  PatientTriage.ai  |  Accenture Innovation Challenge 2026</a:t>
            </a:r>
          </a:p>
        </p:txBody>
      </p:sp>
      <p:sp>
        <p:nvSpPr>
          <p:cNvPr id="36" name="TextBox 35"/>
          <p:cNvSpPr txBox="1"/>
          <p:nvPr/>
        </p:nvSpPr>
        <p:spPr>
          <a:xfrm>
            <a:off x="10698480" y="6446520"/>
            <a:ext cx="1005840" cy="274320"/>
          </a:xfrm>
          <a:prstGeom prst="rect">
            <a:avLst/>
          </a:prstGeom>
          <a:noFill/>
        </p:spPr>
        <p:txBody>
          <a:bodyPr wrap="none">
            <a:spAutoFit/>
          </a:bodyPr>
          <a:lstStyle/>
          <a:p>
            <a:pPr algn="r"/>
            <a:r>
              <a:rPr sz="1000">
                <a:solidFill>
                  <a:srgbClr val="555566"/>
                </a:solidFill>
                <a:latin typeface="Arial"/>
              </a:rPr>
              <a:t>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20040"/>
            <a:ext cx="11247120" cy="502920"/>
          </a:xfrm>
          <a:prstGeom prst="rect">
            <a:avLst/>
          </a:prstGeom>
          <a:noFill/>
        </p:spPr>
        <p:txBody>
          <a:bodyPr wrap="none">
            <a:spAutoFit/>
          </a:bodyPr>
          <a:lstStyle/>
          <a:p>
            <a:r>
              <a:rPr sz="2600" b="1">
                <a:solidFill>
                  <a:srgbClr val="1A1A2E"/>
                </a:solidFill>
                <a:latin typeface="Arial"/>
              </a:rPr>
              <a:t>6. Target users</a:t>
            </a:r>
          </a:p>
        </p:txBody>
      </p:sp>
      <p:sp>
        <p:nvSpPr>
          <p:cNvPr id="4" name="Rectangle 3"/>
          <p:cNvSpPr/>
          <p:nvPr/>
        </p:nvSpPr>
        <p:spPr>
          <a:xfrm>
            <a:off x="502920" y="841248"/>
            <a:ext cx="1234440" cy="54864"/>
          </a:xfrm>
          <a:prstGeom prst="rect">
            <a:avLst/>
          </a:prstGeom>
          <a:solidFill>
            <a:srgbClr val="A10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960120"/>
            <a:ext cx="8229600" cy="274320"/>
          </a:xfrm>
          <a:prstGeom prst="rect">
            <a:avLst/>
          </a:prstGeom>
          <a:noFill/>
        </p:spPr>
        <p:txBody>
          <a:bodyPr wrap="none">
            <a:spAutoFit/>
          </a:bodyPr>
          <a:lstStyle/>
          <a:p>
            <a:r>
              <a:rPr sz="1200" b="1">
                <a:solidFill>
                  <a:srgbClr val="A100FF"/>
                </a:solidFill>
                <a:latin typeface="Arial"/>
              </a:rPr>
              <a:t>WHO USES IT</a:t>
            </a:r>
          </a:p>
        </p:txBody>
      </p:sp>
      <p:sp>
        <p:nvSpPr>
          <p:cNvPr id="6" name="Rounded Rectangle 5"/>
          <p:cNvSpPr/>
          <p:nvPr/>
        </p:nvSpPr>
        <p:spPr>
          <a:xfrm>
            <a:off x="502920" y="1371600"/>
            <a:ext cx="3547871" cy="2880360"/>
          </a:xfrm>
          <a:prstGeom prst="roundRect">
            <a:avLst>
              <a:gd name="adj" fmla="val 9000"/>
            </a:avLst>
          </a:prstGeom>
          <a:solidFill>
            <a:srgbClr val="A100FF"/>
          </a:solidFill>
          <a:ln w="12700">
            <a:solidFill>
              <a:srgbClr val="E6E6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04088" y="1536192"/>
            <a:ext cx="3145535" cy="2587752"/>
          </a:xfrm>
          <a:prstGeom prst="rect">
            <a:avLst/>
          </a:prstGeom>
          <a:noFill/>
        </p:spPr>
        <p:txBody>
          <a:bodyPr wrap="square" anchor="t">
            <a:spAutoFit/>
          </a:bodyPr>
          <a:lstStyle/>
          <a:p>
            <a:r>
              <a:rPr sz="1400" b="1">
                <a:solidFill>
                  <a:srgbClr val="FFFFFF"/>
                </a:solidFill>
                <a:latin typeface="Arial"/>
              </a:rPr>
              <a:t>Triage nurse</a:t>
            </a:r>
          </a:p>
          <a:p>
            <a:pPr>
              <a:lnSpc>
                <a:spcPct val="110000"/>
              </a:lnSpc>
              <a:spcBef>
                <a:spcPts val="900"/>
              </a:spcBef>
            </a:pPr>
            <a:r>
              <a:rPr sz="1200">
                <a:solidFill>
                  <a:srgbClr val="FFFFFF"/>
                </a:solidFill>
                <a:latin typeface="Arial"/>
              </a:rPr>
              <a:t>The everyday user, working under real time pressure.</a:t>
            </a:r>
          </a:p>
          <a:p>
            <a:pPr>
              <a:lnSpc>
                <a:spcPct val="110000"/>
              </a:lnSpc>
              <a:spcBef>
                <a:spcPts val="500"/>
              </a:spcBef>
            </a:pPr>
            <a:r>
              <a:rPr sz="1200">
                <a:solidFill>
                  <a:srgbClr val="FFFFFF"/>
                </a:solidFill>
                <a:latin typeface="Arial"/>
              </a:rPr>
              <a:t>Gets a fast, explained starting point and clear confidence.</a:t>
            </a:r>
          </a:p>
          <a:p>
            <a:pPr>
              <a:lnSpc>
                <a:spcPct val="110000"/>
              </a:lnSpc>
              <a:spcBef>
                <a:spcPts val="500"/>
              </a:spcBef>
            </a:pPr>
            <a:r>
              <a:rPr sz="1200">
                <a:solidFill>
                  <a:srgbClr val="FFFFFF"/>
                </a:solidFill>
                <a:latin typeface="Arial"/>
              </a:rPr>
              <a:t>Accepts or adjusts in seconds without fighting the UI.</a:t>
            </a:r>
          </a:p>
        </p:txBody>
      </p:sp>
      <p:sp>
        <p:nvSpPr>
          <p:cNvPr id="8" name="Rounded Rectangle 7"/>
          <p:cNvSpPr/>
          <p:nvPr/>
        </p:nvSpPr>
        <p:spPr>
          <a:xfrm>
            <a:off x="4306823" y="1371600"/>
            <a:ext cx="3547871" cy="2880360"/>
          </a:xfrm>
          <a:prstGeom prst="roundRect">
            <a:avLst>
              <a:gd name="adj" fmla="val 9000"/>
            </a:avLst>
          </a:prstGeom>
          <a:solidFill>
            <a:srgbClr val="F7F5FB"/>
          </a:solidFill>
          <a:ln w="12700">
            <a:solidFill>
              <a:srgbClr val="E6E6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507991" y="1536192"/>
            <a:ext cx="3145535" cy="2587752"/>
          </a:xfrm>
          <a:prstGeom prst="rect">
            <a:avLst/>
          </a:prstGeom>
          <a:noFill/>
        </p:spPr>
        <p:txBody>
          <a:bodyPr wrap="square" anchor="t">
            <a:spAutoFit/>
          </a:bodyPr>
          <a:lstStyle/>
          <a:p>
            <a:r>
              <a:rPr sz="1400" b="1">
                <a:solidFill>
                  <a:srgbClr val="A100FF"/>
                </a:solidFill>
                <a:latin typeface="Arial"/>
              </a:rPr>
              <a:t>Charge nurse</a:t>
            </a:r>
          </a:p>
          <a:p>
            <a:pPr>
              <a:lnSpc>
                <a:spcPct val="110000"/>
              </a:lnSpc>
              <a:spcBef>
                <a:spcPts val="900"/>
              </a:spcBef>
            </a:pPr>
            <a:r>
              <a:rPr sz="1200">
                <a:solidFill>
                  <a:srgbClr val="1A1A2E"/>
                </a:solidFill>
                <a:latin typeface="Arial"/>
              </a:rPr>
              <a:t>Owns patient flow when the department is under load.</a:t>
            </a:r>
          </a:p>
          <a:p>
            <a:pPr>
              <a:lnSpc>
                <a:spcPct val="110000"/>
              </a:lnSpc>
              <a:spcBef>
                <a:spcPts val="500"/>
              </a:spcBef>
            </a:pPr>
            <a:r>
              <a:rPr sz="1200">
                <a:solidFill>
                  <a:srgbClr val="1A1A2E"/>
                </a:solidFill>
                <a:latin typeface="Arial"/>
              </a:rPr>
              <a:t>Sees who is waiting, who is overdue, and where surge is building.</a:t>
            </a:r>
          </a:p>
          <a:p>
            <a:pPr>
              <a:lnSpc>
                <a:spcPct val="110000"/>
              </a:lnSpc>
              <a:spcBef>
                <a:spcPts val="500"/>
              </a:spcBef>
            </a:pPr>
            <a:r>
              <a:rPr sz="1200">
                <a:solidFill>
                  <a:srgbClr val="1A1A2E"/>
                </a:solidFill>
                <a:latin typeface="Arial"/>
              </a:rPr>
              <a:t>The board and surge view are built for this role.</a:t>
            </a:r>
          </a:p>
        </p:txBody>
      </p:sp>
      <p:sp>
        <p:nvSpPr>
          <p:cNvPr id="10" name="Rounded Rectangle 9"/>
          <p:cNvSpPr/>
          <p:nvPr/>
        </p:nvSpPr>
        <p:spPr>
          <a:xfrm>
            <a:off x="8110727" y="1371600"/>
            <a:ext cx="3547871" cy="2880360"/>
          </a:xfrm>
          <a:prstGeom prst="roundRect">
            <a:avLst>
              <a:gd name="adj" fmla="val 9000"/>
            </a:avLst>
          </a:prstGeom>
          <a:solidFill>
            <a:srgbClr val="F7F5FB"/>
          </a:solidFill>
          <a:ln w="12700">
            <a:solidFill>
              <a:srgbClr val="E6E6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311896" y="1536192"/>
            <a:ext cx="3145535" cy="2587752"/>
          </a:xfrm>
          <a:prstGeom prst="rect">
            <a:avLst/>
          </a:prstGeom>
          <a:noFill/>
        </p:spPr>
        <p:txBody>
          <a:bodyPr wrap="square" anchor="t">
            <a:spAutoFit/>
          </a:bodyPr>
          <a:lstStyle/>
          <a:p>
            <a:r>
              <a:rPr sz="1400" b="1">
                <a:solidFill>
                  <a:srgbClr val="A100FF"/>
                </a:solidFill>
                <a:latin typeface="Arial"/>
              </a:rPr>
              <a:t>Emergency physician</a:t>
            </a:r>
          </a:p>
          <a:p>
            <a:pPr>
              <a:lnSpc>
                <a:spcPct val="110000"/>
              </a:lnSpc>
              <a:spcBef>
                <a:spcPts val="900"/>
              </a:spcBef>
            </a:pPr>
            <a:r>
              <a:rPr sz="1200">
                <a:solidFill>
                  <a:srgbClr val="1A1A2E"/>
                </a:solidFill>
                <a:latin typeface="Arial"/>
              </a:rPr>
              <a:t>Needs a defensible rationale behind each call.</a:t>
            </a:r>
          </a:p>
          <a:p>
            <a:pPr>
              <a:lnSpc>
                <a:spcPct val="110000"/>
              </a:lnSpc>
              <a:spcBef>
                <a:spcPts val="500"/>
              </a:spcBef>
            </a:pPr>
            <a:r>
              <a:rPr sz="1200">
                <a:solidFill>
                  <a:srgbClr val="1A1A2E"/>
                </a:solidFill>
                <a:latin typeface="Arial"/>
              </a:rPr>
              <a:t>Watches running clocks for time-critical syndromes.</a:t>
            </a:r>
          </a:p>
          <a:p>
            <a:pPr>
              <a:lnSpc>
                <a:spcPct val="110000"/>
              </a:lnSpc>
              <a:spcBef>
                <a:spcPts val="500"/>
              </a:spcBef>
            </a:pPr>
            <a:r>
              <a:rPr sz="1200">
                <a:solidFill>
                  <a:srgbClr val="1A1A2E"/>
                </a:solidFill>
                <a:latin typeface="Arial"/>
              </a:rPr>
              <a:t>Gets a clean record of every change and the reason for it.</a:t>
            </a:r>
          </a:p>
        </p:txBody>
      </p:sp>
      <p:sp>
        <p:nvSpPr>
          <p:cNvPr id="12" name="Rounded Rectangle 11"/>
          <p:cNvSpPr/>
          <p:nvPr/>
        </p:nvSpPr>
        <p:spPr>
          <a:xfrm>
            <a:off x="502920" y="4526280"/>
            <a:ext cx="11155680" cy="658368"/>
          </a:xfrm>
          <a:prstGeom prst="roundRect">
            <a:avLst>
              <a:gd name="adj" fmla="val 15000"/>
            </a:avLst>
          </a:prstGeom>
          <a:solidFill>
            <a:srgbClr val="FFFFFF"/>
          </a:solidFill>
          <a:ln w="12700">
            <a:solidFill>
              <a:srgbClr val="E6E6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649224" y="4709160"/>
            <a:ext cx="1188720" cy="292608"/>
          </a:xfrm>
          <a:prstGeom prst="roundRect">
            <a:avLst>
              <a:gd name="adj" fmla="val 40000"/>
            </a:avLst>
          </a:prstGeom>
          <a:solidFill>
            <a:srgbClr val="F7F5FB"/>
          </a:solidFill>
          <a:ln w="12700">
            <a:solidFill>
              <a:srgbClr val="E6E6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9224" y="4718304"/>
            <a:ext cx="1188720" cy="274320"/>
          </a:xfrm>
          <a:prstGeom prst="rect">
            <a:avLst/>
          </a:prstGeom>
          <a:noFill/>
        </p:spPr>
        <p:txBody>
          <a:bodyPr wrap="none">
            <a:spAutoFit/>
          </a:bodyPr>
          <a:lstStyle/>
          <a:p>
            <a:pPr algn="ctr"/>
            <a:r>
              <a:rPr sz="1100" b="1">
                <a:solidFill>
                  <a:srgbClr val="A100FF"/>
                </a:solidFill>
                <a:latin typeface="Arial"/>
              </a:rPr>
              <a:t>Buyers</a:t>
            </a:r>
          </a:p>
        </p:txBody>
      </p:sp>
      <p:sp>
        <p:nvSpPr>
          <p:cNvPr id="15" name="TextBox 14"/>
          <p:cNvSpPr txBox="1"/>
          <p:nvPr/>
        </p:nvSpPr>
        <p:spPr>
          <a:xfrm>
            <a:off x="2039112" y="4526280"/>
            <a:ext cx="9326880" cy="658368"/>
          </a:xfrm>
          <a:prstGeom prst="rect">
            <a:avLst/>
          </a:prstGeom>
          <a:noFill/>
        </p:spPr>
        <p:txBody>
          <a:bodyPr wrap="square" anchor="ctr">
            <a:spAutoFit/>
          </a:bodyPr>
          <a:lstStyle/>
          <a:p>
            <a:pPr>
              <a:lnSpc>
                <a:spcPct val="108000"/>
              </a:lnSpc>
            </a:pPr>
            <a:r>
              <a:rPr sz="1200">
                <a:solidFill>
                  <a:srgbClr val="555566"/>
                </a:solidFill>
                <a:latin typeface="Arial"/>
              </a:rPr>
              <a:t>CMO and CNO for safety and liability. Operations for throughput and LWBS. CIO and CISO for integration and security.</a:t>
            </a:r>
          </a:p>
        </p:txBody>
      </p:sp>
      <p:sp>
        <p:nvSpPr>
          <p:cNvPr id="16" name="TextBox 15"/>
          <p:cNvSpPr txBox="1"/>
          <p:nvPr/>
        </p:nvSpPr>
        <p:spPr>
          <a:xfrm>
            <a:off x="502920" y="6446520"/>
            <a:ext cx="9144000" cy="274320"/>
          </a:xfrm>
          <a:prstGeom prst="rect">
            <a:avLst/>
          </a:prstGeom>
          <a:noFill/>
        </p:spPr>
        <p:txBody>
          <a:bodyPr wrap="none">
            <a:spAutoFit/>
          </a:bodyPr>
          <a:lstStyle/>
          <a:p>
            <a:r>
              <a:rPr sz="1000">
                <a:solidFill>
                  <a:srgbClr val="555566"/>
                </a:solidFill>
                <a:latin typeface="Arial"/>
              </a:rPr>
              <a:t>Team Sentinel  |  PatientTriage.ai  |  Accenture Innovation Challenge 2026</a:t>
            </a:r>
          </a:p>
        </p:txBody>
      </p:sp>
      <p:sp>
        <p:nvSpPr>
          <p:cNvPr id="17" name="TextBox 16"/>
          <p:cNvSpPr txBox="1"/>
          <p:nvPr/>
        </p:nvSpPr>
        <p:spPr>
          <a:xfrm>
            <a:off x="10698480" y="6446520"/>
            <a:ext cx="1005840" cy="274320"/>
          </a:xfrm>
          <a:prstGeom prst="rect">
            <a:avLst/>
          </a:prstGeom>
          <a:noFill/>
        </p:spPr>
        <p:txBody>
          <a:bodyPr wrap="none">
            <a:spAutoFit/>
          </a:bodyPr>
          <a:lstStyle/>
          <a:p>
            <a:pPr algn="r"/>
            <a:r>
              <a:rPr sz="1000">
                <a:solidFill>
                  <a:srgbClr val="555566"/>
                </a:solidFill>
                <a:latin typeface="Arial"/>
              </a:rPr>
              <a:t>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20040"/>
            <a:ext cx="11247120" cy="502920"/>
          </a:xfrm>
          <a:prstGeom prst="rect">
            <a:avLst/>
          </a:prstGeom>
          <a:noFill/>
        </p:spPr>
        <p:txBody>
          <a:bodyPr wrap="none">
            <a:spAutoFit/>
          </a:bodyPr>
          <a:lstStyle/>
          <a:p>
            <a:r>
              <a:rPr sz="2600" b="1">
                <a:solidFill>
                  <a:srgbClr val="1A1A2E"/>
                </a:solidFill>
                <a:latin typeface="Arial"/>
              </a:rPr>
              <a:t>7. Business case and impact</a:t>
            </a:r>
          </a:p>
        </p:txBody>
      </p:sp>
      <p:sp>
        <p:nvSpPr>
          <p:cNvPr id="4" name="Rectangle 3"/>
          <p:cNvSpPr/>
          <p:nvPr/>
        </p:nvSpPr>
        <p:spPr>
          <a:xfrm>
            <a:off x="502920" y="841248"/>
            <a:ext cx="1234440" cy="54864"/>
          </a:xfrm>
          <a:prstGeom prst="rect">
            <a:avLst/>
          </a:prstGeom>
          <a:solidFill>
            <a:srgbClr val="A10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960120"/>
            <a:ext cx="11155680" cy="307777"/>
          </a:xfrm>
          <a:prstGeom prst="rect">
            <a:avLst/>
          </a:prstGeom>
          <a:noFill/>
        </p:spPr>
        <p:txBody>
          <a:bodyPr wrap="square">
            <a:spAutoFit/>
          </a:bodyPr>
          <a:lstStyle/>
          <a:p>
            <a:r>
              <a:rPr sz="1400" dirty="0">
                <a:solidFill>
                  <a:srgbClr val="555566"/>
                </a:solidFill>
                <a:latin typeface="Arial"/>
              </a:rPr>
              <a:t>Assumed setting: US emergency departments, about 100 to 500+ visits a day, ESI-style acuity, HIPAA. Figures are illustrative, not a quote.</a:t>
            </a:r>
          </a:p>
        </p:txBody>
      </p:sp>
      <p:sp>
        <p:nvSpPr>
          <p:cNvPr id="6" name="Rounded Rectangle 5"/>
          <p:cNvSpPr/>
          <p:nvPr/>
        </p:nvSpPr>
        <p:spPr>
          <a:xfrm>
            <a:off x="502920" y="1463040"/>
            <a:ext cx="2148840" cy="1051560"/>
          </a:xfrm>
          <a:prstGeom prst="roundRect">
            <a:avLst>
              <a:gd name="adj" fmla="val 10000"/>
            </a:avLst>
          </a:prstGeom>
          <a:solidFill>
            <a:srgbClr val="A10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49224" y="1463040"/>
            <a:ext cx="1892808" cy="1051560"/>
          </a:xfrm>
          <a:prstGeom prst="rect">
            <a:avLst/>
          </a:prstGeom>
          <a:noFill/>
        </p:spPr>
        <p:txBody>
          <a:bodyPr wrap="square" anchor="ctr">
            <a:spAutoFit/>
          </a:bodyPr>
          <a:lstStyle/>
          <a:p>
            <a:pPr algn="ctr"/>
            <a:r>
              <a:rPr sz="1500" b="1">
                <a:solidFill>
                  <a:srgbClr val="FFFFFF"/>
                </a:solidFill>
                <a:latin typeface="Arial"/>
              </a:rPr>
              <a:t>Safety</a:t>
            </a:r>
          </a:p>
          <a:p>
            <a:pPr algn="ctr">
              <a:spcBef>
                <a:spcPts val="400"/>
              </a:spcBef>
            </a:pPr>
            <a:r>
              <a:rPr sz="1100" b="1">
                <a:solidFill>
                  <a:srgbClr val="FFFFFF"/>
                </a:solidFill>
                <a:latin typeface="Arial"/>
              </a:rPr>
              <a:t>PRIMARY</a:t>
            </a:r>
          </a:p>
        </p:txBody>
      </p:sp>
      <p:sp>
        <p:nvSpPr>
          <p:cNvPr id="8" name="Rounded Rectangle 7"/>
          <p:cNvSpPr/>
          <p:nvPr/>
        </p:nvSpPr>
        <p:spPr>
          <a:xfrm>
            <a:off x="2816352" y="1463040"/>
            <a:ext cx="8842248" cy="1051560"/>
          </a:xfrm>
          <a:prstGeom prst="roundRect">
            <a:avLst>
              <a:gd name="adj" fmla="val 10000"/>
            </a:avLst>
          </a:prstGeom>
          <a:solidFill>
            <a:srgbClr val="F7F5FB"/>
          </a:solidFill>
          <a:ln w="12700">
            <a:solidFill>
              <a:srgbClr val="E6E6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072384" y="1463040"/>
            <a:ext cx="8385048" cy="1051560"/>
          </a:xfrm>
          <a:prstGeom prst="rect">
            <a:avLst/>
          </a:prstGeom>
          <a:noFill/>
        </p:spPr>
        <p:txBody>
          <a:bodyPr wrap="square" anchor="ctr">
            <a:spAutoFit/>
          </a:bodyPr>
          <a:lstStyle/>
          <a:p>
            <a:pPr>
              <a:lnSpc>
                <a:spcPct val="115000"/>
              </a:lnSpc>
            </a:pPr>
            <a:r>
              <a:rPr sz="1300">
                <a:solidFill>
                  <a:srgbClr val="1A1A2E"/>
                </a:solidFill>
                <a:latin typeface="Arial"/>
              </a:rPr>
              <a:t>Cut under-triage of high-acuity patients. Age-aware vitals, escalate-when-unsure, and waiting-room monitoring attack the failure that matters most to a CMO. Even a small reduction in missed critical cases dominates the cost of the system.</a:t>
            </a:r>
          </a:p>
        </p:txBody>
      </p:sp>
      <p:sp>
        <p:nvSpPr>
          <p:cNvPr id="10" name="Rounded Rectangle 9"/>
          <p:cNvSpPr/>
          <p:nvPr/>
        </p:nvSpPr>
        <p:spPr>
          <a:xfrm>
            <a:off x="502920" y="2642616"/>
            <a:ext cx="2148840" cy="1051560"/>
          </a:xfrm>
          <a:prstGeom prst="roundRect">
            <a:avLst>
              <a:gd name="adj" fmla="val 10000"/>
            </a:avLst>
          </a:prstGeom>
          <a:solidFill>
            <a:srgbClr val="F7F5FB"/>
          </a:solidFill>
          <a:ln w="12700">
            <a:solidFill>
              <a:srgbClr val="E6E6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9224" y="2642616"/>
            <a:ext cx="1892808" cy="1051560"/>
          </a:xfrm>
          <a:prstGeom prst="rect">
            <a:avLst/>
          </a:prstGeom>
          <a:noFill/>
        </p:spPr>
        <p:txBody>
          <a:bodyPr wrap="square" anchor="ctr">
            <a:spAutoFit/>
          </a:bodyPr>
          <a:lstStyle/>
          <a:p>
            <a:pPr algn="ctr"/>
            <a:r>
              <a:rPr sz="1500" b="1">
                <a:solidFill>
                  <a:srgbClr val="A100FF"/>
                </a:solidFill>
                <a:latin typeface="Arial"/>
              </a:rPr>
              <a:t>Throughput</a:t>
            </a:r>
          </a:p>
          <a:p>
            <a:pPr algn="ctr">
              <a:spcBef>
                <a:spcPts val="400"/>
              </a:spcBef>
            </a:pPr>
            <a:r>
              <a:rPr sz="1100" b="1">
                <a:solidFill>
                  <a:srgbClr val="555566"/>
                </a:solidFill>
                <a:latin typeface="Arial"/>
              </a:rPr>
              <a:t>HUNDREDS/YR</a:t>
            </a:r>
          </a:p>
        </p:txBody>
      </p:sp>
      <p:sp>
        <p:nvSpPr>
          <p:cNvPr id="12" name="Rounded Rectangle 11"/>
          <p:cNvSpPr/>
          <p:nvPr/>
        </p:nvSpPr>
        <p:spPr>
          <a:xfrm>
            <a:off x="2816352" y="2642616"/>
            <a:ext cx="8842248" cy="1051560"/>
          </a:xfrm>
          <a:prstGeom prst="roundRect">
            <a:avLst>
              <a:gd name="adj" fmla="val 10000"/>
            </a:avLst>
          </a:prstGeom>
          <a:solidFill>
            <a:srgbClr val="F7F5FB"/>
          </a:solidFill>
          <a:ln w="12700">
            <a:solidFill>
              <a:srgbClr val="E6E6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072384" y="2642616"/>
            <a:ext cx="8385048" cy="1051560"/>
          </a:xfrm>
          <a:prstGeom prst="rect">
            <a:avLst/>
          </a:prstGeom>
          <a:noFill/>
        </p:spPr>
        <p:txBody>
          <a:bodyPr wrap="square" anchor="ctr">
            <a:spAutoFit/>
          </a:bodyPr>
          <a:lstStyle/>
          <a:p>
            <a:pPr>
              <a:lnSpc>
                <a:spcPct val="115000"/>
              </a:lnSpc>
            </a:pPr>
            <a:r>
              <a:rPr sz="1300">
                <a:solidFill>
                  <a:srgbClr val="1A1A2E"/>
                </a:solidFill>
                <a:latin typeface="Arial"/>
              </a:rPr>
              <a:t>Faster, consistent first pass plus active re-check of the queue. At a mid-size site of about 40,000 visits a year, a one-point cut in leave-without-being-seen keeps hundreds of patients in care instead of walking out.</a:t>
            </a:r>
          </a:p>
        </p:txBody>
      </p:sp>
      <p:sp>
        <p:nvSpPr>
          <p:cNvPr id="14" name="Rounded Rectangle 13"/>
          <p:cNvSpPr/>
          <p:nvPr/>
        </p:nvSpPr>
        <p:spPr>
          <a:xfrm>
            <a:off x="502920" y="3822191"/>
            <a:ext cx="2148840" cy="1051560"/>
          </a:xfrm>
          <a:prstGeom prst="roundRect">
            <a:avLst>
              <a:gd name="adj" fmla="val 10000"/>
            </a:avLst>
          </a:prstGeom>
          <a:solidFill>
            <a:srgbClr val="F7F5FB"/>
          </a:solidFill>
          <a:ln w="12700">
            <a:solidFill>
              <a:srgbClr val="E6E6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49224" y="3822191"/>
            <a:ext cx="1892808" cy="1051560"/>
          </a:xfrm>
          <a:prstGeom prst="rect">
            <a:avLst/>
          </a:prstGeom>
          <a:noFill/>
        </p:spPr>
        <p:txBody>
          <a:bodyPr wrap="square" anchor="ctr">
            <a:spAutoFit/>
          </a:bodyPr>
          <a:lstStyle/>
          <a:p>
            <a:pPr algn="ctr"/>
            <a:r>
              <a:rPr sz="1500" b="1">
                <a:solidFill>
                  <a:srgbClr val="A100FF"/>
                </a:solidFill>
                <a:latin typeface="Arial"/>
              </a:rPr>
              <a:t>Time-critical</a:t>
            </a:r>
          </a:p>
          <a:p>
            <a:pPr algn="ctr">
              <a:spcBef>
                <a:spcPts val="400"/>
              </a:spcBef>
            </a:pPr>
            <a:r>
              <a:rPr sz="1100" b="1">
                <a:solidFill>
                  <a:srgbClr val="555566"/>
                </a:solidFill>
                <a:latin typeface="Arial"/>
              </a:rPr>
              <a:t>MINUTES</a:t>
            </a:r>
          </a:p>
        </p:txBody>
      </p:sp>
      <p:sp>
        <p:nvSpPr>
          <p:cNvPr id="16" name="Rounded Rectangle 15"/>
          <p:cNvSpPr/>
          <p:nvPr/>
        </p:nvSpPr>
        <p:spPr>
          <a:xfrm>
            <a:off x="2816352" y="3822191"/>
            <a:ext cx="8842248" cy="1051560"/>
          </a:xfrm>
          <a:prstGeom prst="roundRect">
            <a:avLst>
              <a:gd name="adj" fmla="val 10000"/>
            </a:avLst>
          </a:prstGeom>
          <a:solidFill>
            <a:srgbClr val="F7F5FB"/>
          </a:solidFill>
          <a:ln w="12700">
            <a:solidFill>
              <a:srgbClr val="E6E6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072384" y="3822191"/>
            <a:ext cx="8385048" cy="1051560"/>
          </a:xfrm>
          <a:prstGeom prst="rect">
            <a:avLst/>
          </a:prstGeom>
          <a:noFill/>
        </p:spPr>
        <p:txBody>
          <a:bodyPr wrap="square" anchor="ctr">
            <a:spAutoFit/>
          </a:bodyPr>
          <a:lstStyle/>
          <a:p>
            <a:pPr>
              <a:lnSpc>
                <a:spcPct val="115000"/>
              </a:lnSpc>
            </a:pPr>
            <a:r>
              <a:rPr sz="1300">
                <a:solidFill>
                  <a:srgbClr val="1A1A2E"/>
                </a:solidFill>
                <a:latin typeface="Arial"/>
              </a:rPr>
              <a:t>Running clocks for stroke, STEMI, and sepsis surface treatable windows earlier. We do not invent site-specific minute savings; the product is built so those windows are hard to miss.</a:t>
            </a:r>
          </a:p>
        </p:txBody>
      </p:sp>
      <p:sp>
        <p:nvSpPr>
          <p:cNvPr id="18" name="Rounded Rectangle 17"/>
          <p:cNvSpPr/>
          <p:nvPr/>
        </p:nvSpPr>
        <p:spPr>
          <a:xfrm>
            <a:off x="512064" y="4992624"/>
            <a:ext cx="5449824" cy="1097280"/>
          </a:xfrm>
          <a:prstGeom prst="roundRect">
            <a:avLst>
              <a:gd name="adj" fmla="val 10000"/>
            </a:avLst>
          </a:prstGeom>
          <a:solidFill>
            <a:srgbClr val="FFFFFF"/>
          </a:solidFill>
          <a:ln w="12700">
            <a:solidFill>
              <a:srgbClr val="E6E6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512064" y="4992624"/>
            <a:ext cx="73152" cy="1097280"/>
          </a:xfrm>
          <a:prstGeom prst="rect">
            <a:avLst/>
          </a:prstGeom>
          <a:solidFill>
            <a:srgbClr val="A10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58952" y="5020055"/>
            <a:ext cx="5047488" cy="877824"/>
          </a:xfrm>
          <a:prstGeom prst="rect">
            <a:avLst/>
          </a:prstGeom>
          <a:noFill/>
        </p:spPr>
        <p:txBody>
          <a:bodyPr wrap="square">
            <a:spAutoFit/>
          </a:bodyPr>
          <a:lstStyle/>
          <a:p>
            <a:r>
              <a:rPr sz="1300" b="1" dirty="0">
                <a:solidFill>
                  <a:srgbClr val="A100FF"/>
                </a:solidFill>
                <a:latin typeface="Arial"/>
              </a:rPr>
              <a:t>Cost to run</a:t>
            </a:r>
          </a:p>
          <a:p>
            <a:pPr>
              <a:lnSpc>
                <a:spcPct val="110000"/>
              </a:lnSpc>
              <a:spcBef>
                <a:spcPts val="600"/>
              </a:spcBef>
            </a:pPr>
            <a:r>
              <a:rPr sz="1200" dirty="0">
                <a:solidFill>
                  <a:srgbClr val="1A1A2E"/>
                </a:solidFill>
                <a:latin typeface="Arial"/>
              </a:rPr>
              <a:t>Gemini is optional, cached, and iteration-capped. Quiet Watcher ticks skip model calls. With the model on, AI cost is a fraction of a cent per patient; with it off, the desk still runs on deterministic fallback.</a:t>
            </a:r>
          </a:p>
        </p:txBody>
      </p:sp>
      <p:sp>
        <p:nvSpPr>
          <p:cNvPr id="21" name="Rounded Rectangle 20"/>
          <p:cNvSpPr/>
          <p:nvPr/>
        </p:nvSpPr>
        <p:spPr>
          <a:xfrm>
            <a:off x="6208776" y="4983480"/>
            <a:ext cx="5449824" cy="1097280"/>
          </a:xfrm>
          <a:prstGeom prst="roundRect">
            <a:avLst>
              <a:gd name="adj" fmla="val 10000"/>
            </a:avLst>
          </a:prstGeom>
          <a:solidFill>
            <a:srgbClr val="FFFFFF"/>
          </a:solidFill>
          <a:ln w="12700">
            <a:solidFill>
              <a:srgbClr val="E6E6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6208776" y="4983480"/>
            <a:ext cx="73152" cy="1097280"/>
          </a:xfrm>
          <a:prstGeom prst="rect">
            <a:avLst/>
          </a:prstGeom>
          <a:solidFill>
            <a:srgbClr val="A10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464808" y="5020055"/>
            <a:ext cx="5047488" cy="877824"/>
          </a:xfrm>
          <a:prstGeom prst="rect">
            <a:avLst/>
          </a:prstGeom>
          <a:noFill/>
        </p:spPr>
        <p:txBody>
          <a:bodyPr wrap="square">
            <a:spAutoFit/>
          </a:bodyPr>
          <a:lstStyle/>
          <a:p>
            <a:r>
              <a:rPr sz="1300" b="1" dirty="0">
                <a:solidFill>
                  <a:srgbClr val="A100FF"/>
                </a:solidFill>
                <a:latin typeface="Arial"/>
              </a:rPr>
              <a:t>Commercial model</a:t>
            </a:r>
          </a:p>
          <a:p>
            <a:pPr>
              <a:lnSpc>
                <a:spcPct val="110000"/>
              </a:lnSpc>
              <a:spcBef>
                <a:spcPts val="600"/>
              </a:spcBef>
            </a:pPr>
            <a:r>
              <a:rPr sz="1200" dirty="0">
                <a:solidFill>
                  <a:srgbClr val="1A1A2E"/>
                </a:solidFill>
                <a:latin typeface="Arial"/>
              </a:rPr>
              <a:t>Per-department annual SaaS, tiered by visit volume. Pilots priced low or free in exchange for validation data and a reference site. The first credible outcomes study is worth more than year-one revenue.</a:t>
            </a:r>
          </a:p>
        </p:txBody>
      </p:sp>
      <p:sp>
        <p:nvSpPr>
          <p:cNvPr id="24" name="TextBox 23"/>
          <p:cNvSpPr txBox="1"/>
          <p:nvPr/>
        </p:nvSpPr>
        <p:spPr>
          <a:xfrm>
            <a:off x="502920" y="6446520"/>
            <a:ext cx="9144000" cy="274320"/>
          </a:xfrm>
          <a:prstGeom prst="rect">
            <a:avLst/>
          </a:prstGeom>
          <a:noFill/>
        </p:spPr>
        <p:txBody>
          <a:bodyPr wrap="none">
            <a:spAutoFit/>
          </a:bodyPr>
          <a:lstStyle/>
          <a:p>
            <a:r>
              <a:rPr sz="1000">
                <a:solidFill>
                  <a:srgbClr val="555566"/>
                </a:solidFill>
                <a:latin typeface="Arial"/>
              </a:rPr>
              <a:t>Team Sentinel  |  PatientTriage.ai  |  Accenture Innovation Challenge 2026</a:t>
            </a:r>
          </a:p>
        </p:txBody>
      </p:sp>
      <p:sp>
        <p:nvSpPr>
          <p:cNvPr id="25" name="TextBox 24"/>
          <p:cNvSpPr txBox="1"/>
          <p:nvPr/>
        </p:nvSpPr>
        <p:spPr>
          <a:xfrm>
            <a:off x="10698480" y="6446520"/>
            <a:ext cx="1005840" cy="274320"/>
          </a:xfrm>
          <a:prstGeom prst="rect">
            <a:avLst/>
          </a:prstGeom>
          <a:noFill/>
        </p:spPr>
        <p:txBody>
          <a:bodyPr wrap="none">
            <a:spAutoFit/>
          </a:bodyPr>
          <a:lstStyle/>
          <a:p>
            <a:pPr algn="r"/>
            <a:r>
              <a:rPr sz="1000">
                <a:solidFill>
                  <a:srgbClr val="555566"/>
                </a:solidFill>
                <a:latin typeface="Arial"/>
              </a:rPr>
              <a:t>9</a:t>
            </a:r>
          </a:p>
        </p:txBody>
      </p:sp>
      <p:sp>
        <p:nvSpPr>
          <p:cNvPr id="26" name="TextBox 25">
            <a:extLst>
              <a:ext uri="{FF2B5EF4-FFF2-40B4-BE49-F238E27FC236}">
                <a16:creationId xmlns:a16="http://schemas.microsoft.com/office/drawing/2014/main" id="{1C764849-6EB5-039E-19BF-0F17BA6126AA}"/>
              </a:ext>
            </a:extLst>
          </p:cNvPr>
          <p:cNvSpPr txBox="1"/>
          <p:nvPr/>
        </p:nvSpPr>
        <p:spPr>
          <a:xfrm>
            <a:off x="12499848" y="5458968"/>
            <a:ext cx="0" cy="0"/>
          </a:xfrm>
          <a:prstGeom prst="rect">
            <a:avLst/>
          </a:prstGeom>
          <a:noFill/>
        </p:spPr>
        <p:txBody>
          <a:bodyPr wrap="none" lIns="0" tIns="0" rIns="0" bIns="0" rtlCol="0">
            <a:noAutofit/>
          </a:bodyPr>
          <a:lstStyle/>
          <a:p>
            <a:pPr algn="l" defTabSz="228600">
              <a:spcAft>
                <a:spcPts val="1200"/>
              </a:spcAft>
            </a:pPr>
            <a:endParaRPr lang="en-IN" noProof="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20040"/>
            <a:ext cx="11247120" cy="502920"/>
          </a:xfrm>
          <a:prstGeom prst="rect">
            <a:avLst/>
          </a:prstGeom>
          <a:noFill/>
        </p:spPr>
        <p:txBody>
          <a:bodyPr wrap="none">
            <a:spAutoFit/>
          </a:bodyPr>
          <a:lstStyle/>
          <a:p>
            <a:r>
              <a:rPr sz="2600" b="1">
                <a:solidFill>
                  <a:srgbClr val="1A1A2E"/>
                </a:solidFill>
                <a:latin typeface="Arial"/>
              </a:rPr>
              <a:t>8. Adoption, compliance, and scale</a:t>
            </a:r>
          </a:p>
        </p:txBody>
      </p:sp>
      <p:sp>
        <p:nvSpPr>
          <p:cNvPr id="4" name="Rectangle 3"/>
          <p:cNvSpPr/>
          <p:nvPr/>
        </p:nvSpPr>
        <p:spPr>
          <a:xfrm>
            <a:off x="502920" y="841248"/>
            <a:ext cx="1234440" cy="54864"/>
          </a:xfrm>
          <a:prstGeom prst="rect">
            <a:avLst/>
          </a:prstGeom>
          <a:solidFill>
            <a:srgbClr val="A10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960120"/>
            <a:ext cx="11155680" cy="411480"/>
          </a:xfrm>
          <a:prstGeom prst="rect">
            <a:avLst/>
          </a:prstGeom>
          <a:noFill/>
        </p:spPr>
        <p:txBody>
          <a:bodyPr wrap="none">
            <a:spAutoFit/>
          </a:bodyPr>
          <a:lstStyle/>
          <a:p>
            <a:r>
              <a:rPr sz="1500">
                <a:solidFill>
                  <a:srgbClr val="1A1A2E"/>
                </a:solidFill>
                <a:latin typeface="Arial"/>
              </a:rPr>
              <a:t>Adoption, privacy, and scale are treated as product work, not afterthoughts.</a:t>
            </a:r>
          </a:p>
        </p:txBody>
      </p:sp>
      <p:sp>
        <p:nvSpPr>
          <p:cNvPr id="6" name="Rounded Rectangle 5"/>
          <p:cNvSpPr/>
          <p:nvPr/>
        </p:nvSpPr>
        <p:spPr>
          <a:xfrm>
            <a:off x="502920" y="1463040"/>
            <a:ext cx="3547871" cy="3977639"/>
          </a:xfrm>
          <a:prstGeom prst="roundRect">
            <a:avLst>
              <a:gd name="adj" fmla="val 8000"/>
            </a:avLst>
          </a:prstGeom>
          <a:solidFill>
            <a:srgbClr val="F7F5FB"/>
          </a:solidFill>
          <a:ln w="12700">
            <a:solidFill>
              <a:srgbClr val="E6E6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22376" y="1645920"/>
            <a:ext cx="3108959" cy="3648456"/>
          </a:xfrm>
          <a:prstGeom prst="rect">
            <a:avLst/>
          </a:prstGeom>
          <a:noFill/>
        </p:spPr>
        <p:txBody>
          <a:bodyPr wrap="square">
            <a:spAutoFit/>
          </a:bodyPr>
          <a:lstStyle/>
          <a:p>
            <a:r>
              <a:rPr sz="1500" b="1">
                <a:solidFill>
                  <a:srgbClr val="A100FF"/>
                </a:solidFill>
                <a:latin typeface="Arial"/>
              </a:rPr>
              <a:t>Adoption</a:t>
            </a:r>
          </a:p>
          <a:p>
            <a:pPr>
              <a:lnSpc>
                <a:spcPct val="112000"/>
              </a:lnSpc>
              <a:spcBef>
                <a:spcPts val="1100"/>
              </a:spcBef>
            </a:pPr>
            <a:r>
              <a:rPr sz="1250">
                <a:solidFill>
                  <a:srgbClr val="1A1A2E"/>
                </a:solidFill>
                <a:latin typeface="Arial"/>
              </a:rPr>
              <a:t>•  Shadow mode first: score beside triage, change nothing.</a:t>
            </a:r>
          </a:p>
          <a:p>
            <a:pPr>
              <a:lnSpc>
                <a:spcPct val="112000"/>
              </a:lnSpc>
              <a:spcBef>
                <a:spcPts val="800"/>
              </a:spcBef>
            </a:pPr>
            <a:r>
              <a:rPr sz="1250">
                <a:solidFill>
                  <a:srgbClr val="1A1A2E"/>
                </a:solidFill>
                <a:latin typeface="Arial"/>
              </a:rPr>
              <a:t>•  Clinician in charge, always, with a reason on overrides.</a:t>
            </a:r>
          </a:p>
          <a:p>
            <a:pPr>
              <a:lnSpc>
                <a:spcPct val="112000"/>
              </a:lnSpc>
              <a:spcBef>
                <a:spcPts val="800"/>
              </a:spcBef>
            </a:pPr>
            <a:r>
              <a:rPr sz="1250">
                <a:solidFill>
                  <a:srgbClr val="1A1A2E"/>
                </a:solidFill>
                <a:latin typeface="Arial"/>
              </a:rPr>
              <a:t>•  Fight alert fatigue: risk-weighted alerts, abstain on thin notes.</a:t>
            </a:r>
          </a:p>
          <a:p>
            <a:pPr>
              <a:lnSpc>
                <a:spcPct val="112000"/>
              </a:lnSpc>
              <a:spcBef>
                <a:spcPts val="800"/>
              </a:spcBef>
            </a:pPr>
            <a:r>
              <a:rPr sz="1250">
                <a:solidFill>
                  <a:srgbClr val="1A1A2E"/>
                </a:solidFill>
                <a:latin typeface="Arial"/>
              </a:rPr>
              <a:t>•  Fit the existing two minutes, do not add clicks.</a:t>
            </a:r>
          </a:p>
        </p:txBody>
      </p:sp>
      <p:sp>
        <p:nvSpPr>
          <p:cNvPr id="8" name="Rounded Rectangle 7"/>
          <p:cNvSpPr/>
          <p:nvPr/>
        </p:nvSpPr>
        <p:spPr>
          <a:xfrm>
            <a:off x="4306823" y="1463040"/>
            <a:ext cx="3547871" cy="3977639"/>
          </a:xfrm>
          <a:prstGeom prst="roundRect">
            <a:avLst>
              <a:gd name="adj" fmla="val 8000"/>
            </a:avLst>
          </a:prstGeom>
          <a:solidFill>
            <a:srgbClr val="F7F5FB"/>
          </a:solidFill>
          <a:ln w="12700">
            <a:solidFill>
              <a:srgbClr val="E6E6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526279" y="1645920"/>
            <a:ext cx="3108959" cy="3648456"/>
          </a:xfrm>
          <a:prstGeom prst="rect">
            <a:avLst/>
          </a:prstGeom>
          <a:noFill/>
        </p:spPr>
        <p:txBody>
          <a:bodyPr wrap="square">
            <a:spAutoFit/>
          </a:bodyPr>
          <a:lstStyle/>
          <a:p>
            <a:r>
              <a:rPr sz="1500" b="1">
                <a:solidFill>
                  <a:srgbClr val="A100FF"/>
                </a:solidFill>
                <a:latin typeface="Arial"/>
              </a:rPr>
              <a:t>Compliance</a:t>
            </a:r>
          </a:p>
          <a:p>
            <a:pPr>
              <a:lnSpc>
                <a:spcPct val="112000"/>
              </a:lnSpc>
              <a:spcBef>
                <a:spcPts val="1100"/>
              </a:spcBef>
            </a:pPr>
            <a:r>
              <a:rPr sz="1250">
                <a:solidFill>
                  <a:srgbClr val="1A1A2E"/>
                </a:solidFill>
                <a:latin typeface="Arial"/>
              </a:rPr>
              <a:t>•  HIPAA (US) assumed; audit and retention follow it.</a:t>
            </a:r>
          </a:p>
          <a:p>
            <a:pPr>
              <a:lnSpc>
                <a:spcPct val="112000"/>
              </a:lnSpc>
              <a:spcBef>
                <a:spcPts val="800"/>
              </a:spcBef>
            </a:pPr>
            <a:r>
              <a:rPr sz="1250">
                <a:solidFill>
                  <a:srgbClr val="1A1A2E"/>
                </a:solidFill>
                <a:latin typeface="Arial"/>
              </a:rPr>
              <a:t>•  Minimize PHI to the model; BAA or on-prem option.</a:t>
            </a:r>
          </a:p>
          <a:p>
            <a:pPr>
              <a:lnSpc>
                <a:spcPct val="112000"/>
              </a:lnSpc>
              <a:spcBef>
                <a:spcPts val="800"/>
              </a:spcBef>
            </a:pPr>
            <a:r>
              <a:rPr sz="1250">
                <a:solidFill>
                  <a:srgbClr val="1A1A2E"/>
                </a:solidFill>
                <a:latin typeface="Arial"/>
              </a:rPr>
              <a:t>•  Model-off mode loses none of the age-banded logic.</a:t>
            </a:r>
          </a:p>
          <a:p>
            <a:pPr>
              <a:lnSpc>
                <a:spcPct val="112000"/>
              </a:lnSpc>
              <a:spcBef>
                <a:spcPts val="800"/>
              </a:spcBef>
            </a:pPr>
            <a:r>
              <a:rPr sz="1250">
                <a:solidFill>
                  <a:srgbClr val="1A1A2E"/>
                </a:solidFill>
                <a:latin typeface="Arial"/>
              </a:rPr>
              <a:t>•  Non-Device CDS: recommend, never command.</a:t>
            </a:r>
          </a:p>
        </p:txBody>
      </p:sp>
      <p:sp>
        <p:nvSpPr>
          <p:cNvPr id="10" name="Rounded Rectangle 9"/>
          <p:cNvSpPr/>
          <p:nvPr/>
        </p:nvSpPr>
        <p:spPr>
          <a:xfrm>
            <a:off x="8110727" y="1463040"/>
            <a:ext cx="3547871" cy="3977639"/>
          </a:xfrm>
          <a:prstGeom prst="roundRect">
            <a:avLst>
              <a:gd name="adj" fmla="val 8000"/>
            </a:avLst>
          </a:prstGeom>
          <a:solidFill>
            <a:srgbClr val="F7F5FB"/>
          </a:solidFill>
          <a:ln w="12700">
            <a:solidFill>
              <a:srgbClr val="E6E6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330183" y="1645920"/>
            <a:ext cx="3108959" cy="3648456"/>
          </a:xfrm>
          <a:prstGeom prst="rect">
            <a:avLst/>
          </a:prstGeom>
          <a:noFill/>
        </p:spPr>
        <p:txBody>
          <a:bodyPr wrap="square">
            <a:spAutoFit/>
          </a:bodyPr>
          <a:lstStyle/>
          <a:p>
            <a:r>
              <a:rPr sz="1500" b="1">
                <a:solidFill>
                  <a:srgbClr val="A100FF"/>
                </a:solidFill>
                <a:latin typeface="Arial"/>
              </a:rPr>
              <a:t>Scale</a:t>
            </a:r>
          </a:p>
          <a:p>
            <a:pPr>
              <a:lnSpc>
                <a:spcPct val="112000"/>
              </a:lnSpc>
              <a:spcBef>
                <a:spcPts val="1100"/>
              </a:spcBef>
            </a:pPr>
            <a:r>
              <a:rPr sz="1250">
                <a:solidFill>
                  <a:srgbClr val="1A1A2E"/>
                </a:solidFill>
                <a:latin typeface="Arial"/>
              </a:rPr>
              <a:t>•  Same core, different config, not forks.</a:t>
            </a:r>
          </a:p>
          <a:p>
            <a:pPr>
              <a:lnSpc>
                <a:spcPct val="112000"/>
              </a:lnSpc>
              <a:spcBef>
                <a:spcPts val="800"/>
              </a:spcBef>
            </a:pPr>
            <a:r>
              <a:rPr sz="1250">
                <a:solidFill>
                  <a:srgbClr val="1A1A2E"/>
                </a:solidFill>
                <a:latin typeface="Arial"/>
              </a:rPr>
              <a:t>•  Age bands, safe-wait tables, and surge multipliers.</a:t>
            </a:r>
          </a:p>
          <a:p>
            <a:pPr>
              <a:lnSpc>
                <a:spcPct val="112000"/>
              </a:lnSpc>
              <a:spcBef>
                <a:spcPts val="800"/>
              </a:spcBef>
            </a:pPr>
            <a:r>
              <a:rPr sz="1250">
                <a:solidFill>
                  <a:srgbClr val="1A1A2E"/>
                </a:solidFill>
                <a:latin typeface="Arial"/>
              </a:rPr>
              <a:t>•  Deterministic path is light enough for a hospital VM.</a:t>
            </a:r>
          </a:p>
          <a:p>
            <a:pPr>
              <a:lnSpc>
                <a:spcPct val="112000"/>
              </a:lnSpc>
              <a:spcBef>
                <a:spcPts val="800"/>
              </a:spcBef>
            </a:pPr>
            <a:r>
              <a:rPr sz="1250">
                <a:solidFill>
                  <a:srgbClr val="1A1A2E"/>
                </a:solidFill>
                <a:latin typeface="Arial"/>
              </a:rPr>
              <a:t>•  Read-only shadow first, deeper write-back later.</a:t>
            </a:r>
          </a:p>
        </p:txBody>
      </p:sp>
      <p:sp>
        <p:nvSpPr>
          <p:cNvPr id="12" name="TextBox 11"/>
          <p:cNvSpPr txBox="1"/>
          <p:nvPr/>
        </p:nvSpPr>
        <p:spPr>
          <a:xfrm>
            <a:off x="502920" y="6446520"/>
            <a:ext cx="9144000" cy="274320"/>
          </a:xfrm>
          <a:prstGeom prst="rect">
            <a:avLst/>
          </a:prstGeom>
          <a:noFill/>
        </p:spPr>
        <p:txBody>
          <a:bodyPr wrap="none">
            <a:spAutoFit/>
          </a:bodyPr>
          <a:lstStyle/>
          <a:p>
            <a:r>
              <a:rPr sz="1000">
                <a:solidFill>
                  <a:srgbClr val="555566"/>
                </a:solidFill>
                <a:latin typeface="Arial"/>
              </a:rPr>
              <a:t>Team Sentinel  |  PatientTriage.ai  |  Accenture Innovation Challenge 2026</a:t>
            </a:r>
          </a:p>
        </p:txBody>
      </p:sp>
      <p:sp>
        <p:nvSpPr>
          <p:cNvPr id="13" name="TextBox 12"/>
          <p:cNvSpPr txBox="1"/>
          <p:nvPr/>
        </p:nvSpPr>
        <p:spPr>
          <a:xfrm>
            <a:off x="10698480" y="6446520"/>
            <a:ext cx="1005840" cy="274320"/>
          </a:xfrm>
          <a:prstGeom prst="rect">
            <a:avLst/>
          </a:prstGeom>
          <a:noFill/>
        </p:spPr>
        <p:txBody>
          <a:bodyPr wrap="none">
            <a:spAutoFit/>
          </a:bodyPr>
          <a:lstStyle/>
          <a:p>
            <a:pPr algn="r"/>
            <a:r>
              <a:rPr sz="1000">
                <a:solidFill>
                  <a:srgbClr val="555566"/>
                </a:solidFill>
                <a:latin typeface="Arial"/>
              </a:rPr>
              <a:t>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20040"/>
            <a:ext cx="11247120" cy="502920"/>
          </a:xfrm>
          <a:prstGeom prst="rect">
            <a:avLst/>
          </a:prstGeom>
          <a:noFill/>
        </p:spPr>
        <p:txBody>
          <a:bodyPr wrap="none">
            <a:spAutoFit/>
          </a:bodyPr>
          <a:lstStyle/>
          <a:p>
            <a:r>
              <a:rPr sz="2600" b="1">
                <a:solidFill>
                  <a:srgbClr val="1A1A2E"/>
                </a:solidFill>
                <a:latin typeface="Arial"/>
              </a:rPr>
              <a:t>9. Roadmap and risks</a:t>
            </a:r>
          </a:p>
        </p:txBody>
      </p:sp>
      <p:sp>
        <p:nvSpPr>
          <p:cNvPr id="4" name="Rectangle 3"/>
          <p:cNvSpPr/>
          <p:nvPr/>
        </p:nvSpPr>
        <p:spPr>
          <a:xfrm>
            <a:off x="502920" y="841248"/>
            <a:ext cx="1234440" cy="54864"/>
          </a:xfrm>
          <a:prstGeom prst="rect">
            <a:avLst/>
          </a:prstGeom>
          <a:solidFill>
            <a:srgbClr val="A10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960120"/>
            <a:ext cx="8229600" cy="274320"/>
          </a:xfrm>
          <a:prstGeom prst="rect">
            <a:avLst/>
          </a:prstGeom>
          <a:noFill/>
        </p:spPr>
        <p:txBody>
          <a:bodyPr wrap="none">
            <a:spAutoFit/>
          </a:bodyPr>
          <a:lstStyle/>
          <a:p>
            <a:r>
              <a:rPr sz="1200" b="1">
                <a:solidFill>
                  <a:srgbClr val="A100FF"/>
                </a:solidFill>
                <a:latin typeface="Arial"/>
              </a:rPr>
              <a:t>ROADMAP</a:t>
            </a:r>
          </a:p>
        </p:txBody>
      </p:sp>
      <p:sp>
        <p:nvSpPr>
          <p:cNvPr id="6" name="Rounded Rectangle 5"/>
          <p:cNvSpPr/>
          <p:nvPr/>
        </p:nvSpPr>
        <p:spPr>
          <a:xfrm>
            <a:off x="502920" y="1371600"/>
            <a:ext cx="1997049" cy="896112"/>
          </a:xfrm>
          <a:prstGeom prst="roundRect">
            <a:avLst>
              <a:gd name="adj" fmla="val 18000"/>
            </a:avLst>
          </a:prstGeom>
          <a:solidFill>
            <a:srgbClr val="FFFFFF"/>
          </a:solidFill>
          <a:ln w="15875">
            <a:solidFill>
              <a:srgbClr val="E6E6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76072" y="1572768"/>
            <a:ext cx="1850745" cy="548640"/>
          </a:xfrm>
          <a:prstGeom prst="rect">
            <a:avLst/>
          </a:prstGeom>
          <a:noFill/>
        </p:spPr>
        <p:txBody>
          <a:bodyPr wrap="square">
            <a:spAutoFit/>
          </a:bodyPr>
          <a:lstStyle/>
          <a:p>
            <a:pPr algn="ctr"/>
            <a:r>
              <a:rPr sz="1200" b="1">
                <a:solidFill>
                  <a:srgbClr val="1A1A2E"/>
                </a:solidFill>
                <a:latin typeface="Arial"/>
              </a:rPr>
              <a:t>Phase 0</a:t>
            </a:r>
          </a:p>
          <a:p>
            <a:pPr algn="ctr">
              <a:spcBef>
                <a:spcPts val="100"/>
              </a:spcBef>
            </a:pPr>
            <a:r>
              <a:rPr sz="1000">
                <a:solidFill>
                  <a:srgbClr val="555566"/>
                </a:solidFill>
                <a:latin typeface="Arial"/>
              </a:rPr>
              <a:t>Prototype, done</a:t>
            </a:r>
          </a:p>
        </p:txBody>
      </p:sp>
      <p:sp>
        <p:nvSpPr>
          <p:cNvPr id="8" name="Right Arrow 7"/>
          <p:cNvSpPr/>
          <p:nvPr/>
        </p:nvSpPr>
        <p:spPr>
          <a:xfrm>
            <a:off x="2545689" y="1737360"/>
            <a:ext cx="201168" cy="164592"/>
          </a:xfrm>
          <a:prstGeom prst="rightArrow">
            <a:avLst/>
          </a:prstGeom>
          <a:solidFill>
            <a:srgbClr val="A10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2792577" y="1371600"/>
            <a:ext cx="1997049" cy="896112"/>
          </a:xfrm>
          <a:prstGeom prst="roundRect">
            <a:avLst>
              <a:gd name="adj" fmla="val 18000"/>
            </a:avLst>
          </a:prstGeom>
          <a:solidFill>
            <a:srgbClr val="FFFFFF"/>
          </a:solidFill>
          <a:ln w="15875">
            <a:solidFill>
              <a:srgbClr val="E6E6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865729" y="1572768"/>
            <a:ext cx="1850745" cy="548640"/>
          </a:xfrm>
          <a:prstGeom prst="rect">
            <a:avLst/>
          </a:prstGeom>
          <a:noFill/>
        </p:spPr>
        <p:txBody>
          <a:bodyPr wrap="square">
            <a:spAutoFit/>
          </a:bodyPr>
          <a:lstStyle/>
          <a:p>
            <a:pPr algn="ctr"/>
            <a:r>
              <a:rPr sz="1200" b="1">
                <a:solidFill>
                  <a:srgbClr val="1A1A2E"/>
                </a:solidFill>
                <a:latin typeface="Arial"/>
              </a:rPr>
              <a:t>Phase 1</a:t>
            </a:r>
          </a:p>
          <a:p>
            <a:pPr algn="ctr">
              <a:spcBef>
                <a:spcPts val="100"/>
              </a:spcBef>
            </a:pPr>
            <a:r>
              <a:rPr sz="1000">
                <a:solidFill>
                  <a:srgbClr val="555566"/>
                </a:solidFill>
                <a:latin typeface="Arial"/>
              </a:rPr>
              <a:t>Shadow pilot</a:t>
            </a:r>
          </a:p>
        </p:txBody>
      </p:sp>
      <p:sp>
        <p:nvSpPr>
          <p:cNvPr id="11" name="Right Arrow 10"/>
          <p:cNvSpPr/>
          <p:nvPr/>
        </p:nvSpPr>
        <p:spPr>
          <a:xfrm>
            <a:off x="4835347" y="1737360"/>
            <a:ext cx="201168" cy="164592"/>
          </a:xfrm>
          <a:prstGeom prst="rightArrow">
            <a:avLst/>
          </a:prstGeom>
          <a:solidFill>
            <a:srgbClr val="A10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5082235" y="1371600"/>
            <a:ext cx="1997049" cy="896112"/>
          </a:xfrm>
          <a:prstGeom prst="roundRect">
            <a:avLst>
              <a:gd name="adj" fmla="val 18000"/>
            </a:avLst>
          </a:prstGeom>
          <a:solidFill>
            <a:srgbClr val="FFFFFF"/>
          </a:solidFill>
          <a:ln w="15875">
            <a:solidFill>
              <a:srgbClr val="E6E6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155387" y="1572768"/>
            <a:ext cx="1850745" cy="548640"/>
          </a:xfrm>
          <a:prstGeom prst="rect">
            <a:avLst/>
          </a:prstGeom>
          <a:noFill/>
        </p:spPr>
        <p:txBody>
          <a:bodyPr wrap="square">
            <a:spAutoFit/>
          </a:bodyPr>
          <a:lstStyle/>
          <a:p>
            <a:pPr algn="ctr"/>
            <a:r>
              <a:rPr sz="1200" b="1">
                <a:solidFill>
                  <a:srgbClr val="1A1A2E"/>
                </a:solidFill>
                <a:latin typeface="Arial"/>
              </a:rPr>
              <a:t>Phase 2</a:t>
            </a:r>
          </a:p>
          <a:p>
            <a:pPr algn="ctr">
              <a:spcBef>
                <a:spcPts val="100"/>
              </a:spcBef>
            </a:pPr>
            <a:r>
              <a:rPr sz="1000">
                <a:solidFill>
                  <a:srgbClr val="555566"/>
                </a:solidFill>
                <a:latin typeface="Arial"/>
              </a:rPr>
              <a:t>Supervised live</a:t>
            </a:r>
          </a:p>
        </p:txBody>
      </p:sp>
      <p:sp>
        <p:nvSpPr>
          <p:cNvPr id="14" name="Right Arrow 13"/>
          <p:cNvSpPr/>
          <p:nvPr/>
        </p:nvSpPr>
        <p:spPr>
          <a:xfrm>
            <a:off x="7125004" y="1737360"/>
            <a:ext cx="201168" cy="164592"/>
          </a:xfrm>
          <a:prstGeom prst="rightArrow">
            <a:avLst/>
          </a:prstGeom>
          <a:solidFill>
            <a:srgbClr val="A10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7371892" y="1371600"/>
            <a:ext cx="1997049" cy="896112"/>
          </a:xfrm>
          <a:prstGeom prst="roundRect">
            <a:avLst>
              <a:gd name="adj" fmla="val 18000"/>
            </a:avLst>
          </a:prstGeom>
          <a:solidFill>
            <a:srgbClr val="FFFFFF"/>
          </a:solidFill>
          <a:ln w="15875">
            <a:solidFill>
              <a:srgbClr val="E6E6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445044" y="1572768"/>
            <a:ext cx="1850745" cy="548640"/>
          </a:xfrm>
          <a:prstGeom prst="rect">
            <a:avLst/>
          </a:prstGeom>
          <a:noFill/>
        </p:spPr>
        <p:txBody>
          <a:bodyPr wrap="square">
            <a:spAutoFit/>
          </a:bodyPr>
          <a:lstStyle/>
          <a:p>
            <a:pPr algn="ctr"/>
            <a:r>
              <a:rPr sz="1200" b="1">
                <a:solidFill>
                  <a:srgbClr val="1A1A2E"/>
                </a:solidFill>
                <a:latin typeface="Arial"/>
              </a:rPr>
              <a:t>Phase 3</a:t>
            </a:r>
          </a:p>
          <a:p>
            <a:pPr algn="ctr">
              <a:spcBef>
                <a:spcPts val="100"/>
              </a:spcBef>
            </a:pPr>
            <a:r>
              <a:rPr sz="1000">
                <a:solidFill>
                  <a:srgbClr val="555566"/>
                </a:solidFill>
                <a:latin typeface="Arial"/>
              </a:rPr>
              <a:t>Multi-site</a:t>
            </a:r>
          </a:p>
        </p:txBody>
      </p:sp>
      <p:sp>
        <p:nvSpPr>
          <p:cNvPr id="17" name="Right Arrow 16"/>
          <p:cNvSpPr/>
          <p:nvPr/>
        </p:nvSpPr>
        <p:spPr>
          <a:xfrm>
            <a:off x="9414662" y="1737360"/>
            <a:ext cx="201168" cy="164592"/>
          </a:xfrm>
          <a:prstGeom prst="rightArrow">
            <a:avLst/>
          </a:prstGeom>
          <a:solidFill>
            <a:srgbClr val="A10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9661550" y="1371600"/>
            <a:ext cx="1997049" cy="896112"/>
          </a:xfrm>
          <a:prstGeom prst="roundRect">
            <a:avLst>
              <a:gd name="adj" fmla="val 18000"/>
            </a:avLst>
          </a:prstGeom>
          <a:solidFill>
            <a:srgbClr val="A100FF"/>
          </a:solidFill>
          <a:ln w="15875">
            <a:solidFill>
              <a:srgbClr val="A100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734702" y="1572768"/>
            <a:ext cx="1850745" cy="548640"/>
          </a:xfrm>
          <a:prstGeom prst="rect">
            <a:avLst/>
          </a:prstGeom>
          <a:noFill/>
        </p:spPr>
        <p:txBody>
          <a:bodyPr wrap="square">
            <a:spAutoFit/>
          </a:bodyPr>
          <a:lstStyle/>
          <a:p>
            <a:pPr algn="ctr"/>
            <a:r>
              <a:rPr sz="1200" b="1">
                <a:solidFill>
                  <a:srgbClr val="FFFFFF"/>
                </a:solidFill>
                <a:latin typeface="Arial"/>
              </a:rPr>
              <a:t>Phase 4</a:t>
            </a:r>
          </a:p>
          <a:p>
            <a:pPr algn="ctr">
              <a:spcBef>
                <a:spcPts val="100"/>
              </a:spcBef>
            </a:pPr>
            <a:r>
              <a:rPr sz="1000">
                <a:solidFill>
                  <a:srgbClr val="FFFFFF"/>
                </a:solidFill>
                <a:latin typeface="Arial"/>
              </a:rPr>
              <a:t>Evidence moat</a:t>
            </a:r>
          </a:p>
        </p:txBody>
      </p:sp>
      <p:sp>
        <p:nvSpPr>
          <p:cNvPr id="20" name="TextBox 19"/>
          <p:cNvSpPr txBox="1"/>
          <p:nvPr/>
        </p:nvSpPr>
        <p:spPr>
          <a:xfrm>
            <a:off x="502920" y="2697480"/>
            <a:ext cx="8229600" cy="274320"/>
          </a:xfrm>
          <a:prstGeom prst="rect">
            <a:avLst/>
          </a:prstGeom>
          <a:noFill/>
        </p:spPr>
        <p:txBody>
          <a:bodyPr wrap="none">
            <a:spAutoFit/>
          </a:bodyPr>
          <a:lstStyle/>
          <a:p>
            <a:r>
              <a:rPr sz="1200" b="1">
                <a:solidFill>
                  <a:srgbClr val="A100FF"/>
                </a:solidFill>
                <a:latin typeface="Arial"/>
              </a:rPr>
              <a:t>RISKS AND MITIGATIONS</a:t>
            </a:r>
          </a:p>
        </p:txBody>
      </p:sp>
      <p:sp>
        <p:nvSpPr>
          <p:cNvPr id="21" name="Rounded Rectangle 20"/>
          <p:cNvSpPr/>
          <p:nvPr/>
        </p:nvSpPr>
        <p:spPr>
          <a:xfrm>
            <a:off x="502920" y="3108960"/>
            <a:ext cx="5440679" cy="1234440"/>
          </a:xfrm>
          <a:prstGeom prst="roundRect">
            <a:avLst>
              <a:gd name="adj" fmla="val 9000"/>
            </a:avLst>
          </a:prstGeom>
          <a:solidFill>
            <a:srgbClr val="F7F5FB"/>
          </a:solidFill>
          <a:ln w="12700">
            <a:solidFill>
              <a:srgbClr val="E6E6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04088" y="3273552"/>
            <a:ext cx="5038343" cy="941832"/>
          </a:xfrm>
          <a:prstGeom prst="rect">
            <a:avLst/>
          </a:prstGeom>
          <a:noFill/>
        </p:spPr>
        <p:txBody>
          <a:bodyPr wrap="square" anchor="t">
            <a:spAutoFit/>
          </a:bodyPr>
          <a:lstStyle/>
          <a:p>
            <a:r>
              <a:rPr sz="1400" b="1">
                <a:solidFill>
                  <a:srgbClr val="A100FF"/>
                </a:solidFill>
                <a:latin typeface="Arial"/>
              </a:rPr>
              <a:t>A wrong recommendation contributes to harm</a:t>
            </a:r>
          </a:p>
          <a:p>
            <a:pPr>
              <a:lnSpc>
                <a:spcPct val="110000"/>
              </a:lnSpc>
              <a:spcBef>
                <a:spcPts val="900"/>
              </a:spcBef>
            </a:pPr>
            <a:r>
              <a:rPr sz="1200">
                <a:solidFill>
                  <a:srgbClr val="1A1A2E"/>
                </a:solidFill>
                <a:latin typeface="Arial"/>
              </a:rPr>
              <a:t>Escalate under uncertainty, keep the clinician final, and run shadow mode before any live use.</a:t>
            </a:r>
          </a:p>
        </p:txBody>
      </p:sp>
      <p:sp>
        <p:nvSpPr>
          <p:cNvPr id="23" name="Rounded Rectangle 22"/>
          <p:cNvSpPr/>
          <p:nvPr/>
        </p:nvSpPr>
        <p:spPr>
          <a:xfrm>
            <a:off x="6217919" y="3108960"/>
            <a:ext cx="5440679" cy="1234440"/>
          </a:xfrm>
          <a:prstGeom prst="roundRect">
            <a:avLst>
              <a:gd name="adj" fmla="val 9000"/>
            </a:avLst>
          </a:prstGeom>
          <a:solidFill>
            <a:srgbClr val="F7F5FB"/>
          </a:solidFill>
          <a:ln w="12700">
            <a:solidFill>
              <a:srgbClr val="E6E6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419087" y="3273552"/>
            <a:ext cx="5038343" cy="941832"/>
          </a:xfrm>
          <a:prstGeom prst="rect">
            <a:avLst/>
          </a:prstGeom>
          <a:noFill/>
        </p:spPr>
        <p:txBody>
          <a:bodyPr wrap="square" anchor="t">
            <a:spAutoFit/>
          </a:bodyPr>
          <a:lstStyle/>
          <a:p>
            <a:r>
              <a:rPr sz="1400" b="1">
                <a:solidFill>
                  <a:srgbClr val="A100FF"/>
                </a:solidFill>
                <a:latin typeface="Arial"/>
              </a:rPr>
              <a:t>The agent sounds sure on thin data</a:t>
            </a:r>
          </a:p>
          <a:p>
            <a:pPr>
              <a:lnSpc>
                <a:spcPct val="110000"/>
              </a:lnSpc>
              <a:spcBef>
                <a:spcPts val="900"/>
              </a:spcBef>
            </a:pPr>
            <a:r>
              <a:rPr sz="1200">
                <a:solidFill>
                  <a:srgbClr val="1A1A2E"/>
                </a:solidFill>
                <a:latin typeface="Arial"/>
              </a:rPr>
              <a:t>A needs-more gate, confidence bands, and deterministic fallback when the model fails or times out.</a:t>
            </a:r>
          </a:p>
        </p:txBody>
      </p:sp>
      <p:sp>
        <p:nvSpPr>
          <p:cNvPr id="25" name="Rounded Rectangle 24"/>
          <p:cNvSpPr/>
          <p:nvPr/>
        </p:nvSpPr>
        <p:spPr>
          <a:xfrm>
            <a:off x="502920" y="4526280"/>
            <a:ext cx="5440679" cy="1234440"/>
          </a:xfrm>
          <a:prstGeom prst="roundRect">
            <a:avLst>
              <a:gd name="adj" fmla="val 9000"/>
            </a:avLst>
          </a:prstGeom>
          <a:solidFill>
            <a:srgbClr val="F7F5FB"/>
          </a:solidFill>
          <a:ln w="12700">
            <a:solidFill>
              <a:srgbClr val="E6E6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704088" y="4690872"/>
            <a:ext cx="5038343" cy="941832"/>
          </a:xfrm>
          <a:prstGeom prst="rect">
            <a:avLst/>
          </a:prstGeom>
          <a:noFill/>
        </p:spPr>
        <p:txBody>
          <a:bodyPr wrap="square" anchor="t">
            <a:spAutoFit/>
          </a:bodyPr>
          <a:lstStyle/>
          <a:p>
            <a:r>
              <a:rPr sz="1400" b="1">
                <a:solidFill>
                  <a:srgbClr val="A100FF"/>
                </a:solidFill>
                <a:latin typeface="Arial"/>
              </a:rPr>
              <a:t>Alerts get ignored (alert fatigue)</a:t>
            </a:r>
          </a:p>
          <a:p>
            <a:pPr>
              <a:lnSpc>
                <a:spcPct val="110000"/>
              </a:lnSpc>
              <a:spcBef>
                <a:spcPts val="900"/>
              </a:spcBef>
            </a:pPr>
            <a:r>
              <a:rPr sz="1200">
                <a:solidFill>
                  <a:srgbClr val="1A1A2E"/>
                </a:solidFill>
                <a:latin typeface="Arial"/>
              </a:rPr>
              <a:t>A risk-weighted Watcher budget with a required reason on every escalation.</a:t>
            </a:r>
          </a:p>
        </p:txBody>
      </p:sp>
      <p:sp>
        <p:nvSpPr>
          <p:cNvPr id="27" name="Rounded Rectangle 26"/>
          <p:cNvSpPr/>
          <p:nvPr/>
        </p:nvSpPr>
        <p:spPr>
          <a:xfrm>
            <a:off x="6217919" y="4526280"/>
            <a:ext cx="5440679" cy="1234440"/>
          </a:xfrm>
          <a:prstGeom prst="roundRect">
            <a:avLst>
              <a:gd name="adj" fmla="val 9000"/>
            </a:avLst>
          </a:prstGeom>
          <a:solidFill>
            <a:srgbClr val="F7F5FB"/>
          </a:solidFill>
          <a:ln w="12700">
            <a:solidFill>
              <a:srgbClr val="E6E6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419087" y="4690872"/>
            <a:ext cx="5038343" cy="941832"/>
          </a:xfrm>
          <a:prstGeom prst="rect">
            <a:avLst/>
          </a:prstGeom>
          <a:noFill/>
        </p:spPr>
        <p:txBody>
          <a:bodyPr wrap="square" anchor="t">
            <a:spAutoFit/>
          </a:bodyPr>
          <a:lstStyle/>
          <a:p>
            <a:r>
              <a:rPr sz="1400" b="1">
                <a:solidFill>
                  <a:srgbClr val="A100FF"/>
                </a:solidFill>
                <a:latin typeface="Arial"/>
              </a:rPr>
              <a:t>Privacy or medical-device exposure</a:t>
            </a:r>
          </a:p>
          <a:p>
            <a:pPr>
              <a:lnSpc>
                <a:spcPct val="110000"/>
              </a:lnSpc>
              <a:spcBef>
                <a:spcPts val="900"/>
              </a:spcBef>
            </a:pPr>
            <a:r>
              <a:rPr sz="1200">
                <a:solidFill>
                  <a:srgbClr val="1A1A2E"/>
                </a:solidFill>
                <a:latin typeface="Arial"/>
              </a:rPr>
              <a:t>HIPAA controls, a transparent decision-support posture, and counsel before clinical use.</a:t>
            </a:r>
          </a:p>
        </p:txBody>
      </p:sp>
      <p:sp>
        <p:nvSpPr>
          <p:cNvPr id="29" name="TextBox 28"/>
          <p:cNvSpPr txBox="1"/>
          <p:nvPr/>
        </p:nvSpPr>
        <p:spPr>
          <a:xfrm>
            <a:off x="502920" y="6446520"/>
            <a:ext cx="9144000" cy="274320"/>
          </a:xfrm>
          <a:prstGeom prst="rect">
            <a:avLst/>
          </a:prstGeom>
          <a:noFill/>
        </p:spPr>
        <p:txBody>
          <a:bodyPr wrap="none">
            <a:spAutoFit/>
          </a:bodyPr>
          <a:lstStyle/>
          <a:p>
            <a:r>
              <a:rPr sz="1000">
                <a:solidFill>
                  <a:srgbClr val="555566"/>
                </a:solidFill>
                <a:latin typeface="Arial"/>
              </a:rPr>
              <a:t>Team Sentinel  |  PatientTriage.ai  |  Accenture Innovation Challenge 2026</a:t>
            </a:r>
          </a:p>
        </p:txBody>
      </p:sp>
      <p:sp>
        <p:nvSpPr>
          <p:cNvPr id="30" name="TextBox 29"/>
          <p:cNvSpPr txBox="1"/>
          <p:nvPr/>
        </p:nvSpPr>
        <p:spPr>
          <a:xfrm>
            <a:off x="10698480" y="6446520"/>
            <a:ext cx="1005840" cy="274320"/>
          </a:xfrm>
          <a:prstGeom prst="rect">
            <a:avLst/>
          </a:prstGeom>
          <a:noFill/>
        </p:spPr>
        <p:txBody>
          <a:bodyPr wrap="none">
            <a:spAutoFit/>
          </a:bodyPr>
          <a:lstStyle/>
          <a:p>
            <a:pPr algn="r"/>
            <a:r>
              <a:rPr sz="1000">
                <a:solidFill>
                  <a:srgbClr val="555566"/>
                </a:solidFill>
                <a:latin typeface="Arial"/>
              </a:rPr>
              <a:t>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20040"/>
            <a:ext cx="11247120" cy="502920"/>
          </a:xfrm>
          <a:prstGeom prst="rect">
            <a:avLst/>
          </a:prstGeom>
          <a:noFill/>
        </p:spPr>
        <p:txBody>
          <a:bodyPr wrap="none">
            <a:spAutoFit/>
          </a:bodyPr>
          <a:lstStyle/>
          <a:p>
            <a:r>
              <a:rPr sz="2600" b="1">
                <a:solidFill>
                  <a:srgbClr val="1A1A2E"/>
                </a:solidFill>
                <a:latin typeface="Arial"/>
              </a:rPr>
              <a:t>10. The ask</a:t>
            </a:r>
          </a:p>
        </p:txBody>
      </p:sp>
      <p:sp>
        <p:nvSpPr>
          <p:cNvPr id="4" name="Rectangle 3"/>
          <p:cNvSpPr/>
          <p:nvPr/>
        </p:nvSpPr>
        <p:spPr>
          <a:xfrm>
            <a:off x="502920" y="841248"/>
            <a:ext cx="1234440" cy="54864"/>
          </a:xfrm>
          <a:prstGeom prst="rect">
            <a:avLst/>
          </a:prstGeom>
          <a:solidFill>
            <a:srgbClr val="A10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960120"/>
            <a:ext cx="8229600" cy="274320"/>
          </a:xfrm>
          <a:prstGeom prst="rect">
            <a:avLst/>
          </a:prstGeom>
          <a:noFill/>
        </p:spPr>
        <p:txBody>
          <a:bodyPr wrap="none">
            <a:spAutoFit/>
          </a:bodyPr>
          <a:lstStyle/>
          <a:p>
            <a:r>
              <a:rPr sz="1200" b="1">
                <a:solidFill>
                  <a:srgbClr val="A100FF"/>
                </a:solidFill>
                <a:latin typeface="Arial"/>
              </a:rPr>
              <a:t>THE ASK</a:t>
            </a:r>
          </a:p>
        </p:txBody>
      </p:sp>
      <p:sp>
        <p:nvSpPr>
          <p:cNvPr id="6" name="TextBox 5"/>
          <p:cNvSpPr txBox="1"/>
          <p:nvPr/>
        </p:nvSpPr>
        <p:spPr>
          <a:xfrm>
            <a:off x="502920" y="1325880"/>
            <a:ext cx="11155680" cy="365760"/>
          </a:xfrm>
          <a:prstGeom prst="rect">
            <a:avLst/>
          </a:prstGeom>
          <a:noFill/>
        </p:spPr>
        <p:txBody>
          <a:bodyPr wrap="none">
            <a:spAutoFit/>
          </a:bodyPr>
          <a:lstStyle/>
          <a:p>
            <a:r>
              <a:rPr sz="1500">
                <a:solidFill>
                  <a:srgbClr val="1A1A2E"/>
                </a:solidFill>
                <a:latin typeface="Arial"/>
              </a:rPr>
              <a:t>To turn a working prototype into a validated tool, we need three things.</a:t>
            </a:r>
          </a:p>
        </p:txBody>
      </p:sp>
      <p:sp>
        <p:nvSpPr>
          <p:cNvPr id="7" name="Rounded Rectangle 6"/>
          <p:cNvSpPr/>
          <p:nvPr/>
        </p:nvSpPr>
        <p:spPr>
          <a:xfrm>
            <a:off x="502920" y="1783080"/>
            <a:ext cx="3547871" cy="2148840"/>
          </a:xfrm>
          <a:prstGeom prst="roundRect">
            <a:avLst>
              <a:gd name="adj" fmla="val 9000"/>
            </a:avLst>
          </a:prstGeom>
          <a:solidFill>
            <a:srgbClr val="F7F5FB"/>
          </a:solidFill>
          <a:ln w="12700">
            <a:solidFill>
              <a:srgbClr val="E6E6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04088" y="1947672"/>
            <a:ext cx="3145535" cy="1856232"/>
          </a:xfrm>
          <a:prstGeom prst="rect">
            <a:avLst/>
          </a:prstGeom>
          <a:noFill/>
        </p:spPr>
        <p:txBody>
          <a:bodyPr wrap="square" anchor="t">
            <a:spAutoFit/>
          </a:bodyPr>
          <a:lstStyle/>
          <a:p>
            <a:r>
              <a:rPr sz="1400" b="1">
                <a:solidFill>
                  <a:srgbClr val="A100FF"/>
                </a:solidFill>
                <a:latin typeface="Arial"/>
              </a:rPr>
              <a:t>1.  Partner ED</a:t>
            </a:r>
          </a:p>
          <a:p>
            <a:pPr>
              <a:lnSpc>
                <a:spcPct val="110000"/>
              </a:lnSpc>
              <a:spcBef>
                <a:spcPts val="900"/>
              </a:spcBef>
            </a:pPr>
            <a:r>
              <a:rPr sz="1200">
                <a:solidFill>
                  <a:srgbClr val="1A1A2E"/>
                </a:solidFill>
                <a:latin typeface="Arial"/>
              </a:rPr>
              <a:t>One emergency department willing to run Sentinel in shadow mode,</a:t>
            </a:r>
          </a:p>
          <a:p>
            <a:pPr>
              <a:lnSpc>
                <a:spcPct val="110000"/>
              </a:lnSpc>
              <a:spcBef>
                <a:spcPts val="500"/>
              </a:spcBef>
            </a:pPr>
            <a:r>
              <a:rPr sz="1200">
                <a:solidFill>
                  <a:srgbClr val="1A1A2E"/>
                </a:solidFill>
                <a:latin typeface="Arial"/>
              </a:rPr>
              <a:t>scoring beside real triage while changing no decisions at first.</a:t>
            </a:r>
          </a:p>
        </p:txBody>
      </p:sp>
      <p:sp>
        <p:nvSpPr>
          <p:cNvPr id="9" name="Rounded Rectangle 8"/>
          <p:cNvSpPr/>
          <p:nvPr/>
        </p:nvSpPr>
        <p:spPr>
          <a:xfrm>
            <a:off x="4306823" y="1783080"/>
            <a:ext cx="3547871" cy="2148840"/>
          </a:xfrm>
          <a:prstGeom prst="roundRect">
            <a:avLst>
              <a:gd name="adj" fmla="val 9000"/>
            </a:avLst>
          </a:prstGeom>
          <a:solidFill>
            <a:srgbClr val="F7F5FB"/>
          </a:solidFill>
          <a:ln w="12700">
            <a:solidFill>
              <a:srgbClr val="E6E6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07991" y="1947672"/>
            <a:ext cx="3145535" cy="1856232"/>
          </a:xfrm>
          <a:prstGeom prst="rect">
            <a:avLst/>
          </a:prstGeom>
          <a:noFill/>
        </p:spPr>
        <p:txBody>
          <a:bodyPr wrap="square" anchor="t">
            <a:spAutoFit/>
          </a:bodyPr>
          <a:lstStyle/>
          <a:p>
            <a:r>
              <a:rPr sz="1400" b="1">
                <a:solidFill>
                  <a:srgbClr val="A100FF"/>
                </a:solidFill>
                <a:latin typeface="Arial"/>
              </a:rPr>
              <a:t>2.  Read-only access</a:t>
            </a:r>
          </a:p>
          <a:p>
            <a:pPr>
              <a:lnSpc>
                <a:spcPct val="110000"/>
              </a:lnSpc>
              <a:spcBef>
                <a:spcPts val="900"/>
              </a:spcBef>
            </a:pPr>
            <a:r>
              <a:rPr sz="1200">
                <a:solidFill>
                  <a:srgbClr val="1A1A2E"/>
                </a:solidFill>
                <a:latin typeface="Arial"/>
              </a:rPr>
              <a:t>Records and flow data over standard health-data interfaces,</a:t>
            </a:r>
          </a:p>
          <a:p>
            <a:pPr>
              <a:lnSpc>
                <a:spcPct val="110000"/>
              </a:lnSpc>
              <a:spcBef>
                <a:spcPts val="500"/>
              </a:spcBef>
            </a:pPr>
            <a:r>
              <a:rPr sz="1200">
                <a:solidFill>
                  <a:srgbClr val="1A1A2E"/>
                </a:solidFill>
                <a:latin typeface="Arial"/>
              </a:rPr>
              <a:t>enough to score patients and measure agreement, nothing more.</a:t>
            </a:r>
          </a:p>
        </p:txBody>
      </p:sp>
      <p:sp>
        <p:nvSpPr>
          <p:cNvPr id="11" name="Rounded Rectangle 10"/>
          <p:cNvSpPr/>
          <p:nvPr/>
        </p:nvSpPr>
        <p:spPr>
          <a:xfrm>
            <a:off x="8110727" y="1783080"/>
            <a:ext cx="3547871" cy="2148840"/>
          </a:xfrm>
          <a:prstGeom prst="roundRect">
            <a:avLst>
              <a:gd name="adj" fmla="val 9000"/>
            </a:avLst>
          </a:prstGeom>
          <a:solidFill>
            <a:srgbClr val="F7F5FB"/>
          </a:solidFill>
          <a:ln w="12700">
            <a:solidFill>
              <a:srgbClr val="E6E6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311896" y="1947672"/>
            <a:ext cx="3145535" cy="1856232"/>
          </a:xfrm>
          <a:prstGeom prst="rect">
            <a:avLst/>
          </a:prstGeom>
          <a:noFill/>
        </p:spPr>
        <p:txBody>
          <a:bodyPr wrap="square" anchor="t">
            <a:spAutoFit/>
          </a:bodyPr>
          <a:lstStyle/>
          <a:p>
            <a:r>
              <a:rPr sz="1400" b="1">
                <a:solidFill>
                  <a:srgbClr val="A100FF"/>
                </a:solidFill>
                <a:latin typeface="Arial"/>
              </a:rPr>
              <a:t>3.  Clinical champion</a:t>
            </a:r>
          </a:p>
          <a:p>
            <a:pPr>
              <a:lnSpc>
                <a:spcPct val="110000"/>
              </a:lnSpc>
              <a:spcBef>
                <a:spcPts val="900"/>
              </a:spcBef>
            </a:pPr>
            <a:r>
              <a:rPr sz="1200">
                <a:solidFill>
                  <a:srgbClr val="1A1A2E"/>
                </a:solidFill>
                <a:latin typeface="Arial"/>
              </a:rPr>
              <a:t>A clinician to help tune thresholds to the site,</a:t>
            </a:r>
          </a:p>
          <a:p>
            <a:pPr>
              <a:lnSpc>
                <a:spcPct val="110000"/>
              </a:lnSpc>
              <a:spcBef>
                <a:spcPts val="500"/>
              </a:spcBef>
            </a:pPr>
            <a:r>
              <a:rPr sz="1200">
                <a:solidFill>
                  <a:srgbClr val="1A1A2E"/>
                </a:solidFill>
                <a:latin typeface="Arial"/>
              </a:rPr>
              <a:t>and to interpret where the assistant and the desk disagree.</a:t>
            </a:r>
          </a:p>
        </p:txBody>
      </p:sp>
      <p:sp>
        <p:nvSpPr>
          <p:cNvPr id="13" name="Rounded Rectangle 12"/>
          <p:cNvSpPr/>
          <p:nvPr/>
        </p:nvSpPr>
        <p:spPr>
          <a:xfrm>
            <a:off x="502920" y="4069080"/>
            <a:ext cx="11155680" cy="658368"/>
          </a:xfrm>
          <a:prstGeom prst="roundRect">
            <a:avLst>
              <a:gd name="adj" fmla="val 15000"/>
            </a:avLst>
          </a:prstGeom>
          <a:solidFill>
            <a:srgbClr val="FFFFFF"/>
          </a:solidFill>
          <a:ln w="12700">
            <a:solidFill>
              <a:srgbClr val="E6E6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649224" y="4251960"/>
            <a:ext cx="1225295" cy="292608"/>
          </a:xfrm>
          <a:prstGeom prst="roundRect">
            <a:avLst>
              <a:gd name="adj" fmla="val 40000"/>
            </a:avLst>
          </a:prstGeom>
          <a:solidFill>
            <a:srgbClr val="F7F5FB"/>
          </a:solidFill>
          <a:ln w="12700">
            <a:solidFill>
              <a:srgbClr val="E6E6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49224" y="4261104"/>
            <a:ext cx="1225295" cy="274320"/>
          </a:xfrm>
          <a:prstGeom prst="rect">
            <a:avLst/>
          </a:prstGeom>
          <a:noFill/>
        </p:spPr>
        <p:txBody>
          <a:bodyPr wrap="none">
            <a:spAutoFit/>
          </a:bodyPr>
          <a:lstStyle/>
          <a:p>
            <a:pPr algn="ctr"/>
            <a:r>
              <a:rPr sz="1100" b="1">
                <a:solidFill>
                  <a:srgbClr val="A100FF"/>
                </a:solidFill>
                <a:latin typeface="Arial"/>
              </a:rPr>
              <a:t>In return</a:t>
            </a:r>
          </a:p>
        </p:txBody>
      </p:sp>
      <p:sp>
        <p:nvSpPr>
          <p:cNvPr id="16" name="TextBox 15"/>
          <p:cNvSpPr txBox="1"/>
          <p:nvPr/>
        </p:nvSpPr>
        <p:spPr>
          <a:xfrm>
            <a:off x="2075688" y="4069080"/>
            <a:ext cx="9290304" cy="658368"/>
          </a:xfrm>
          <a:prstGeom prst="rect">
            <a:avLst/>
          </a:prstGeom>
          <a:noFill/>
        </p:spPr>
        <p:txBody>
          <a:bodyPr wrap="square" anchor="ctr">
            <a:spAutoFit/>
          </a:bodyPr>
          <a:lstStyle/>
          <a:p>
            <a:pPr>
              <a:lnSpc>
                <a:spcPct val="108000"/>
              </a:lnSpc>
            </a:pPr>
            <a:r>
              <a:rPr sz="1200">
                <a:solidFill>
                  <a:srgbClr val="555566"/>
                </a:solidFill>
                <a:latin typeface="Arial"/>
              </a:rPr>
              <a:t>The site gets an early, safe view of its own mistriage and crowding, and a real say in how the assistant behaves.</a:t>
            </a:r>
          </a:p>
        </p:txBody>
      </p:sp>
      <p:sp>
        <p:nvSpPr>
          <p:cNvPr id="17" name="Rounded Rectangle 16"/>
          <p:cNvSpPr/>
          <p:nvPr/>
        </p:nvSpPr>
        <p:spPr>
          <a:xfrm>
            <a:off x="502920" y="5029200"/>
            <a:ext cx="11155680" cy="914400"/>
          </a:xfrm>
          <a:prstGeom prst="roundRect">
            <a:avLst>
              <a:gd name="adj" fmla="val 14000"/>
            </a:avLst>
          </a:prstGeom>
          <a:solidFill>
            <a:srgbClr val="A10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22960" y="5029200"/>
            <a:ext cx="10515600" cy="914400"/>
          </a:xfrm>
          <a:prstGeom prst="rect">
            <a:avLst/>
          </a:prstGeom>
          <a:noFill/>
        </p:spPr>
        <p:txBody>
          <a:bodyPr wrap="square" anchor="ctr">
            <a:spAutoFit/>
          </a:bodyPr>
          <a:lstStyle/>
          <a:p>
            <a:pPr>
              <a:lnSpc>
                <a:spcPct val="112000"/>
              </a:lnSpc>
            </a:pPr>
            <a:r>
              <a:rPr sz="1400" b="1">
                <a:solidFill>
                  <a:srgbClr val="FFFFFF"/>
                </a:solidFill>
                <a:latin typeface="Arial"/>
              </a:rPr>
              <a:t>Safe when it is unsure. Always watching the people who wait. The clinician always decides. That is the product Round 2 asked us to prove.</a:t>
            </a:r>
          </a:p>
        </p:txBody>
      </p:sp>
      <p:sp>
        <p:nvSpPr>
          <p:cNvPr id="19" name="TextBox 18"/>
          <p:cNvSpPr txBox="1"/>
          <p:nvPr/>
        </p:nvSpPr>
        <p:spPr>
          <a:xfrm>
            <a:off x="502920" y="6446520"/>
            <a:ext cx="9144000" cy="274320"/>
          </a:xfrm>
          <a:prstGeom prst="rect">
            <a:avLst/>
          </a:prstGeom>
          <a:noFill/>
        </p:spPr>
        <p:txBody>
          <a:bodyPr wrap="none">
            <a:spAutoFit/>
          </a:bodyPr>
          <a:lstStyle/>
          <a:p>
            <a:r>
              <a:rPr sz="1000">
                <a:solidFill>
                  <a:srgbClr val="555566"/>
                </a:solidFill>
                <a:latin typeface="Arial"/>
              </a:rPr>
              <a:t>Team Sentinel  |  PatientTriage.ai  |  Accenture Innovation Challenge 2026</a:t>
            </a:r>
          </a:p>
        </p:txBody>
      </p:sp>
      <p:sp>
        <p:nvSpPr>
          <p:cNvPr id="20" name="TextBox 19"/>
          <p:cNvSpPr txBox="1"/>
          <p:nvPr/>
        </p:nvSpPr>
        <p:spPr>
          <a:xfrm>
            <a:off x="10698480" y="6446520"/>
            <a:ext cx="1005840" cy="274320"/>
          </a:xfrm>
          <a:prstGeom prst="rect">
            <a:avLst/>
          </a:prstGeom>
          <a:noFill/>
        </p:spPr>
        <p:txBody>
          <a:bodyPr wrap="none">
            <a:spAutoFit/>
          </a:bodyPr>
          <a:lstStyle/>
          <a:p>
            <a:pPr algn="r"/>
            <a:r>
              <a:rPr sz="1000">
                <a:solidFill>
                  <a:srgbClr val="555566"/>
                </a:solidFill>
                <a:latin typeface="Arial"/>
              </a:rPr>
              <a:t>12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C86DCA-E252-45B6-8790-F0CA74EA47D8}"/>
              </a:ext>
            </a:extLst>
          </p:cNvPr>
          <p:cNvSpPr>
            <a:spLocks noGrp="1"/>
          </p:cNvSpPr>
          <p:nvPr>
            <p:ph type="title"/>
          </p:nvPr>
        </p:nvSpPr>
        <p:spPr>
          <a:xfrm>
            <a:off x="1191348" y="3429000"/>
            <a:ext cx="5190523" cy="984885"/>
          </a:xfrm>
        </p:spPr>
        <p:txBody>
          <a:bodyPr/>
          <a:lstStyle/>
          <a:p>
            <a:r>
              <a:rPr lang="en-US">
                <a:latin typeface="+mj-lt"/>
              </a:rPr>
              <a:t>Thank you</a:t>
            </a:r>
          </a:p>
        </p:txBody>
      </p:sp>
    </p:spTree>
    <p:extLst>
      <p:ext uri="{BB962C8B-B14F-4D97-AF65-F5344CB8AC3E}">
        <p14:creationId xmlns:p14="http://schemas.microsoft.com/office/powerpoint/2010/main" val="1583931614"/>
      </p:ext>
    </p:extLst>
  </p:cSld>
  <p:clrMapOvr>
    <a:masterClrMapping/>
  </p:clrMapOvr>
</p:sld>
</file>

<file path=ppt/theme/theme1.xml><?xml version="1.0" encoding="utf-8"?>
<a:theme xmlns:a="http://schemas.openxmlformats.org/drawingml/2006/main" name="Accenture 2025">
  <a:themeElements>
    <a:clrScheme name="Custom 20">
      <a:dk1>
        <a:srgbClr val="000000"/>
      </a:dk1>
      <a:lt1>
        <a:srgbClr val="FFFFFF"/>
      </a:lt1>
      <a:dk2>
        <a:srgbClr val="450073"/>
      </a:dk2>
      <a:lt2>
        <a:srgbClr val="A000FF"/>
      </a:lt2>
      <a:accent1>
        <a:srgbClr val="7400C0"/>
      </a:accent1>
      <a:accent2>
        <a:srgbClr val="C1A3FF"/>
      </a:accent2>
      <a:accent3>
        <a:srgbClr val="E6DCFF"/>
      </a:accent3>
      <a:accent4>
        <a:srgbClr val="FF50A0"/>
      </a:accent4>
      <a:accent5>
        <a:srgbClr val="224BFF"/>
      </a:accent5>
      <a:accent6>
        <a:srgbClr val="05F2DB"/>
      </a:accent6>
      <a:hlink>
        <a:srgbClr val="A000FF"/>
      </a:hlink>
      <a:folHlink>
        <a:srgbClr val="7400C0"/>
      </a:folHlink>
    </a:clrScheme>
    <a:fontScheme name="GraphikReg-GraphikSemiB">
      <a:majorFont>
        <a:latin typeface="Graphik-Semibold"/>
        <a:ea typeface=""/>
        <a:cs typeface=""/>
      </a:majorFont>
      <a:minorFont>
        <a:latin typeface="Graphik Regular"/>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solidFill>
        <a:ln>
          <a:noFill/>
        </a:ln>
      </a:spPr>
      <a:bodyPr tIns="91440" bIns="91440" rtlCol="0" anchor="ctr"/>
      <a:lstStyle>
        <a:defPPr algn="ctr">
          <a:defRPr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28575">
          <a:solidFill>
            <a:schemeClr val="accent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defTabSz="228600">
          <a:spcAft>
            <a:spcPts val="1200"/>
          </a:spcAft>
          <a:defRPr noProof="0" dirty="0" smtClean="0"/>
        </a:defPPr>
      </a:lstStyle>
    </a:txDef>
  </a:objectDefaults>
  <a:extraClrSchemeLst/>
  <a:extLst>
    <a:ext uri="{05A4C25C-085E-4340-85A3-A5531E510DB2}">
      <thm15:themeFamily xmlns:thm15="http://schemas.microsoft.com/office/thememl/2012/main" name="FY25-Branding-Guidelines_PPT-Graphik_v19_AccessibilityFixes.pptx" id="{6C590743-EE6F-704D-9B30-76795EFC297C}" vid="{E566E052-0B33-5E4D-99EA-EFC16BC751F1}"/>
    </a:ext>
  </a:extLst>
</a:theme>
</file>

<file path=ppt/theme/theme2.xml><?xml version="1.0" encoding="utf-8"?>
<a:theme xmlns:a="http://schemas.openxmlformats.org/drawingml/2006/main" name="1_Titles">
  <a:themeElements>
    <a:clrScheme name="Acc Core">
      <a:dk1>
        <a:srgbClr val="000000"/>
      </a:dk1>
      <a:lt1>
        <a:srgbClr val="FFFFFF"/>
      </a:lt1>
      <a:dk2>
        <a:srgbClr val="BDBDBD"/>
      </a:dk2>
      <a:lt2>
        <a:srgbClr val="969696"/>
      </a:lt2>
      <a:accent1>
        <a:srgbClr val="A100FF"/>
      </a:accent1>
      <a:accent2>
        <a:srgbClr val="7500C0"/>
      </a:accent2>
      <a:accent3>
        <a:srgbClr val="460073"/>
      </a:accent3>
      <a:accent4>
        <a:srgbClr val="00BAFF"/>
      </a:accent4>
      <a:accent5>
        <a:srgbClr val="008EFF"/>
      </a:accent5>
      <a:accent6>
        <a:srgbClr val="004DFF"/>
      </a:accent6>
      <a:hlink>
        <a:srgbClr val="7500C0"/>
      </a:hlink>
      <a:folHlink>
        <a:srgbClr val="460073"/>
      </a:folHlink>
    </a:clrScheme>
    <a:fontScheme name="Accenture_Graphik">
      <a:majorFont>
        <a:latin typeface="Graphik"/>
        <a:ea typeface=""/>
        <a:cs typeface=""/>
      </a:majorFont>
      <a:minorFont>
        <a:latin typeface="Graphi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none" lIns="0" tIns="0" rIns="0" bIns="45720" rtlCol="0">
        <a:spAutoFit/>
      </a:bodyPr>
      <a:lstStyle>
        <a:defPPr>
          <a:defRPr sz="1600" dirty="0" err="1" smtClean="0"/>
        </a:defPPr>
      </a:lstStyle>
    </a:txDef>
  </a:objectDefaults>
  <a:extraClrSchemeLst/>
  <a:custClrLst>
    <a:custClr name="Strategy-Orange">
      <a:srgbClr val="FF9128"/>
    </a:custClr>
    <a:custClr name="Strategy-Carmine">
      <a:srgbClr val="BD001D"/>
    </a:custClr>
    <a:custClr name="Consulting-Light Aqua">
      <a:srgbClr val="00F3FF"/>
    </a:custClr>
    <a:custClr name="Consulting-Dark Violet">
      <a:srgbClr val="7500C0"/>
    </a:custClr>
    <a:custClr name="Digital-Lime">
      <a:srgbClr val="00FF00"/>
    </a:custClr>
    <a:custClr name="Digital-Sunglow">
      <a:srgbClr val="FFD42E"/>
    </a:custClr>
    <a:custClr name="Technology-Aqua">
      <a:srgbClr val="00F3FF"/>
    </a:custClr>
    <a:custClr name="Technology-Lime">
      <a:srgbClr val="00FF00"/>
    </a:custClr>
    <a:custClr name="Operations-Aqua">
      <a:srgbClr val="00F3FF"/>
    </a:custClr>
    <a:custClr name="Operations-Navy Blue">
      <a:srgbClr val="004DFF"/>
    </a:custClr>
    <a:custClr name="Strategy-Orange Red">
      <a:srgbClr val="FF3C0F"/>
    </a:custClr>
    <a:custClr name="Strategy-Dark Carmine">
      <a:srgbClr val="920026"/>
    </a:custClr>
    <a:custClr name="Consulting-Electric Purple">
      <a:srgbClr val="A100FF"/>
    </a:custClr>
    <a:custClr name="Consulting-Indigo">
      <a:srgbClr val="5F0095"/>
    </a:custClr>
    <a:custClr name="Digital-Yellow">
      <a:srgbClr val="FFFF00"/>
    </a:custClr>
    <a:custClr name="Digital-Selective Yellow">
      <a:srgbClr val="FFB600"/>
    </a:custClr>
    <a:custClr name="Technology-Spring Green">
      <a:srgbClr val="00FF7D"/>
    </a:custClr>
    <a:custClr name="Technology-Dark Lime">
      <a:srgbClr val="00D700"/>
    </a:custClr>
    <a:custClr name="Operations-Deep Sky Blue">
      <a:srgbClr val="00BAFF"/>
    </a:custClr>
    <a:custClr name="Operations-Blue">
      <a:srgbClr val="2800FF"/>
    </a:custClr>
    <a:custClr name="Strategy-Red">
      <a:srgbClr val="FF0000"/>
    </a:custClr>
    <a:custClr name="Strategy-Burgundy">
      <a:srgbClr val="710012"/>
    </a:custClr>
    <a:custClr name="Consulting-Electric Indigo">
      <a:srgbClr val="7E00FF"/>
    </a:custClr>
    <a:custClr name="Consulting-Dark Indigo">
      <a:srgbClr val="380089"/>
    </a:custClr>
    <a:custClr name="Digital-Golden Yellow">
      <a:srgbClr val="FFEA00"/>
    </a:custClr>
    <a:custClr name="Digital-Dark Orange">
      <a:srgbClr val="FF9500"/>
    </a:custClr>
    <a:custClr name="Technology-Spring Bud">
      <a:srgbClr val="B9FF00"/>
    </a:custClr>
    <a:custClr name="Technology-British Racing Green">
      <a:srgbClr val="00530A"/>
    </a:custClr>
    <a:custClr name="Operations-Dodger Blue">
      <a:srgbClr val="008EFF"/>
    </a:custClr>
    <a:custClr name="Operations-Dark Blue">
      <a:srgbClr val="000088"/>
    </a:custClr>
  </a:custClrLst>
  <a:extLst>
    <a:ext uri="{05A4C25C-085E-4340-85A3-A5531E510DB2}">
      <thm15:themeFamily xmlns:thm15="http://schemas.microsoft.com/office/thememl/2012/main" name="Presentation10" id="{C00EB2C1-B526-F548-AF64-FD10065D7E5F}" vid="{C7D4C087-F6B1-4649-903F-3FEF709D25B8}"/>
    </a:ext>
  </a:extLst>
</a:theme>
</file>

<file path=ppt/theme/theme3.xml><?xml version="1.0" encoding="utf-8"?>
<a:theme xmlns:a="http://schemas.openxmlformats.org/drawingml/2006/main" name="Titles">
  <a:themeElements>
    <a:clrScheme name="Acc Core">
      <a:dk1>
        <a:srgbClr val="000000"/>
      </a:dk1>
      <a:lt1>
        <a:srgbClr val="FFFFFF"/>
      </a:lt1>
      <a:dk2>
        <a:srgbClr val="BDBDBD"/>
      </a:dk2>
      <a:lt2>
        <a:srgbClr val="969696"/>
      </a:lt2>
      <a:accent1>
        <a:srgbClr val="A100FF"/>
      </a:accent1>
      <a:accent2>
        <a:srgbClr val="7500C0"/>
      </a:accent2>
      <a:accent3>
        <a:srgbClr val="460073"/>
      </a:accent3>
      <a:accent4>
        <a:srgbClr val="00BAFF"/>
      </a:accent4>
      <a:accent5>
        <a:srgbClr val="008EFF"/>
      </a:accent5>
      <a:accent6>
        <a:srgbClr val="004DFF"/>
      </a:accent6>
      <a:hlink>
        <a:srgbClr val="7500C0"/>
      </a:hlink>
      <a:folHlink>
        <a:srgbClr val="460073"/>
      </a:folHlink>
    </a:clrScheme>
    <a:fontScheme name="Accenture_Graphik">
      <a:majorFont>
        <a:latin typeface="Graphik"/>
        <a:ea typeface=""/>
        <a:cs typeface=""/>
      </a:majorFont>
      <a:minorFont>
        <a:latin typeface="Graphi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none" lIns="0" tIns="0" rIns="0" bIns="45720" rtlCol="0">
        <a:spAutoFit/>
      </a:bodyPr>
      <a:lstStyle>
        <a:defPPr>
          <a:defRPr sz="1600" dirty="0" err="1" smtClean="0"/>
        </a:defPPr>
      </a:lstStyle>
    </a:txDef>
  </a:objectDefaults>
  <a:extraClrSchemeLst/>
  <a:custClrLst>
    <a:custClr name="Strategy-Orange">
      <a:srgbClr val="FF9128"/>
    </a:custClr>
    <a:custClr name="Strategy-Carmine">
      <a:srgbClr val="BD001D"/>
    </a:custClr>
    <a:custClr name="Consulting-Light Aqua">
      <a:srgbClr val="00F3FF"/>
    </a:custClr>
    <a:custClr name="Consulting-Dark Violet">
      <a:srgbClr val="7500C0"/>
    </a:custClr>
    <a:custClr name="Digital-Lime">
      <a:srgbClr val="00FF00"/>
    </a:custClr>
    <a:custClr name="Digital-Sunglow">
      <a:srgbClr val="FFD42E"/>
    </a:custClr>
    <a:custClr name="Technology-Aqua">
      <a:srgbClr val="00F3FF"/>
    </a:custClr>
    <a:custClr name="Technology-Lime">
      <a:srgbClr val="00FF00"/>
    </a:custClr>
    <a:custClr name="Operations-Aqua">
      <a:srgbClr val="00F3FF"/>
    </a:custClr>
    <a:custClr name="Operations-Navy Blue">
      <a:srgbClr val="004DFF"/>
    </a:custClr>
    <a:custClr name="Strategy-Orange Red">
      <a:srgbClr val="FF3C0F"/>
    </a:custClr>
    <a:custClr name="Strategy-Dark Carmine">
      <a:srgbClr val="920026"/>
    </a:custClr>
    <a:custClr name="Consulting-Electric Purple">
      <a:srgbClr val="A100FF"/>
    </a:custClr>
    <a:custClr name="Consulting-Indigo">
      <a:srgbClr val="5F0095"/>
    </a:custClr>
    <a:custClr name="Digital-Yellow">
      <a:srgbClr val="FFFF00"/>
    </a:custClr>
    <a:custClr name="Digital-Selective Yellow">
      <a:srgbClr val="FFB600"/>
    </a:custClr>
    <a:custClr name="Technology-Spring Green">
      <a:srgbClr val="00FF7D"/>
    </a:custClr>
    <a:custClr name="Technology-Dark Lime">
      <a:srgbClr val="00D700"/>
    </a:custClr>
    <a:custClr name="Operations-Deep Sky Blue">
      <a:srgbClr val="00BAFF"/>
    </a:custClr>
    <a:custClr name="Operations-Blue">
      <a:srgbClr val="2800FF"/>
    </a:custClr>
    <a:custClr name="Strategy-Red">
      <a:srgbClr val="FF0000"/>
    </a:custClr>
    <a:custClr name="Strategy-Burgundy">
      <a:srgbClr val="710012"/>
    </a:custClr>
    <a:custClr name="Consulting-Electric Indigo">
      <a:srgbClr val="7E00FF"/>
    </a:custClr>
    <a:custClr name="Consulting-Dark Indigo">
      <a:srgbClr val="380089"/>
    </a:custClr>
    <a:custClr name="Digital-Golden Yellow">
      <a:srgbClr val="FFEA00"/>
    </a:custClr>
    <a:custClr name="Digital-Dark Orange">
      <a:srgbClr val="FF9500"/>
    </a:custClr>
    <a:custClr name="Technology-Spring Bud">
      <a:srgbClr val="B9FF00"/>
    </a:custClr>
    <a:custClr name="Technology-British Racing Green">
      <a:srgbClr val="00530A"/>
    </a:custClr>
    <a:custClr name="Operations-Dodger Blue">
      <a:srgbClr val="008EFF"/>
    </a:custClr>
    <a:custClr name="Operations-Dark Blue">
      <a:srgbClr val="000088"/>
    </a:custClr>
  </a:custClrLst>
  <a:extLst>
    <a:ext uri="{05A4C25C-085E-4340-85A3-A5531E510DB2}">
      <thm15:themeFamily xmlns:thm15="http://schemas.microsoft.com/office/thememl/2012/main" name="Presentation10" id="{C00EB2C1-B526-F548-AF64-FD10065D7E5F}" vid="{C7D4C087-F6B1-4649-903F-3FEF709D25B8}"/>
    </a:ext>
  </a:extLst>
</a:theme>
</file>

<file path=ppt/theme/theme4.xml><?xml version="1.0" encoding="utf-8"?>
<a:theme xmlns:a="http://schemas.openxmlformats.org/drawingml/2006/main" name="1_Office Theme">
  <a:themeElements>
    <a:clrScheme name="Office Theme">
      <a:dk1>
        <a:sysClr val="windowText" lastClr="000000"/>
      </a:dk1>
      <a:lt1>
        <a:sysClr val="window" lastClr="FFFFFF"/>
      </a:lt1>
      <a:dk2>
        <a:srgbClr val="44546A"/>
      </a:dk2>
      <a:lt2>
        <a:srgbClr val="E7E6E6"/>
      </a:lt2>
      <a:accent1>
        <a:srgbClr val="1D9A78"/>
      </a:accent1>
      <a:accent2>
        <a:srgbClr val="8BC145"/>
      </a:accent2>
      <a:accent3>
        <a:srgbClr val="36AFCE"/>
      </a:accent3>
      <a:accent4>
        <a:srgbClr val="1D6FA9"/>
      </a:accent4>
      <a:accent5>
        <a:srgbClr val="B74919"/>
      </a:accent5>
      <a:accent6>
        <a:srgbClr val="F19D19"/>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AE6F2518-B084-4896-AF52-66CC2144AA26}"/>
    </a:ext>
  </a:extLst>
</a:theme>
</file>

<file path=ppt/theme/theme5.xml><?xml version="1.0" encoding="utf-8"?>
<a:theme xmlns:a="http://schemas.openxmlformats.org/drawingml/2006/main" name="1_Accenture 2025">
  <a:themeElements>
    <a:clrScheme name="Accenture">
      <a:dk1>
        <a:srgbClr val="000000"/>
      </a:dk1>
      <a:lt1>
        <a:srgbClr val="FFFFFF"/>
      </a:lt1>
      <a:dk2>
        <a:srgbClr val="A100FF"/>
      </a:dk2>
      <a:lt2>
        <a:srgbClr val="460073"/>
      </a:lt2>
      <a:accent1>
        <a:srgbClr val="7500C0"/>
      </a:accent1>
      <a:accent2>
        <a:srgbClr val="C2A3FF"/>
      </a:accent2>
      <a:accent3>
        <a:srgbClr val="E6DCFF"/>
      </a:accent3>
      <a:accent4>
        <a:srgbClr val="FF50A0"/>
      </a:accent4>
      <a:accent5>
        <a:srgbClr val="224BFF"/>
      </a:accent5>
      <a:accent6>
        <a:srgbClr val="05F2DB"/>
      </a:accent6>
      <a:hlink>
        <a:srgbClr val="A100FF"/>
      </a:hlink>
      <a:folHlink>
        <a:srgbClr val="7500C0"/>
      </a:folHlink>
    </a:clrScheme>
    <a:fontScheme name="GraphikReg-GraphikSemiB">
      <a:majorFont>
        <a:latin typeface="Graphik-Semibold"/>
        <a:ea typeface=""/>
        <a:cs typeface=""/>
      </a:majorFont>
      <a:minorFont>
        <a:latin typeface="Graphik Regular"/>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solidFill>
        <a:ln>
          <a:noFill/>
        </a:ln>
      </a:spPr>
      <a:bodyPr tIns="91440" bIns="91440" rtlCol="0" anchor="ctr"/>
      <a:lstStyle>
        <a:defPPr algn="ctr">
          <a:defRPr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28575">
          <a:solidFill>
            <a:schemeClr val="accent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defTabSz="228600">
          <a:spcAft>
            <a:spcPts val="1200"/>
          </a:spcAft>
          <a:defRPr noProof="0" dirty="0" smtClean="0"/>
        </a:defPPr>
      </a:lstStyle>
    </a:txDef>
  </a:objectDefaults>
  <a:extraClrSchemeLst/>
  <a:extLst>
    <a:ext uri="{05A4C25C-085E-4340-85A3-A5531E510DB2}">
      <thm15:themeFamily xmlns:thm15="http://schemas.microsoft.com/office/thememl/2012/main" name="FY25-Branding-Guidelines_Graphik_v22_Accessibility" id="{B24F0E14-DE31-5248-A702-F861AB2F5F31}" vid="{E2D4869B-0EAF-0144-9FC0-81C17233BA3E}"/>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e0793d39-0939-496d-b129-198edd916feb}" enabled="0" method="" siteId="{e0793d39-0939-496d-b129-198edd916feb}" removed="1"/>
</clbl:labelList>
</file>

<file path=docProps/app.xml><?xml version="1.0" encoding="utf-8"?>
<Properties xmlns="http://schemas.openxmlformats.org/officeDocument/2006/extended-properties" xmlns:vt="http://schemas.openxmlformats.org/officeDocument/2006/docPropsVTypes">
  <TotalTime>13</TotalTime>
  <Words>1880</Words>
  <Application>Microsoft Office PowerPoint</Application>
  <PresentationFormat>Widescreen</PresentationFormat>
  <Paragraphs>224</Paragraphs>
  <Slides>13</Slides>
  <Notes>2</Notes>
  <HiddenSlides>0</HiddenSlides>
  <MMClips>0</MMClips>
  <ScaleCrop>false</ScaleCrop>
  <HeadingPairs>
    <vt:vector size="6" baseType="variant">
      <vt:variant>
        <vt:lpstr>Fonts Used</vt:lpstr>
      </vt:variant>
      <vt:variant>
        <vt:i4>13</vt:i4>
      </vt:variant>
      <vt:variant>
        <vt:lpstr>Theme</vt:lpstr>
      </vt:variant>
      <vt:variant>
        <vt:i4>5</vt:i4>
      </vt:variant>
      <vt:variant>
        <vt:lpstr>Slide Titles</vt:lpstr>
      </vt:variant>
      <vt:variant>
        <vt:i4>13</vt:i4>
      </vt:variant>
    </vt:vector>
  </HeadingPairs>
  <TitlesOfParts>
    <vt:vector size="31" baseType="lpstr">
      <vt:lpstr>Aptos</vt:lpstr>
      <vt:lpstr>Arial</vt:lpstr>
      <vt:lpstr>Calibri</vt:lpstr>
      <vt:lpstr>Calibri Light</vt:lpstr>
      <vt:lpstr>Graphik</vt:lpstr>
      <vt:lpstr>Graphik Black</vt:lpstr>
      <vt:lpstr>Graphik Extralight</vt:lpstr>
      <vt:lpstr>Graphik Medium</vt:lpstr>
      <vt:lpstr>Graphik Regular</vt:lpstr>
      <vt:lpstr>Graphik Semibold</vt:lpstr>
      <vt:lpstr>Graphik-Semibold</vt:lpstr>
      <vt:lpstr>GT Sectra Fine Rg</vt:lpstr>
      <vt:lpstr>System Font</vt:lpstr>
      <vt:lpstr>Accenture 2025</vt:lpstr>
      <vt:lpstr>1_Titles</vt:lpstr>
      <vt:lpstr>Titles</vt:lpstr>
      <vt:lpstr>1_Office Theme</vt:lpstr>
      <vt:lpstr>1_Accenture 2025</vt:lpstr>
      <vt:lpstr>PowerPoint Presentation</vt:lpstr>
      <vt:lpstr>Team details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Tolentino, Ma. Antonette</dc:creator>
  <cp:lastModifiedBy>Cypher 2.0</cp:lastModifiedBy>
  <cp:revision>4</cp:revision>
  <dcterms:created xsi:type="dcterms:W3CDTF">2026-07-24T04:09:52Z</dcterms:created>
  <dcterms:modified xsi:type="dcterms:W3CDTF">2026-08-30T17:57:20Z</dcterms:modified>
</cp:coreProperties>
</file>